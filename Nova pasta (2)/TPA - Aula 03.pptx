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7"/>
  </p:notesMasterIdLst>
  <p:sldIdLst>
    <p:sldId id="327" r:id="rId2"/>
    <p:sldId id="291" r:id="rId3"/>
    <p:sldId id="259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04" r:id="rId13"/>
    <p:sldId id="324" r:id="rId14"/>
    <p:sldId id="326" r:id="rId15"/>
    <p:sldId id="279" r:id="rId16"/>
  </p:sldIdLst>
  <p:sldSz cx="9144000" cy="5143500" type="screen16x9"/>
  <p:notesSz cx="6858000" cy="9144000"/>
  <p:embeddedFontLst>
    <p:embeddedFont>
      <p:font typeface="Walter Turncoat" panose="020B0604020202020204" charset="0"/>
      <p:regular r:id="rId18"/>
    </p:embeddedFont>
    <p:embeddedFont>
      <p:font typeface="Sniglet" panose="020B060402020202020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AC5E75-CF82-4A7B-9EAF-F727AAA05E37}">
  <a:tblStyle styleId="{3CAC5E75-CF82-4A7B-9EAF-F727AAA05E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7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321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285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188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12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0646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4281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501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225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585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81791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1383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8241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676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85800" y="1991813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685800" y="1964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685800" y="31448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-6025" y="967975"/>
            <a:ext cx="91560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Walter Turncoat"/>
              <a:buNone/>
              <a:defRPr sz="2600">
                <a:solidFill>
                  <a:schemeClr val="lt1"/>
                </a:solidFill>
                <a:latin typeface="Walter Turncoat"/>
                <a:ea typeface="Walter Turncoat"/>
                <a:cs typeface="Walter Turncoat"/>
                <a:sym typeface="Walter Turnco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563400"/>
            <a:ext cx="8229600" cy="25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✘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●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○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niglet"/>
              <a:buChar char="■"/>
              <a:defRPr sz="2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1pPr>
            <a:lvl2pPr lvl="1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2pPr>
            <a:lvl3pPr lvl="2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3pPr>
            <a:lvl4pPr lvl="3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4pPr>
            <a:lvl5pPr lvl="4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5pPr>
            <a:lvl6pPr lvl="5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6pPr>
            <a:lvl7pPr lvl="6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7pPr>
            <a:lvl8pPr lvl="7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8pPr>
            <a:lvl9pPr lvl="8" algn="ctr">
              <a:buNone/>
              <a:defRPr sz="1000">
                <a:solidFill>
                  <a:schemeClr val="lt1"/>
                </a:solidFill>
                <a:latin typeface="Sniglet"/>
                <a:ea typeface="Sniglet"/>
                <a:cs typeface="Sniglet"/>
                <a:sym typeface="Snigle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ctrTitle"/>
          </p:nvPr>
        </p:nvSpPr>
        <p:spPr>
          <a:xfrm>
            <a:off x="189731" y="1991813"/>
            <a:ext cx="8729635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/>
            </a:r>
            <a:br>
              <a:rPr lang="en" dirty="0" smtClean="0"/>
            </a:br>
            <a:r>
              <a:rPr lang="en" sz="4800" dirty="0" smtClean="0"/>
              <a:t>tecnicas de programação e algoritmos</a:t>
            </a:r>
            <a:br>
              <a:rPr lang="en" sz="4800" dirty="0" smtClean="0"/>
            </a:br>
            <a:r>
              <a:rPr lang="en" sz="3200" dirty="0" smtClean="0"/>
              <a:t/>
            </a:r>
            <a:br>
              <a:rPr lang="en" sz="3200" dirty="0" smtClean="0"/>
            </a:br>
            <a:r>
              <a:rPr lang="en" sz="3200" dirty="0" smtClean="0"/>
              <a:t>Aula 03</a:t>
            </a:r>
            <a:endParaRPr sz="3200" dirty="0"/>
          </a:p>
        </p:txBody>
      </p:sp>
      <p:grpSp>
        <p:nvGrpSpPr>
          <p:cNvPr id="51" name="Google Shape;51;p11"/>
          <p:cNvGrpSpPr/>
          <p:nvPr/>
        </p:nvGrpSpPr>
        <p:grpSpPr>
          <a:xfrm rot="-9269861">
            <a:off x="5738341" y="1484966"/>
            <a:ext cx="750220" cy="664172"/>
            <a:chOff x="1113100" y="2199475"/>
            <a:chExt cx="801900" cy="709925"/>
          </a:xfrm>
        </p:grpSpPr>
        <p:sp>
          <p:nvSpPr>
            <p:cNvPr id="52" name="Google Shape;52;p11"/>
            <p:cNvSpPr/>
            <p:nvPr/>
          </p:nvSpPr>
          <p:spPr>
            <a:xfrm>
              <a:off x="1113100" y="2291450"/>
              <a:ext cx="735850" cy="617950"/>
            </a:xfrm>
            <a:custGeom>
              <a:avLst/>
              <a:gdLst/>
              <a:ahLst/>
              <a:cxnLst/>
              <a:rect l="l" t="t" r="r" b="b"/>
              <a:pathLst>
                <a:path w="29434" h="24718" extrusionOk="0">
                  <a:moveTo>
                    <a:pt x="26604" y="13869"/>
                  </a:moveTo>
                  <a:lnTo>
                    <a:pt x="26509" y="13963"/>
                  </a:lnTo>
                  <a:lnTo>
                    <a:pt x="26509" y="14057"/>
                  </a:lnTo>
                  <a:lnTo>
                    <a:pt x="26604" y="14246"/>
                  </a:lnTo>
                  <a:lnTo>
                    <a:pt x="26604" y="13869"/>
                  </a:lnTo>
                  <a:close/>
                  <a:moveTo>
                    <a:pt x="7925" y="23397"/>
                  </a:moveTo>
                  <a:lnTo>
                    <a:pt x="8302" y="23491"/>
                  </a:lnTo>
                  <a:lnTo>
                    <a:pt x="8113" y="23491"/>
                  </a:lnTo>
                  <a:lnTo>
                    <a:pt x="7925" y="23397"/>
                  </a:lnTo>
                  <a:close/>
                  <a:moveTo>
                    <a:pt x="28962" y="1"/>
                  </a:moveTo>
                  <a:lnTo>
                    <a:pt x="28962" y="95"/>
                  </a:lnTo>
                  <a:lnTo>
                    <a:pt x="28774" y="284"/>
                  </a:lnTo>
                  <a:lnTo>
                    <a:pt x="28868" y="284"/>
                  </a:lnTo>
                  <a:lnTo>
                    <a:pt x="28868" y="567"/>
                  </a:lnTo>
                  <a:lnTo>
                    <a:pt x="28679" y="567"/>
                  </a:lnTo>
                  <a:lnTo>
                    <a:pt x="28868" y="661"/>
                  </a:lnTo>
                  <a:lnTo>
                    <a:pt x="28679" y="850"/>
                  </a:lnTo>
                  <a:lnTo>
                    <a:pt x="28679" y="1039"/>
                  </a:lnTo>
                  <a:lnTo>
                    <a:pt x="28585" y="1039"/>
                  </a:lnTo>
                  <a:lnTo>
                    <a:pt x="28491" y="1227"/>
                  </a:lnTo>
                  <a:lnTo>
                    <a:pt x="28679" y="1416"/>
                  </a:lnTo>
                  <a:lnTo>
                    <a:pt x="28962" y="1605"/>
                  </a:lnTo>
                  <a:lnTo>
                    <a:pt x="28585" y="1793"/>
                  </a:lnTo>
                  <a:lnTo>
                    <a:pt x="28868" y="1982"/>
                  </a:lnTo>
                  <a:lnTo>
                    <a:pt x="28962" y="2171"/>
                  </a:lnTo>
                  <a:lnTo>
                    <a:pt x="28868" y="2265"/>
                  </a:lnTo>
                  <a:lnTo>
                    <a:pt x="28774" y="2359"/>
                  </a:lnTo>
                  <a:lnTo>
                    <a:pt x="28868" y="2359"/>
                  </a:lnTo>
                  <a:lnTo>
                    <a:pt x="28774" y="2454"/>
                  </a:lnTo>
                  <a:lnTo>
                    <a:pt x="28868" y="2548"/>
                  </a:lnTo>
                  <a:lnTo>
                    <a:pt x="28868" y="2642"/>
                  </a:lnTo>
                  <a:lnTo>
                    <a:pt x="28585" y="2642"/>
                  </a:lnTo>
                  <a:lnTo>
                    <a:pt x="28679" y="2737"/>
                  </a:lnTo>
                  <a:lnTo>
                    <a:pt x="28774" y="2831"/>
                  </a:lnTo>
                  <a:lnTo>
                    <a:pt x="28774" y="3303"/>
                  </a:lnTo>
                  <a:lnTo>
                    <a:pt x="28679" y="3680"/>
                  </a:lnTo>
                  <a:lnTo>
                    <a:pt x="28585" y="3963"/>
                  </a:lnTo>
                  <a:lnTo>
                    <a:pt x="28774" y="4058"/>
                  </a:lnTo>
                  <a:lnTo>
                    <a:pt x="28774" y="4341"/>
                  </a:lnTo>
                  <a:lnTo>
                    <a:pt x="28585" y="4246"/>
                  </a:lnTo>
                  <a:lnTo>
                    <a:pt x="28585" y="4341"/>
                  </a:lnTo>
                  <a:lnTo>
                    <a:pt x="28679" y="4435"/>
                  </a:lnTo>
                  <a:lnTo>
                    <a:pt x="28491" y="4435"/>
                  </a:lnTo>
                  <a:lnTo>
                    <a:pt x="28585" y="4718"/>
                  </a:lnTo>
                  <a:lnTo>
                    <a:pt x="28491" y="5001"/>
                  </a:lnTo>
                  <a:lnTo>
                    <a:pt x="28774" y="4907"/>
                  </a:lnTo>
                  <a:lnTo>
                    <a:pt x="29057" y="5095"/>
                  </a:lnTo>
                  <a:lnTo>
                    <a:pt x="29057" y="5095"/>
                  </a:lnTo>
                  <a:lnTo>
                    <a:pt x="28774" y="5001"/>
                  </a:lnTo>
                  <a:lnTo>
                    <a:pt x="28679" y="5001"/>
                  </a:lnTo>
                  <a:lnTo>
                    <a:pt x="28774" y="5095"/>
                  </a:lnTo>
                  <a:lnTo>
                    <a:pt x="28585" y="5095"/>
                  </a:lnTo>
                  <a:lnTo>
                    <a:pt x="28396" y="5567"/>
                  </a:lnTo>
                  <a:lnTo>
                    <a:pt x="28396" y="5756"/>
                  </a:lnTo>
                  <a:lnTo>
                    <a:pt x="28585" y="6039"/>
                  </a:lnTo>
                  <a:lnTo>
                    <a:pt x="28396" y="6982"/>
                  </a:lnTo>
                  <a:lnTo>
                    <a:pt x="28302" y="7359"/>
                  </a:lnTo>
                  <a:lnTo>
                    <a:pt x="28113" y="7737"/>
                  </a:lnTo>
                  <a:lnTo>
                    <a:pt x="28113" y="7642"/>
                  </a:lnTo>
                  <a:lnTo>
                    <a:pt x="28113" y="7548"/>
                  </a:lnTo>
                  <a:lnTo>
                    <a:pt x="27830" y="8114"/>
                  </a:lnTo>
                  <a:lnTo>
                    <a:pt x="27830" y="8114"/>
                  </a:lnTo>
                  <a:lnTo>
                    <a:pt x="27924" y="8020"/>
                  </a:lnTo>
                  <a:lnTo>
                    <a:pt x="27453" y="8963"/>
                  </a:lnTo>
                  <a:lnTo>
                    <a:pt x="27736" y="8963"/>
                  </a:lnTo>
                  <a:lnTo>
                    <a:pt x="27547" y="9246"/>
                  </a:lnTo>
                  <a:lnTo>
                    <a:pt x="27547" y="9435"/>
                  </a:lnTo>
                  <a:lnTo>
                    <a:pt x="27641" y="9529"/>
                  </a:lnTo>
                  <a:lnTo>
                    <a:pt x="27641" y="9812"/>
                  </a:lnTo>
                  <a:lnTo>
                    <a:pt x="27547" y="9906"/>
                  </a:lnTo>
                  <a:lnTo>
                    <a:pt x="27453" y="9906"/>
                  </a:lnTo>
                  <a:lnTo>
                    <a:pt x="27358" y="9718"/>
                  </a:lnTo>
                  <a:lnTo>
                    <a:pt x="27264" y="9812"/>
                  </a:lnTo>
                  <a:lnTo>
                    <a:pt x="27075" y="9906"/>
                  </a:lnTo>
                  <a:lnTo>
                    <a:pt x="27170" y="10001"/>
                  </a:lnTo>
                  <a:lnTo>
                    <a:pt x="27075" y="10095"/>
                  </a:lnTo>
                  <a:lnTo>
                    <a:pt x="27075" y="10284"/>
                  </a:lnTo>
                  <a:lnTo>
                    <a:pt x="27170" y="10472"/>
                  </a:lnTo>
                  <a:lnTo>
                    <a:pt x="27170" y="10755"/>
                  </a:lnTo>
                  <a:lnTo>
                    <a:pt x="26792" y="10755"/>
                  </a:lnTo>
                  <a:lnTo>
                    <a:pt x="26698" y="10661"/>
                  </a:lnTo>
                  <a:lnTo>
                    <a:pt x="26698" y="10850"/>
                  </a:lnTo>
                  <a:lnTo>
                    <a:pt x="26604" y="10944"/>
                  </a:lnTo>
                  <a:lnTo>
                    <a:pt x="26415" y="10944"/>
                  </a:lnTo>
                  <a:lnTo>
                    <a:pt x="26415" y="11038"/>
                  </a:lnTo>
                  <a:lnTo>
                    <a:pt x="26509" y="11038"/>
                  </a:lnTo>
                  <a:lnTo>
                    <a:pt x="26604" y="11133"/>
                  </a:lnTo>
                  <a:lnTo>
                    <a:pt x="26604" y="11321"/>
                  </a:lnTo>
                  <a:lnTo>
                    <a:pt x="26604" y="11510"/>
                  </a:lnTo>
                  <a:lnTo>
                    <a:pt x="26509" y="11510"/>
                  </a:lnTo>
                  <a:lnTo>
                    <a:pt x="26509" y="11416"/>
                  </a:lnTo>
                  <a:lnTo>
                    <a:pt x="26415" y="11416"/>
                  </a:lnTo>
                  <a:lnTo>
                    <a:pt x="26415" y="11321"/>
                  </a:lnTo>
                  <a:lnTo>
                    <a:pt x="26321" y="11793"/>
                  </a:lnTo>
                  <a:lnTo>
                    <a:pt x="26226" y="11699"/>
                  </a:lnTo>
                  <a:lnTo>
                    <a:pt x="26132" y="11793"/>
                  </a:lnTo>
                  <a:lnTo>
                    <a:pt x="26226" y="11793"/>
                  </a:lnTo>
                  <a:lnTo>
                    <a:pt x="26321" y="12076"/>
                  </a:lnTo>
                  <a:lnTo>
                    <a:pt x="26415" y="12359"/>
                  </a:lnTo>
                  <a:lnTo>
                    <a:pt x="26038" y="12548"/>
                  </a:lnTo>
                  <a:lnTo>
                    <a:pt x="25755" y="12737"/>
                  </a:lnTo>
                  <a:lnTo>
                    <a:pt x="25660" y="12925"/>
                  </a:lnTo>
                  <a:lnTo>
                    <a:pt x="25755" y="12925"/>
                  </a:lnTo>
                  <a:lnTo>
                    <a:pt x="25755" y="13020"/>
                  </a:lnTo>
                  <a:lnTo>
                    <a:pt x="25849" y="12737"/>
                  </a:lnTo>
                  <a:lnTo>
                    <a:pt x="25943" y="13020"/>
                  </a:lnTo>
                  <a:lnTo>
                    <a:pt x="26038" y="12831"/>
                  </a:lnTo>
                  <a:lnTo>
                    <a:pt x="26132" y="12925"/>
                  </a:lnTo>
                  <a:lnTo>
                    <a:pt x="25943" y="13208"/>
                  </a:lnTo>
                  <a:lnTo>
                    <a:pt x="25660" y="13114"/>
                  </a:lnTo>
                  <a:lnTo>
                    <a:pt x="25472" y="13208"/>
                  </a:lnTo>
                  <a:lnTo>
                    <a:pt x="25377" y="13397"/>
                  </a:lnTo>
                  <a:lnTo>
                    <a:pt x="25283" y="13869"/>
                  </a:lnTo>
                  <a:lnTo>
                    <a:pt x="25189" y="14435"/>
                  </a:lnTo>
                  <a:lnTo>
                    <a:pt x="25094" y="14623"/>
                  </a:lnTo>
                  <a:lnTo>
                    <a:pt x="25000" y="14812"/>
                  </a:lnTo>
                  <a:lnTo>
                    <a:pt x="24906" y="14718"/>
                  </a:lnTo>
                  <a:lnTo>
                    <a:pt x="24811" y="14529"/>
                  </a:lnTo>
                  <a:lnTo>
                    <a:pt x="24717" y="14906"/>
                  </a:lnTo>
                  <a:lnTo>
                    <a:pt x="24717" y="15189"/>
                  </a:lnTo>
                  <a:lnTo>
                    <a:pt x="24717" y="15284"/>
                  </a:lnTo>
                  <a:lnTo>
                    <a:pt x="24811" y="15284"/>
                  </a:lnTo>
                  <a:lnTo>
                    <a:pt x="24528" y="15378"/>
                  </a:lnTo>
                  <a:lnTo>
                    <a:pt x="24340" y="15472"/>
                  </a:lnTo>
                  <a:lnTo>
                    <a:pt x="24057" y="15944"/>
                  </a:lnTo>
                  <a:lnTo>
                    <a:pt x="23962" y="16416"/>
                  </a:lnTo>
                  <a:lnTo>
                    <a:pt x="23774" y="16699"/>
                  </a:lnTo>
                  <a:lnTo>
                    <a:pt x="23396" y="16699"/>
                  </a:lnTo>
                  <a:lnTo>
                    <a:pt x="23208" y="16982"/>
                  </a:lnTo>
                  <a:lnTo>
                    <a:pt x="23019" y="17359"/>
                  </a:lnTo>
                  <a:lnTo>
                    <a:pt x="22830" y="17831"/>
                  </a:lnTo>
                  <a:lnTo>
                    <a:pt x="22830" y="17736"/>
                  </a:lnTo>
                  <a:lnTo>
                    <a:pt x="22736" y="17642"/>
                  </a:lnTo>
                  <a:lnTo>
                    <a:pt x="22736" y="17642"/>
                  </a:lnTo>
                  <a:lnTo>
                    <a:pt x="22830" y="17925"/>
                  </a:lnTo>
                  <a:lnTo>
                    <a:pt x="22453" y="17925"/>
                  </a:lnTo>
                  <a:lnTo>
                    <a:pt x="22547" y="17736"/>
                  </a:lnTo>
                  <a:lnTo>
                    <a:pt x="22453" y="17736"/>
                  </a:lnTo>
                  <a:lnTo>
                    <a:pt x="22359" y="17831"/>
                  </a:lnTo>
                  <a:lnTo>
                    <a:pt x="22264" y="18208"/>
                  </a:lnTo>
                  <a:lnTo>
                    <a:pt x="22170" y="18491"/>
                  </a:lnTo>
                  <a:lnTo>
                    <a:pt x="22076" y="18585"/>
                  </a:lnTo>
                  <a:lnTo>
                    <a:pt x="21887" y="18585"/>
                  </a:lnTo>
                  <a:lnTo>
                    <a:pt x="21698" y="19152"/>
                  </a:lnTo>
                  <a:lnTo>
                    <a:pt x="21604" y="18869"/>
                  </a:lnTo>
                  <a:lnTo>
                    <a:pt x="21604" y="19057"/>
                  </a:lnTo>
                  <a:lnTo>
                    <a:pt x="21415" y="19152"/>
                  </a:lnTo>
                  <a:lnTo>
                    <a:pt x="20943" y="19529"/>
                  </a:lnTo>
                  <a:lnTo>
                    <a:pt x="20377" y="19812"/>
                  </a:lnTo>
                  <a:lnTo>
                    <a:pt x="19906" y="20095"/>
                  </a:lnTo>
                  <a:lnTo>
                    <a:pt x="20094" y="20189"/>
                  </a:lnTo>
                  <a:lnTo>
                    <a:pt x="20189" y="20284"/>
                  </a:lnTo>
                  <a:lnTo>
                    <a:pt x="19906" y="20378"/>
                  </a:lnTo>
                  <a:lnTo>
                    <a:pt x="19906" y="20284"/>
                  </a:lnTo>
                  <a:lnTo>
                    <a:pt x="19811" y="20189"/>
                  </a:lnTo>
                  <a:lnTo>
                    <a:pt x="19811" y="20284"/>
                  </a:lnTo>
                  <a:lnTo>
                    <a:pt x="19811" y="20378"/>
                  </a:lnTo>
                  <a:lnTo>
                    <a:pt x="19245" y="20284"/>
                  </a:lnTo>
                  <a:lnTo>
                    <a:pt x="19340" y="20378"/>
                  </a:lnTo>
                  <a:lnTo>
                    <a:pt x="19245" y="20472"/>
                  </a:lnTo>
                  <a:lnTo>
                    <a:pt x="19434" y="20567"/>
                  </a:lnTo>
                  <a:lnTo>
                    <a:pt x="19340" y="20661"/>
                  </a:lnTo>
                  <a:lnTo>
                    <a:pt x="18962" y="20661"/>
                  </a:lnTo>
                  <a:lnTo>
                    <a:pt x="18585" y="21038"/>
                  </a:lnTo>
                  <a:lnTo>
                    <a:pt x="18113" y="21416"/>
                  </a:lnTo>
                  <a:lnTo>
                    <a:pt x="17736" y="21699"/>
                  </a:lnTo>
                  <a:lnTo>
                    <a:pt x="17359" y="21793"/>
                  </a:lnTo>
                  <a:lnTo>
                    <a:pt x="17076" y="22076"/>
                  </a:lnTo>
                  <a:lnTo>
                    <a:pt x="16793" y="22359"/>
                  </a:lnTo>
                  <a:lnTo>
                    <a:pt x="16698" y="22265"/>
                  </a:lnTo>
                  <a:lnTo>
                    <a:pt x="16604" y="22170"/>
                  </a:lnTo>
                  <a:lnTo>
                    <a:pt x="16321" y="22170"/>
                  </a:lnTo>
                  <a:lnTo>
                    <a:pt x="15849" y="22453"/>
                  </a:lnTo>
                  <a:lnTo>
                    <a:pt x="14340" y="22831"/>
                  </a:lnTo>
                  <a:lnTo>
                    <a:pt x="14340" y="22925"/>
                  </a:lnTo>
                  <a:lnTo>
                    <a:pt x="14340" y="23019"/>
                  </a:lnTo>
                  <a:lnTo>
                    <a:pt x="14245" y="23114"/>
                  </a:lnTo>
                  <a:lnTo>
                    <a:pt x="14057" y="23019"/>
                  </a:lnTo>
                  <a:lnTo>
                    <a:pt x="13962" y="22925"/>
                  </a:lnTo>
                  <a:lnTo>
                    <a:pt x="13774" y="22925"/>
                  </a:lnTo>
                  <a:lnTo>
                    <a:pt x="13774" y="23208"/>
                  </a:lnTo>
                  <a:lnTo>
                    <a:pt x="13491" y="23114"/>
                  </a:lnTo>
                  <a:lnTo>
                    <a:pt x="13113" y="23114"/>
                  </a:lnTo>
                  <a:lnTo>
                    <a:pt x="12642" y="23208"/>
                  </a:lnTo>
                  <a:lnTo>
                    <a:pt x="12453" y="23302"/>
                  </a:lnTo>
                  <a:lnTo>
                    <a:pt x="12076" y="23208"/>
                  </a:lnTo>
                  <a:lnTo>
                    <a:pt x="11793" y="23114"/>
                  </a:lnTo>
                  <a:lnTo>
                    <a:pt x="11510" y="23585"/>
                  </a:lnTo>
                  <a:lnTo>
                    <a:pt x="11321" y="23397"/>
                  </a:lnTo>
                  <a:lnTo>
                    <a:pt x="11132" y="23302"/>
                  </a:lnTo>
                  <a:lnTo>
                    <a:pt x="10849" y="23302"/>
                  </a:lnTo>
                  <a:lnTo>
                    <a:pt x="10566" y="23397"/>
                  </a:lnTo>
                  <a:lnTo>
                    <a:pt x="10566" y="23302"/>
                  </a:lnTo>
                  <a:lnTo>
                    <a:pt x="10189" y="23302"/>
                  </a:lnTo>
                  <a:lnTo>
                    <a:pt x="9717" y="23491"/>
                  </a:lnTo>
                  <a:lnTo>
                    <a:pt x="9717" y="23302"/>
                  </a:lnTo>
                  <a:lnTo>
                    <a:pt x="9623" y="23491"/>
                  </a:lnTo>
                  <a:lnTo>
                    <a:pt x="9434" y="23680"/>
                  </a:lnTo>
                  <a:lnTo>
                    <a:pt x="9340" y="23585"/>
                  </a:lnTo>
                  <a:lnTo>
                    <a:pt x="9434" y="23585"/>
                  </a:lnTo>
                  <a:lnTo>
                    <a:pt x="9340" y="23491"/>
                  </a:lnTo>
                  <a:lnTo>
                    <a:pt x="9246" y="23491"/>
                  </a:lnTo>
                  <a:lnTo>
                    <a:pt x="9246" y="23585"/>
                  </a:lnTo>
                  <a:lnTo>
                    <a:pt x="9151" y="23491"/>
                  </a:lnTo>
                  <a:lnTo>
                    <a:pt x="8868" y="23680"/>
                  </a:lnTo>
                  <a:lnTo>
                    <a:pt x="8774" y="23680"/>
                  </a:lnTo>
                  <a:lnTo>
                    <a:pt x="8680" y="23491"/>
                  </a:lnTo>
                  <a:lnTo>
                    <a:pt x="8585" y="23585"/>
                  </a:lnTo>
                  <a:lnTo>
                    <a:pt x="8491" y="23585"/>
                  </a:lnTo>
                  <a:lnTo>
                    <a:pt x="8397" y="23491"/>
                  </a:lnTo>
                  <a:lnTo>
                    <a:pt x="8302" y="23491"/>
                  </a:lnTo>
                  <a:lnTo>
                    <a:pt x="8208" y="23302"/>
                  </a:lnTo>
                  <a:lnTo>
                    <a:pt x="8302" y="23114"/>
                  </a:lnTo>
                  <a:lnTo>
                    <a:pt x="8302" y="23114"/>
                  </a:lnTo>
                  <a:lnTo>
                    <a:pt x="8019" y="23208"/>
                  </a:lnTo>
                  <a:lnTo>
                    <a:pt x="7642" y="23208"/>
                  </a:lnTo>
                  <a:lnTo>
                    <a:pt x="7359" y="23302"/>
                  </a:lnTo>
                  <a:lnTo>
                    <a:pt x="7264" y="23302"/>
                  </a:lnTo>
                  <a:lnTo>
                    <a:pt x="7264" y="23397"/>
                  </a:lnTo>
                  <a:lnTo>
                    <a:pt x="7547" y="23397"/>
                  </a:lnTo>
                  <a:lnTo>
                    <a:pt x="7453" y="23491"/>
                  </a:lnTo>
                  <a:lnTo>
                    <a:pt x="7359" y="23491"/>
                  </a:lnTo>
                  <a:lnTo>
                    <a:pt x="7170" y="23680"/>
                  </a:lnTo>
                  <a:lnTo>
                    <a:pt x="6981" y="23397"/>
                  </a:lnTo>
                  <a:lnTo>
                    <a:pt x="6698" y="23208"/>
                  </a:lnTo>
                  <a:lnTo>
                    <a:pt x="6604" y="23114"/>
                  </a:lnTo>
                  <a:lnTo>
                    <a:pt x="6415" y="23208"/>
                  </a:lnTo>
                  <a:lnTo>
                    <a:pt x="6227" y="23302"/>
                  </a:lnTo>
                  <a:lnTo>
                    <a:pt x="6132" y="23491"/>
                  </a:lnTo>
                  <a:lnTo>
                    <a:pt x="6038" y="23491"/>
                  </a:lnTo>
                  <a:lnTo>
                    <a:pt x="6038" y="23397"/>
                  </a:lnTo>
                  <a:lnTo>
                    <a:pt x="6132" y="23208"/>
                  </a:lnTo>
                  <a:lnTo>
                    <a:pt x="5849" y="23302"/>
                  </a:lnTo>
                  <a:lnTo>
                    <a:pt x="5661" y="23397"/>
                  </a:lnTo>
                  <a:lnTo>
                    <a:pt x="5095" y="23208"/>
                  </a:lnTo>
                  <a:lnTo>
                    <a:pt x="4057" y="23019"/>
                  </a:lnTo>
                  <a:lnTo>
                    <a:pt x="2925" y="22831"/>
                  </a:lnTo>
                  <a:lnTo>
                    <a:pt x="2265" y="22831"/>
                  </a:lnTo>
                  <a:lnTo>
                    <a:pt x="2265" y="22642"/>
                  </a:lnTo>
                  <a:lnTo>
                    <a:pt x="1887" y="22642"/>
                  </a:lnTo>
                  <a:lnTo>
                    <a:pt x="1510" y="22548"/>
                  </a:lnTo>
                  <a:lnTo>
                    <a:pt x="944" y="22076"/>
                  </a:lnTo>
                  <a:lnTo>
                    <a:pt x="944" y="21887"/>
                  </a:lnTo>
                  <a:lnTo>
                    <a:pt x="1038" y="21699"/>
                  </a:lnTo>
                  <a:lnTo>
                    <a:pt x="755" y="21699"/>
                  </a:lnTo>
                  <a:lnTo>
                    <a:pt x="472" y="21793"/>
                  </a:lnTo>
                  <a:lnTo>
                    <a:pt x="95" y="22076"/>
                  </a:lnTo>
                  <a:lnTo>
                    <a:pt x="0" y="22265"/>
                  </a:lnTo>
                  <a:lnTo>
                    <a:pt x="0" y="22359"/>
                  </a:lnTo>
                  <a:lnTo>
                    <a:pt x="283" y="22453"/>
                  </a:lnTo>
                  <a:lnTo>
                    <a:pt x="189" y="22548"/>
                  </a:lnTo>
                  <a:lnTo>
                    <a:pt x="95" y="22453"/>
                  </a:lnTo>
                  <a:lnTo>
                    <a:pt x="95" y="22642"/>
                  </a:lnTo>
                  <a:lnTo>
                    <a:pt x="283" y="22642"/>
                  </a:lnTo>
                  <a:lnTo>
                    <a:pt x="566" y="22736"/>
                  </a:lnTo>
                  <a:lnTo>
                    <a:pt x="472" y="22831"/>
                  </a:lnTo>
                  <a:lnTo>
                    <a:pt x="472" y="22925"/>
                  </a:lnTo>
                  <a:lnTo>
                    <a:pt x="661" y="22736"/>
                  </a:lnTo>
                  <a:lnTo>
                    <a:pt x="755" y="22925"/>
                  </a:lnTo>
                  <a:lnTo>
                    <a:pt x="755" y="23019"/>
                  </a:lnTo>
                  <a:lnTo>
                    <a:pt x="661" y="23019"/>
                  </a:lnTo>
                  <a:lnTo>
                    <a:pt x="944" y="23114"/>
                  </a:lnTo>
                  <a:lnTo>
                    <a:pt x="1132" y="23208"/>
                  </a:lnTo>
                  <a:lnTo>
                    <a:pt x="1604" y="23397"/>
                  </a:lnTo>
                  <a:lnTo>
                    <a:pt x="1510" y="23491"/>
                  </a:lnTo>
                  <a:lnTo>
                    <a:pt x="1510" y="23585"/>
                  </a:lnTo>
                  <a:lnTo>
                    <a:pt x="1793" y="23680"/>
                  </a:lnTo>
                  <a:lnTo>
                    <a:pt x="2170" y="23774"/>
                  </a:lnTo>
                  <a:lnTo>
                    <a:pt x="2453" y="23774"/>
                  </a:lnTo>
                  <a:lnTo>
                    <a:pt x="2359" y="23868"/>
                  </a:lnTo>
                  <a:lnTo>
                    <a:pt x="2642" y="24057"/>
                  </a:lnTo>
                  <a:lnTo>
                    <a:pt x="2736" y="23868"/>
                  </a:lnTo>
                  <a:lnTo>
                    <a:pt x="3019" y="23680"/>
                  </a:lnTo>
                  <a:lnTo>
                    <a:pt x="2925" y="23963"/>
                  </a:lnTo>
                  <a:lnTo>
                    <a:pt x="2831" y="24151"/>
                  </a:lnTo>
                  <a:lnTo>
                    <a:pt x="3114" y="23868"/>
                  </a:lnTo>
                  <a:lnTo>
                    <a:pt x="3208" y="24151"/>
                  </a:lnTo>
                  <a:lnTo>
                    <a:pt x="3302" y="23963"/>
                  </a:lnTo>
                  <a:lnTo>
                    <a:pt x="3491" y="24057"/>
                  </a:lnTo>
                  <a:lnTo>
                    <a:pt x="3585" y="24340"/>
                  </a:lnTo>
                  <a:lnTo>
                    <a:pt x="3680" y="24246"/>
                  </a:lnTo>
                  <a:lnTo>
                    <a:pt x="3774" y="24057"/>
                  </a:lnTo>
                  <a:lnTo>
                    <a:pt x="3868" y="24151"/>
                  </a:lnTo>
                  <a:lnTo>
                    <a:pt x="3868" y="24340"/>
                  </a:lnTo>
                  <a:lnTo>
                    <a:pt x="4434" y="24151"/>
                  </a:lnTo>
                  <a:lnTo>
                    <a:pt x="4717" y="24057"/>
                  </a:lnTo>
                  <a:lnTo>
                    <a:pt x="4812" y="24151"/>
                  </a:lnTo>
                  <a:lnTo>
                    <a:pt x="4812" y="23868"/>
                  </a:lnTo>
                  <a:lnTo>
                    <a:pt x="5000" y="23774"/>
                  </a:lnTo>
                  <a:lnTo>
                    <a:pt x="5000" y="23868"/>
                  </a:lnTo>
                  <a:lnTo>
                    <a:pt x="4906" y="24057"/>
                  </a:lnTo>
                  <a:lnTo>
                    <a:pt x="5095" y="23963"/>
                  </a:lnTo>
                  <a:lnTo>
                    <a:pt x="5378" y="23963"/>
                  </a:lnTo>
                  <a:lnTo>
                    <a:pt x="5378" y="24151"/>
                  </a:lnTo>
                  <a:lnTo>
                    <a:pt x="5000" y="24151"/>
                  </a:lnTo>
                  <a:lnTo>
                    <a:pt x="5095" y="24246"/>
                  </a:lnTo>
                  <a:lnTo>
                    <a:pt x="5000" y="24246"/>
                  </a:lnTo>
                  <a:lnTo>
                    <a:pt x="5000" y="24434"/>
                  </a:lnTo>
                  <a:lnTo>
                    <a:pt x="5378" y="24434"/>
                  </a:lnTo>
                  <a:lnTo>
                    <a:pt x="5566" y="24246"/>
                  </a:lnTo>
                  <a:lnTo>
                    <a:pt x="5944" y="24340"/>
                  </a:lnTo>
                  <a:lnTo>
                    <a:pt x="6415" y="24340"/>
                  </a:lnTo>
                  <a:lnTo>
                    <a:pt x="6321" y="24434"/>
                  </a:lnTo>
                  <a:lnTo>
                    <a:pt x="6510" y="24434"/>
                  </a:lnTo>
                  <a:lnTo>
                    <a:pt x="6604" y="24340"/>
                  </a:lnTo>
                  <a:lnTo>
                    <a:pt x="6604" y="24246"/>
                  </a:lnTo>
                  <a:lnTo>
                    <a:pt x="6793" y="24340"/>
                  </a:lnTo>
                  <a:lnTo>
                    <a:pt x="6604" y="24434"/>
                  </a:lnTo>
                  <a:lnTo>
                    <a:pt x="6793" y="24434"/>
                  </a:lnTo>
                  <a:lnTo>
                    <a:pt x="6887" y="24340"/>
                  </a:lnTo>
                  <a:lnTo>
                    <a:pt x="6981" y="24434"/>
                  </a:lnTo>
                  <a:lnTo>
                    <a:pt x="7264" y="24434"/>
                  </a:lnTo>
                  <a:lnTo>
                    <a:pt x="7925" y="24623"/>
                  </a:lnTo>
                  <a:lnTo>
                    <a:pt x="8680" y="24623"/>
                  </a:lnTo>
                  <a:lnTo>
                    <a:pt x="9057" y="24529"/>
                  </a:lnTo>
                  <a:lnTo>
                    <a:pt x="9529" y="24529"/>
                  </a:lnTo>
                  <a:lnTo>
                    <a:pt x="10000" y="24623"/>
                  </a:lnTo>
                  <a:lnTo>
                    <a:pt x="10566" y="24717"/>
                  </a:lnTo>
                  <a:lnTo>
                    <a:pt x="11415" y="24623"/>
                  </a:lnTo>
                  <a:lnTo>
                    <a:pt x="12359" y="24529"/>
                  </a:lnTo>
                  <a:lnTo>
                    <a:pt x="12830" y="24340"/>
                  </a:lnTo>
                  <a:lnTo>
                    <a:pt x="12925" y="24529"/>
                  </a:lnTo>
                  <a:lnTo>
                    <a:pt x="13019" y="24340"/>
                  </a:lnTo>
                  <a:lnTo>
                    <a:pt x="13113" y="24529"/>
                  </a:lnTo>
                  <a:lnTo>
                    <a:pt x="13208" y="24434"/>
                  </a:lnTo>
                  <a:lnTo>
                    <a:pt x="13113" y="24340"/>
                  </a:lnTo>
                  <a:lnTo>
                    <a:pt x="13962" y="24340"/>
                  </a:lnTo>
                  <a:lnTo>
                    <a:pt x="13962" y="24434"/>
                  </a:lnTo>
                  <a:lnTo>
                    <a:pt x="13962" y="24529"/>
                  </a:lnTo>
                  <a:lnTo>
                    <a:pt x="14717" y="24246"/>
                  </a:lnTo>
                  <a:lnTo>
                    <a:pt x="15566" y="24057"/>
                  </a:lnTo>
                  <a:lnTo>
                    <a:pt x="15378" y="23963"/>
                  </a:lnTo>
                  <a:lnTo>
                    <a:pt x="15472" y="23868"/>
                  </a:lnTo>
                  <a:lnTo>
                    <a:pt x="15566" y="23963"/>
                  </a:lnTo>
                  <a:lnTo>
                    <a:pt x="15472" y="23774"/>
                  </a:lnTo>
                  <a:lnTo>
                    <a:pt x="15661" y="23868"/>
                  </a:lnTo>
                  <a:lnTo>
                    <a:pt x="15566" y="24057"/>
                  </a:lnTo>
                  <a:lnTo>
                    <a:pt x="16038" y="23963"/>
                  </a:lnTo>
                  <a:lnTo>
                    <a:pt x="16698" y="23680"/>
                  </a:lnTo>
                  <a:lnTo>
                    <a:pt x="17264" y="23397"/>
                  </a:lnTo>
                  <a:lnTo>
                    <a:pt x="17453" y="23208"/>
                  </a:lnTo>
                  <a:lnTo>
                    <a:pt x="17547" y="23019"/>
                  </a:lnTo>
                  <a:lnTo>
                    <a:pt x="17736" y="23114"/>
                  </a:lnTo>
                  <a:lnTo>
                    <a:pt x="17830" y="23114"/>
                  </a:lnTo>
                  <a:lnTo>
                    <a:pt x="18019" y="23019"/>
                  </a:lnTo>
                  <a:lnTo>
                    <a:pt x="18208" y="22736"/>
                  </a:lnTo>
                  <a:lnTo>
                    <a:pt x="18302" y="22548"/>
                  </a:lnTo>
                  <a:lnTo>
                    <a:pt x="18868" y="22359"/>
                  </a:lnTo>
                  <a:lnTo>
                    <a:pt x="19623" y="22076"/>
                  </a:lnTo>
                  <a:lnTo>
                    <a:pt x="20189" y="21699"/>
                  </a:lnTo>
                  <a:lnTo>
                    <a:pt x="20849" y="21227"/>
                  </a:lnTo>
                  <a:lnTo>
                    <a:pt x="21321" y="20755"/>
                  </a:lnTo>
                  <a:lnTo>
                    <a:pt x="21510" y="20472"/>
                  </a:lnTo>
                  <a:lnTo>
                    <a:pt x="22170" y="19906"/>
                  </a:lnTo>
                  <a:lnTo>
                    <a:pt x="22736" y="19435"/>
                  </a:lnTo>
                  <a:lnTo>
                    <a:pt x="23113" y="18963"/>
                  </a:lnTo>
                  <a:lnTo>
                    <a:pt x="23302" y="18585"/>
                  </a:lnTo>
                  <a:lnTo>
                    <a:pt x="23396" y="18774"/>
                  </a:lnTo>
                  <a:lnTo>
                    <a:pt x="23585" y="18397"/>
                  </a:lnTo>
                  <a:lnTo>
                    <a:pt x="23774" y="18114"/>
                  </a:lnTo>
                  <a:lnTo>
                    <a:pt x="24057" y="17736"/>
                  </a:lnTo>
                  <a:lnTo>
                    <a:pt x="24245" y="17453"/>
                  </a:lnTo>
                  <a:lnTo>
                    <a:pt x="24340" y="17453"/>
                  </a:lnTo>
                  <a:lnTo>
                    <a:pt x="24434" y="17359"/>
                  </a:lnTo>
                  <a:lnTo>
                    <a:pt x="24623" y="16982"/>
                  </a:lnTo>
                  <a:lnTo>
                    <a:pt x="25189" y="16227"/>
                  </a:lnTo>
                  <a:lnTo>
                    <a:pt x="25566" y="15661"/>
                  </a:lnTo>
                  <a:lnTo>
                    <a:pt x="25943" y="15189"/>
                  </a:lnTo>
                  <a:lnTo>
                    <a:pt x="26226" y="14529"/>
                  </a:lnTo>
                  <a:lnTo>
                    <a:pt x="26509" y="13680"/>
                  </a:lnTo>
                  <a:lnTo>
                    <a:pt x="26604" y="13869"/>
                  </a:lnTo>
                  <a:lnTo>
                    <a:pt x="26604" y="13586"/>
                  </a:lnTo>
                  <a:lnTo>
                    <a:pt x="26698" y="13303"/>
                  </a:lnTo>
                  <a:lnTo>
                    <a:pt x="26792" y="13303"/>
                  </a:lnTo>
                  <a:lnTo>
                    <a:pt x="26887" y="13397"/>
                  </a:lnTo>
                  <a:lnTo>
                    <a:pt x="27170" y="12831"/>
                  </a:lnTo>
                  <a:lnTo>
                    <a:pt x="27264" y="12548"/>
                  </a:lnTo>
                  <a:lnTo>
                    <a:pt x="27264" y="12454"/>
                  </a:lnTo>
                  <a:lnTo>
                    <a:pt x="26981" y="12076"/>
                  </a:lnTo>
                  <a:lnTo>
                    <a:pt x="27075" y="12171"/>
                  </a:lnTo>
                  <a:lnTo>
                    <a:pt x="27170" y="12076"/>
                  </a:lnTo>
                  <a:lnTo>
                    <a:pt x="27358" y="12076"/>
                  </a:lnTo>
                  <a:lnTo>
                    <a:pt x="27453" y="12171"/>
                  </a:lnTo>
                  <a:lnTo>
                    <a:pt x="27453" y="11982"/>
                  </a:lnTo>
                  <a:lnTo>
                    <a:pt x="27547" y="11793"/>
                  </a:lnTo>
                  <a:lnTo>
                    <a:pt x="27641" y="11793"/>
                  </a:lnTo>
                  <a:lnTo>
                    <a:pt x="27547" y="11510"/>
                  </a:lnTo>
                  <a:lnTo>
                    <a:pt x="27641" y="11133"/>
                  </a:lnTo>
                  <a:lnTo>
                    <a:pt x="27830" y="10755"/>
                  </a:lnTo>
                  <a:lnTo>
                    <a:pt x="27924" y="10661"/>
                  </a:lnTo>
                  <a:lnTo>
                    <a:pt x="28113" y="10661"/>
                  </a:lnTo>
                  <a:lnTo>
                    <a:pt x="28019" y="10378"/>
                  </a:lnTo>
                  <a:lnTo>
                    <a:pt x="28019" y="10284"/>
                  </a:lnTo>
                  <a:lnTo>
                    <a:pt x="28019" y="10095"/>
                  </a:lnTo>
                  <a:lnTo>
                    <a:pt x="28113" y="10284"/>
                  </a:lnTo>
                  <a:lnTo>
                    <a:pt x="28208" y="10001"/>
                  </a:lnTo>
                  <a:lnTo>
                    <a:pt x="28019" y="10001"/>
                  </a:lnTo>
                  <a:lnTo>
                    <a:pt x="27924" y="9906"/>
                  </a:lnTo>
                  <a:lnTo>
                    <a:pt x="28113" y="9718"/>
                  </a:lnTo>
                  <a:lnTo>
                    <a:pt x="28208" y="9718"/>
                  </a:lnTo>
                  <a:lnTo>
                    <a:pt x="28113" y="9529"/>
                  </a:lnTo>
                  <a:lnTo>
                    <a:pt x="28396" y="9529"/>
                  </a:lnTo>
                  <a:lnTo>
                    <a:pt x="28302" y="9057"/>
                  </a:lnTo>
                  <a:lnTo>
                    <a:pt x="28396" y="9057"/>
                  </a:lnTo>
                  <a:lnTo>
                    <a:pt x="28396" y="8963"/>
                  </a:lnTo>
                  <a:lnTo>
                    <a:pt x="28396" y="8774"/>
                  </a:lnTo>
                  <a:lnTo>
                    <a:pt x="28491" y="8491"/>
                  </a:lnTo>
                  <a:lnTo>
                    <a:pt x="28585" y="8114"/>
                  </a:lnTo>
                  <a:lnTo>
                    <a:pt x="28774" y="8303"/>
                  </a:lnTo>
                  <a:lnTo>
                    <a:pt x="28962" y="7454"/>
                  </a:lnTo>
                  <a:lnTo>
                    <a:pt x="29057" y="6699"/>
                  </a:lnTo>
                  <a:lnTo>
                    <a:pt x="29245" y="5661"/>
                  </a:lnTo>
                  <a:lnTo>
                    <a:pt x="29340" y="4718"/>
                  </a:lnTo>
                  <a:lnTo>
                    <a:pt x="29340" y="4341"/>
                  </a:lnTo>
                  <a:lnTo>
                    <a:pt x="29057" y="4435"/>
                  </a:lnTo>
                  <a:lnTo>
                    <a:pt x="28962" y="4435"/>
                  </a:lnTo>
                  <a:lnTo>
                    <a:pt x="28962" y="4246"/>
                  </a:lnTo>
                  <a:lnTo>
                    <a:pt x="29151" y="4341"/>
                  </a:lnTo>
                  <a:lnTo>
                    <a:pt x="29245" y="4152"/>
                  </a:lnTo>
                  <a:lnTo>
                    <a:pt x="29151" y="4152"/>
                  </a:lnTo>
                  <a:lnTo>
                    <a:pt x="29057" y="3963"/>
                  </a:lnTo>
                  <a:lnTo>
                    <a:pt x="28962" y="3680"/>
                  </a:lnTo>
                  <a:lnTo>
                    <a:pt x="28962" y="3680"/>
                  </a:lnTo>
                  <a:lnTo>
                    <a:pt x="29245" y="3774"/>
                  </a:lnTo>
                  <a:lnTo>
                    <a:pt x="29057" y="3586"/>
                  </a:lnTo>
                  <a:lnTo>
                    <a:pt x="29057" y="3397"/>
                  </a:lnTo>
                  <a:lnTo>
                    <a:pt x="29245" y="3586"/>
                  </a:lnTo>
                  <a:lnTo>
                    <a:pt x="29245" y="3491"/>
                  </a:lnTo>
                  <a:lnTo>
                    <a:pt x="29434" y="3114"/>
                  </a:lnTo>
                  <a:lnTo>
                    <a:pt x="29245" y="2925"/>
                  </a:lnTo>
                  <a:lnTo>
                    <a:pt x="28962" y="2642"/>
                  </a:lnTo>
                  <a:lnTo>
                    <a:pt x="28962" y="2642"/>
                  </a:lnTo>
                  <a:lnTo>
                    <a:pt x="29245" y="2831"/>
                  </a:lnTo>
                  <a:lnTo>
                    <a:pt x="29340" y="2737"/>
                  </a:lnTo>
                  <a:lnTo>
                    <a:pt x="29434" y="2359"/>
                  </a:lnTo>
                  <a:lnTo>
                    <a:pt x="29434" y="2265"/>
                  </a:lnTo>
                  <a:lnTo>
                    <a:pt x="29434" y="2171"/>
                  </a:lnTo>
                  <a:lnTo>
                    <a:pt x="29340" y="2171"/>
                  </a:lnTo>
                  <a:lnTo>
                    <a:pt x="28774" y="944"/>
                  </a:lnTo>
                  <a:lnTo>
                    <a:pt x="28962" y="661"/>
                  </a:lnTo>
                  <a:lnTo>
                    <a:pt x="29057" y="473"/>
                  </a:lnTo>
                  <a:lnTo>
                    <a:pt x="29151" y="473"/>
                  </a:lnTo>
                  <a:lnTo>
                    <a:pt x="28868" y="190"/>
                  </a:lnTo>
                  <a:lnTo>
                    <a:pt x="29057" y="190"/>
                  </a:lnTo>
                  <a:lnTo>
                    <a:pt x="289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1"/>
            <p:cNvSpPr/>
            <p:nvPr/>
          </p:nvSpPr>
          <p:spPr>
            <a:xfrm>
              <a:off x="1745175" y="2199475"/>
              <a:ext cx="169825" cy="162775"/>
            </a:xfrm>
            <a:custGeom>
              <a:avLst/>
              <a:gdLst/>
              <a:ahLst/>
              <a:cxnLst/>
              <a:rect l="l" t="t" r="r" b="b"/>
              <a:pathLst>
                <a:path w="6793" h="6511" extrusionOk="0">
                  <a:moveTo>
                    <a:pt x="1038" y="6416"/>
                  </a:moveTo>
                  <a:lnTo>
                    <a:pt x="1038" y="6463"/>
                  </a:lnTo>
                  <a:lnTo>
                    <a:pt x="1038" y="6463"/>
                  </a:lnTo>
                  <a:lnTo>
                    <a:pt x="943" y="6416"/>
                  </a:lnTo>
                  <a:close/>
                  <a:moveTo>
                    <a:pt x="2641" y="1"/>
                  </a:moveTo>
                  <a:lnTo>
                    <a:pt x="2641" y="190"/>
                  </a:lnTo>
                  <a:lnTo>
                    <a:pt x="2641" y="473"/>
                  </a:lnTo>
                  <a:lnTo>
                    <a:pt x="2641" y="567"/>
                  </a:lnTo>
                  <a:lnTo>
                    <a:pt x="2547" y="284"/>
                  </a:lnTo>
                  <a:lnTo>
                    <a:pt x="2547" y="756"/>
                  </a:lnTo>
                  <a:lnTo>
                    <a:pt x="2453" y="284"/>
                  </a:lnTo>
                  <a:lnTo>
                    <a:pt x="2453" y="473"/>
                  </a:lnTo>
                  <a:lnTo>
                    <a:pt x="2453" y="661"/>
                  </a:lnTo>
                  <a:lnTo>
                    <a:pt x="2075" y="1227"/>
                  </a:lnTo>
                  <a:lnTo>
                    <a:pt x="1509" y="2171"/>
                  </a:lnTo>
                  <a:lnTo>
                    <a:pt x="849" y="3114"/>
                  </a:lnTo>
                  <a:lnTo>
                    <a:pt x="377" y="3774"/>
                  </a:lnTo>
                  <a:lnTo>
                    <a:pt x="283" y="4152"/>
                  </a:lnTo>
                  <a:lnTo>
                    <a:pt x="472" y="4246"/>
                  </a:lnTo>
                  <a:lnTo>
                    <a:pt x="472" y="4340"/>
                  </a:lnTo>
                  <a:lnTo>
                    <a:pt x="377" y="4435"/>
                  </a:lnTo>
                  <a:lnTo>
                    <a:pt x="283" y="4435"/>
                  </a:lnTo>
                  <a:lnTo>
                    <a:pt x="566" y="4529"/>
                  </a:lnTo>
                  <a:lnTo>
                    <a:pt x="472" y="4435"/>
                  </a:lnTo>
                  <a:lnTo>
                    <a:pt x="566" y="4435"/>
                  </a:lnTo>
                  <a:lnTo>
                    <a:pt x="849" y="4623"/>
                  </a:lnTo>
                  <a:lnTo>
                    <a:pt x="566" y="4623"/>
                  </a:lnTo>
                  <a:lnTo>
                    <a:pt x="472" y="4812"/>
                  </a:lnTo>
                  <a:lnTo>
                    <a:pt x="377" y="5284"/>
                  </a:lnTo>
                  <a:lnTo>
                    <a:pt x="283" y="5944"/>
                  </a:lnTo>
                  <a:lnTo>
                    <a:pt x="189" y="6133"/>
                  </a:lnTo>
                  <a:lnTo>
                    <a:pt x="0" y="6227"/>
                  </a:lnTo>
                  <a:lnTo>
                    <a:pt x="566" y="6416"/>
                  </a:lnTo>
                  <a:lnTo>
                    <a:pt x="1038" y="6494"/>
                  </a:lnTo>
                  <a:lnTo>
                    <a:pt x="1038" y="6494"/>
                  </a:lnTo>
                  <a:lnTo>
                    <a:pt x="1038" y="6510"/>
                  </a:lnTo>
                  <a:lnTo>
                    <a:pt x="1051" y="6497"/>
                  </a:lnTo>
                  <a:lnTo>
                    <a:pt x="1051" y="6497"/>
                  </a:lnTo>
                  <a:lnTo>
                    <a:pt x="1132" y="6510"/>
                  </a:lnTo>
                  <a:lnTo>
                    <a:pt x="1069" y="6479"/>
                  </a:lnTo>
                  <a:lnTo>
                    <a:pt x="1069" y="6479"/>
                  </a:lnTo>
                  <a:lnTo>
                    <a:pt x="1132" y="6416"/>
                  </a:lnTo>
                  <a:lnTo>
                    <a:pt x="1226" y="6133"/>
                  </a:lnTo>
                  <a:lnTo>
                    <a:pt x="1226" y="5944"/>
                  </a:lnTo>
                  <a:lnTo>
                    <a:pt x="1038" y="5755"/>
                  </a:lnTo>
                  <a:lnTo>
                    <a:pt x="1415" y="5755"/>
                  </a:lnTo>
                  <a:lnTo>
                    <a:pt x="1321" y="5661"/>
                  </a:lnTo>
                  <a:lnTo>
                    <a:pt x="1415" y="5661"/>
                  </a:lnTo>
                  <a:lnTo>
                    <a:pt x="1604" y="5755"/>
                  </a:lnTo>
                  <a:lnTo>
                    <a:pt x="1415" y="5567"/>
                  </a:lnTo>
                  <a:lnTo>
                    <a:pt x="1038" y="5189"/>
                  </a:lnTo>
                  <a:lnTo>
                    <a:pt x="1226" y="5284"/>
                  </a:lnTo>
                  <a:lnTo>
                    <a:pt x="1604" y="5378"/>
                  </a:lnTo>
                  <a:lnTo>
                    <a:pt x="2264" y="3491"/>
                  </a:lnTo>
                  <a:lnTo>
                    <a:pt x="3019" y="1605"/>
                  </a:lnTo>
                  <a:lnTo>
                    <a:pt x="3019" y="1888"/>
                  </a:lnTo>
                  <a:lnTo>
                    <a:pt x="3113" y="1699"/>
                  </a:lnTo>
                  <a:lnTo>
                    <a:pt x="3113" y="1888"/>
                  </a:lnTo>
                  <a:lnTo>
                    <a:pt x="3302" y="1699"/>
                  </a:lnTo>
                  <a:lnTo>
                    <a:pt x="3208" y="1888"/>
                  </a:lnTo>
                  <a:lnTo>
                    <a:pt x="3302" y="1982"/>
                  </a:lnTo>
                  <a:lnTo>
                    <a:pt x="3585" y="2076"/>
                  </a:lnTo>
                  <a:lnTo>
                    <a:pt x="3962" y="2171"/>
                  </a:lnTo>
                  <a:lnTo>
                    <a:pt x="4340" y="1982"/>
                  </a:lnTo>
                  <a:lnTo>
                    <a:pt x="4151" y="2171"/>
                  </a:lnTo>
                  <a:lnTo>
                    <a:pt x="4151" y="2359"/>
                  </a:lnTo>
                  <a:lnTo>
                    <a:pt x="4151" y="2454"/>
                  </a:lnTo>
                  <a:lnTo>
                    <a:pt x="4245" y="2548"/>
                  </a:lnTo>
                  <a:lnTo>
                    <a:pt x="4623" y="2548"/>
                  </a:lnTo>
                  <a:lnTo>
                    <a:pt x="4811" y="2359"/>
                  </a:lnTo>
                  <a:lnTo>
                    <a:pt x="5000" y="2642"/>
                  </a:lnTo>
                  <a:lnTo>
                    <a:pt x="5283" y="3020"/>
                  </a:lnTo>
                  <a:lnTo>
                    <a:pt x="5755" y="3208"/>
                  </a:lnTo>
                  <a:lnTo>
                    <a:pt x="6132" y="3208"/>
                  </a:lnTo>
                  <a:lnTo>
                    <a:pt x="6038" y="3397"/>
                  </a:lnTo>
                  <a:lnTo>
                    <a:pt x="6038" y="3586"/>
                  </a:lnTo>
                  <a:lnTo>
                    <a:pt x="6132" y="3680"/>
                  </a:lnTo>
                  <a:lnTo>
                    <a:pt x="6321" y="3680"/>
                  </a:lnTo>
                  <a:lnTo>
                    <a:pt x="6698" y="3586"/>
                  </a:lnTo>
                  <a:lnTo>
                    <a:pt x="6698" y="3869"/>
                  </a:lnTo>
                  <a:lnTo>
                    <a:pt x="6509" y="3963"/>
                  </a:lnTo>
                  <a:lnTo>
                    <a:pt x="6509" y="3963"/>
                  </a:lnTo>
                  <a:lnTo>
                    <a:pt x="6792" y="3869"/>
                  </a:lnTo>
                  <a:lnTo>
                    <a:pt x="6792" y="3491"/>
                  </a:lnTo>
                  <a:lnTo>
                    <a:pt x="6698" y="3397"/>
                  </a:lnTo>
                  <a:lnTo>
                    <a:pt x="6509" y="3586"/>
                  </a:lnTo>
                  <a:lnTo>
                    <a:pt x="6509" y="3586"/>
                  </a:lnTo>
                  <a:lnTo>
                    <a:pt x="6604" y="3303"/>
                  </a:lnTo>
                  <a:lnTo>
                    <a:pt x="6604" y="3114"/>
                  </a:lnTo>
                  <a:lnTo>
                    <a:pt x="6509" y="3020"/>
                  </a:lnTo>
                  <a:lnTo>
                    <a:pt x="6226" y="3020"/>
                  </a:lnTo>
                  <a:lnTo>
                    <a:pt x="5849" y="3114"/>
                  </a:lnTo>
                  <a:lnTo>
                    <a:pt x="5849" y="3114"/>
                  </a:lnTo>
                  <a:lnTo>
                    <a:pt x="5943" y="2831"/>
                  </a:lnTo>
                  <a:lnTo>
                    <a:pt x="5943" y="2925"/>
                  </a:lnTo>
                  <a:lnTo>
                    <a:pt x="6132" y="2548"/>
                  </a:lnTo>
                  <a:lnTo>
                    <a:pt x="5660" y="2359"/>
                  </a:lnTo>
                  <a:lnTo>
                    <a:pt x="5283" y="2171"/>
                  </a:lnTo>
                  <a:lnTo>
                    <a:pt x="4906" y="2171"/>
                  </a:lnTo>
                  <a:lnTo>
                    <a:pt x="4906" y="1699"/>
                  </a:lnTo>
                  <a:lnTo>
                    <a:pt x="5094" y="1322"/>
                  </a:lnTo>
                  <a:lnTo>
                    <a:pt x="4717" y="1605"/>
                  </a:lnTo>
                  <a:lnTo>
                    <a:pt x="4811" y="1322"/>
                  </a:lnTo>
                  <a:lnTo>
                    <a:pt x="4811" y="1322"/>
                  </a:lnTo>
                  <a:lnTo>
                    <a:pt x="4717" y="1416"/>
                  </a:lnTo>
                  <a:lnTo>
                    <a:pt x="4434" y="1605"/>
                  </a:lnTo>
                  <a:lnTo>
                    <a:pt x="4623" y="1322"/>
                  </a:lnTo>
                  <a:lnTo>
                    <a:pt x="4623" y="1227"/>
                  </a:lnTo>
                  <a:lnTo>
                    <a:pt x="4528" y="1133"/>
                  </a:lnTo>
                  <a:lnTo>
                    <a:pt x="4340" y="1322"/>
                  </a:lnTo>
                  <a:lnTo>
                    <a:pt x="4340" y="1510"/>
                  </a:lnTo>
                  <a:lnTo>
                    <a:pt x="4245" y="1322"/>
                  </a:lnTo>
                  <a:lnTo>
                    <a:pt x="4151" y="1227"/>
                  </a:lnTo>
                  <a:lnTo>
                    <a:pt x="3868" y="944"/>
                  </a:lnTo>
                  <a:lnTo>
                    <a:pt x="3208" y="567"/>
                  </a:lnTo>
                  <a:lnTo>
                    <a:pt x="2925" y="378"/>
                  </a:lnTo>
                  <a:lnTo>
                    <a:pt x="27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" name="Google Shape;54;p11"/>
          <p:cNvSpPr/>
          <p:nvPr/>
        </p:nvSpPr>
        <p:spPr>
          <a:xfrm>
            <a:off x="1052380" y="2429862"/>
            <a:ext cx="1442481" cy="102978"/>
          </a:xfrm>
          <a:custGeom>
            <a:avLst/>
            <a:gdLst/>
            <a:ahLst/>
            <a:cxnLst/>
            <a:rect l="l" t="t" r="r" b="b"/>
            <a:pathLst>
              <a:path w="27831" h="2831" extrusionOk="0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1"/>
          <p:cNvSpPr/>
          <p:nvPr/>
        </p:nvSpPr>
        <p:spPr>
          <a:xfrm>
            <a:off x="4045614" y="719848"/>
            <a:ext cx="1052762" cy="922444"/>
          </a:xfrm>
          <a:custGeom>
            <a:avLst/>
            <a:gdLst/>
            <a:ahLst/>
            <a:cxnLst/>
            <a:rect l="l" t="t" r="r" b="b"/>
            <a:pathLst>
              <a:path w="17495" h="15330" extrusionOk="0">
                <a:moveTo>
                  <a:pt x="4648" y="1412"/>
                </a:moveTo>
                <a:lnTo>
                  <a:pt x="4526" y="1485"/>
                </a:lnTo>
                <a:lnTo>
                  <a:pt x="4429" y="1558"/>
                </a:lnTo>
                <a:lnTo>
                  <a:pt x="4258" y="1728"/>
                </a:lnTo>
                <a:lnTo>
                  <a:pt x="4185" y="1825"/>
                </a:lnTo>
                <a:lnTo>
                  <a:pt x="4112" y="1947"/>
                </a:lnTo>
                <a:lnTo>
                  <a:pt x="3869" y="1947"/>
                </a:lnTo>
                <a:lnTo>
                  <a:pt x="3893" y="1898"/>
                </a:lnTo>
                <a:lnTo>
                  <a:pt x="4015" y="1679"/>
                </a:lnTo>
                <a:lnTo>
                  <a:pt x="4088" y="1436"/>
                </a:lnTo>
                <a:lnTo>
                  <a:pt x="4088" y="1412"/>
                </a:lnTo>
                <a:close/>
                <a:moveTo>
                  <a:pt x="4939" y="1412"/>
                </a:moveTo>
                <a:lnTo>
                  <a:pt x="4867" y="1509"/>
                </a:lnTo>
                <a:lnTo>
                  <a:pt x="4818" y="1631"/>
                </a:lnTo>
                <a:lnTo>
                  <a:pt x="4794" y="1752"/>
                </a:lnTo>
                <a:lnTo>
                  <a:pt x="4769" y="1898"/>
                </a:lnTo>
                <a:lnTo>
                  <a:pt x="4769" y="1947"/>
                </a:lnTo>
                <a:lnTo>
                  <a:pt x="4380" y="1947"/>
                </a:lnTo>
                <a:lnTo>
                  <a:pt x="4404" y="1898"/>
                </a:lnTo>
                <a:lnTo>
                  <a:pt x="4526" y="1679"/>
                </a:lnTo>
                <a:lnTo>
                  <a:pt x="4672" y="1436"/>
                </a:lnTo>
                <a:lnTo>
                  <a:pt x="4672" y="1412"/>
                </a:lnTo>
                <a:close/>
                <a:moveTo>
                  <a:pt x="5815" y="1387"/>
                </a:moveTo>
                <a:lnTo>
                  <a:pt x="5645" y="1558"/>
                </a:lnTo>
                <a:lnTo>
                  <a:pt x="5475" y="1704"/>
                </a:lnTo>
                <a:lnTo>
                  <a:pt x="5402" y="1825"/>
                </a:lnTo>
                <a:lnTo>
                  <a:pt x="5304" y="1947"/>
                </a:lnTo>
                <a:lnTo>
                  <a:pt x="5037" y="1947"/>
                </a:lnTo>
                <a:lnTo>
                  <a:pt x="5037" y="1898"/>
                </a:lnTo>
                <a:lnTo>
                  <a:pt x="5061" y="1777"/>
                </a:lnTo>
                <a:lnTo>
                  <a:pt x="5085" y="1631"/>
                </a:lnTo>
                <a:lnTo>
                  <a:pt x="5183" y="1387"/>
                </a:lnTo>
                <a:close/>
                <a:moveTo>
                  <a:pt x="3407" y="1412"/>
                </a:moveTo>
                <a:lnTo>
                  <a:pt x="3285" y="1533"/>
                </a:lnTo>
                <a:lnTo>
                  <a:pt x="3188" y="1679"/>
                </a:lnTo>
                <a:lnTo>
                  <a:pt x="3090" y="1825"/>
                </a:lnTo>
                <a:lnTo>
                  <a:pt x="3042" y="1971"/>
                </a:lnTo>
                <a:lnTo>
                  <a:pt x="2774" y="1971"/>
                </a:lnTo>
                <a:lnTo>
                  <a:pt x="2847" y="1801"/>
                </a:lnTo>
                <a:lnTo>
                  <a:pt x="3042" y="1412"/>
                </a:lnTo>
                <a:close/>
                <a:moveTo>
                  <a:pt x="4039" y="1412"/>
                </a:moveTo>
                <a:lnTo>
                  <a:pt x="3966" y="1509"/>
                </a:lnTo>
                <a:lnTo>
                  <a:pt x="3893" y="1606"/>
                </a:lnTo>
                <a:lnTo>
                  <a:pt x="3747" y="1801"/>
                </a:lnTo>
                <a:lnTo>
                  <a:pt x="3626" y="1947"/>
                </a:lnTo>
                <a:lnTo>
                  <a:pt x="3334" y="1971"/>
                </a:lnTo>
                <a:lnTo>
                  <a:pt x="3455" y="1679"/>
                </a:lnTo>
                <a:lnTo>
                  <a:pt x="3601" y="1412"/>
                </a:lnTo>
                <a:close/>
                <a:moveTo>
                  <a:pt x="2239" y="1412"/>
                </a:moveTo>
                <a:lnTo>
                  <a:pt x="2068" y="1533"/>
                </a:lnTo>
                <a:lnTo>
                  <a:pt x="1947" y="1679"/>
                </a:lnTo>
                <a:lnTo>
                  <a:pt x="1801" y="1825"/>
                </a:lnTo>
                <a:lnTo>
                  <a:pt x="1679" y="1971"/>
                </a:lnTo>
                <a:lnTo>
                  <a:pt x="1509" y="1996"/>
                </a:lnTo>
                <a:lnTo>
                  <a:pt x="1655" y="1704"/>
                </a:lnTo>
                <a:lnTo>
                  <a:pt x="1849" y="1436"/>
                </a:lnTo>
                <a:lnTo>
                  <a:pt x="2166" y="1412"/>
                </a:lnTo>
                <a:close/>
                <a:moveTo>
                  <a:pt x="2896" y="1412"/>
                </a:moveTo>
                <a:lnTo>
                  <a:pt x="2774" y="1558"/>
                </a:lnTo>
                <a:lnTo>
                  <a:pt x="2677" y="1704"/>
                </a:lnTo>
                <a:lnTo>
                  <a:pt x="2579" y="1850"/>
                </a:lnTo>
                <a:lnTo>
                  <a:pt x="2506" y="1996"/>
                </a:lnTo>
                <a:lnTo>
                  <a:pt x="2214" y="1971"/>
                </a:lnTo>
                <a:lnTo>
                  <a:pt x="1995" y="1971"/>
                </a:lnTo>
                <a:lnTo>
                  <a:pt x="2239" y="1679"/>
                </a:lnTo>
                <a:lnTo>
                  <a:pt x="2482" y="1412"/>
                </a:lnTo>
                <a:close/>
                <a:moveTo>
                  <a:pt x="7056" y="1387"/>
                </a:moveTo>
                <a:lnTo>
                  <a:pt x="6935" y="1558"/>
                </a:lnTo>
                <a:lnTo>
                  <a:pt x="6667" y="1898"/>
                </a:lnTo>
                <a:lnTo>
                  <a:pt x="6594" y="1996"/>
                </a:lnTo>
                <a:lnTo>
                  <a:pt x="6278" y="1971"/>
                </a:lnTo>
                <a:lnTo>
                  <a:pt x="6302" y="1898"/>
                </a:lnTo>
                <a:lnTo>
                  <a:pt x="6594" y="1436"/>
                </a:lnTo>
                <a:lnTo>
                  <a:pt x="6570" y="1412"/>
                </a:lnTo>
                <a:lnTo>
                  <a:pt x="6545" y="1412"/>
                </a:lnTo>
                <a:lnTo>
                  <a:pt x="6351" y="1582"/>
                </a:lnTo>
                <a:lnTo>
                  <a:pt x="6156" y="1777"/>
                </a:lnTo>
                <a:lnTo>
                  <a:pt x="6083" y="1874"/>
                </a:lnTo>
                <a:lnTo>
                  <a:pt x="6010" y="1971"/>
                </a:lnTo>
                <a:lnTo>
                  <a:pt x="5596" y="1971"/>
                </a:lnTo>
                <a:lnTo>
                  <a:pt x="5694" y="1801"/>
                </a:lnTo>
                <a:lnTo>
                  <a:pt x="5840" y="1606"/>
                </a:lnTo>
                <a:lnTo>
                  <a:pt x="5986" y="1387"/>
                </a:lnTo>
                <a:close/>
                <a:moveTo>
                  <a:pt x="7665" y="1387"/>
                </a:moveTo>
                <a:lnTo>
                  <a:pt x="7519" y="1509"/>
                </a:lnTo>
                <a:lnTo>
                  <a:pt x="7373" y="1655"/>
                </a:lnTo>
                <a:lnTo>
                  <a:pt x="7251" y="1825"/>
                </a:lnTo>
                <a:lnTo>
                  <a:pt x="7154" y="1996"/>
                </a:lnTo>
                <a:lnTo>
                  <a:pt x="6910" y="1996"/>
                </a:lnTo>
                <a:lnTo>
                  <a:pt x="7056" y="1777"/>
                </a:lnTo>
                <a:lnTo>
                  <a:pt x="7348" y="1387"/>
                </a:lnTo>
                <a:close/>
                <a:moveTo>
                  <a:pt x="15135" y="1412"/>
                </a:moveTo>
                <a:lnTo>
                  <a:pt x="15281" y="1436"/>
                </a:lnTo>
                <a:lnTo>
                  <a:pt x="15524" y="1436"/>
                </a:lnTo>
                <a:lnTo>
                  <a:pt x="15475" y="1509"/>
                </a:lnTo>
                <a:lnTo>
                  <a:pt x="15232" y="1728"/>
                </a:lnTo>
                <a:lnTo>
                  <a:pt x="15135" y="1874"/>
                </a:lnTo>
                <a:lnTo>
                  <a:pt x="15037" y="1996"/>
                </a:lnTo>
                <a:lnTo>
                  <a:pt x="14697" y="1996"/>
                </a:lnTo>
                <a:lnTo>
                  <a:pt x="14794" y="1898"/>
                </a:lnTo>
                <a:lnTo>
                  <a:pt x="14989" y="1655"/>
                </a:lnTo>
                <a:lnTo>
                  <a:pt x="15135" y="1412"/>
                </a:lnTo>
                <a:close/>
                <a:moveTo>
                  <a:pt x="15865" y="1436"/>
                </a:moveTo>
                <a:lnTo>
                  <a:pt x="16254" y="1460"/>
                </a:lnTo>
                <a:lnTo>
                  <a:pt x="16278" y="1460"/>
                </a:lnTo>
                <a:lnTo>
                  <a:pt x="16157" y="1606"/>
                </a:lnTo>
                <a:lnTo>
                  <a:pt x="16035" y="1801"/>
                </a:lnTo>
                <a:lnTo>
                  <a:pt x="15913" y="1996"/>
                </a:lnTo>
                <a:lnTo>
                  <a:pt x="15427" y="1996"/>
                </a:lnTo>
                <a:lnTo>
                  <a:pt x="15646" y="1728"/>
                </a:lnTo>
                <a:lnTo>
                  <a:pt x="15865" y="1436"/>
                </a:lnTo>
                <a:close/>
                <a:moveTo>
                  <a:pt x="8176" y="1387"/>
                </a:moveTo>
                <a:lnTo>
                  <a:pt x="8030" y="1533"/>
                </a:lnTo>
                <a:lnTo>
                  <a:pt x="7884" y="1679"/>
                </a:lnTo>
                <a:lnTo>
                  <a:pt x="7665" y="2020"/>
                </a:lnTo>
                <a:lnTo>
                  <a:pt x="7494" y="2020"/>
                </a:lnTo>
                <a:lnTo>
                  <a:pt x="7640" y="1704"/>
                </a:lnTo>
                <a:lnTo>
                  <a:pt x="7786" y="1387"/>
                </a:lnTo>
                <a:close/>
                <a:moveTo>
                  <a:pt x="8687" y="1387"/>
                </a:moveTo>
                <a:lnTo>
                  <a:pt x="8638" y="1436"/>
                </a:lnTo>
                <a:lnTo>
                  <a:pt x="8419" y="1679"/>
                </a:lnTo>
                <a:lnTo>
                  <a:pt x="8322" y="1825"/>
                </a:lnTo>
                <a:lnTo>
                  <a:pt x="8224" y="1971"/>
                </a:lnTo>
                <a:lnTo>
                  <a:pt x="8224" y="2020"/>
                </a:lnTo>
                <a:lnTo>
                  <a:pt x="8005" y="2020"/>
                </a:lnTo>
                <a:lnTo>
                  <a:pt x="8200" y="1704"/>
                </a:lnTo>
                <a:lnTo>
                  <a:pt x="8273" y="1558"/>
                </a:lnTo>
                <a:lnTo>
                  <a:pt x="8346" y="1387"/>
                </a:lnTo>
                <a:close/>
                <a:moveTo>
                  <a:pt x="9441" y="1387"/>
                </a:moveTo>
                <a:lnTo>
                  <a:pt x="9271" y="1558"/>
                </a:lnTo>
                <a:lnTo>
                  <a:pt x="9125" y="1752"/>
                </a:lnTo>
                <a:lnTo>
                  <a:pt x="9027" y="1874"/>
                </a:lnTo>
                <a:lnTo>
                  <a:pt x="8930" y="2020"/>
                </a:lnTo>
                <a:lnTo>
                  <a:pt x="8468" y="2020"/>
                </a:lnTo>
                <a:lnTo>
                  <a:pt x="8565" y="1923"/>
                </a:lnTo>
                <a:lnTo>
                  <a:pt x="8833" y="1631"/>
                </a:lnTo>
                <a:lnTo>
                  <a:pt x="8954" y="1509"/>
                </a:lnTo>
                <a:lnTo>
                  <a:pt x="9076" y="1387"/>
                </a:lnTo>
                <a:close/>
                <a:moveTo>
                  <a:pt x="10220" y="1363"/>
                </a:moveTo>
                <a:lnTo>
                  <a:pt x="10074" y="1436"/>
                </a:lnTo>
                <a:lnTo>
                  <a:pt x="9952" y="1558"/>
                </a:lnTo>
                <a:lnTo>
                  <a:pt x="9757" y="1801"/>
                </a:lnTo>
                <a:lnTo>
                  <a:pt x="9587" y="2020"/>
                </a:lnTo>
                <a:lnTo>
                  <a:pt x="9271" y="2020"/>
                </a:lnTo>
                <a:lnTo>
                  <a:pt x="9368" y="1874"/>
                </a:lnTo>
                <a:lnTo>
                  <a:pt x="9514" y="1631"/>
                </a:lnTo>
                <a:lnTo>
                  <a:pt x="9587" y="1509"/>
                </a:lnTo>
                <a:lnTo>
                  <a:pt x="9636" y="1387"/>
                </a:lnTo>
                <a:lnTo>
                  <a:pt x="10220" y="1363"/>
                </a:lnTo>
                <a:close/>
                <a:moveTo>
                  <a:pt x="11436" y="1339"/>
                </a:moveTo>
                <a:lnTo>
                  <a:pt x="11290" y="1558"/>
                </a:lnTo>
                <a:lnTo>
                  <a:pt x="11120" y="1777"/>
                </a:lnTo>
                <a:lnTo>
                  <a:pt x="11047" y="1898"/>
                </a:lnTo>
                <a:lnTo>
                  <a:pt x="10998" y="2020"/>
                </a:lnTo>
                <a:lnTo>
                  <a:pt x="10609" y="2020"/>
                </a:lnTo>
                <a:lnTo>
                  <a:pt x="10755" y="1874"/>
                </a:lnTo>
                <a:lnTo>
                  <a:pt x="10877" y="1728"/>
                </a:lnTo>
                <a:lnTo>
                  <a:pt x="10950" y="1582"/>
                </a:lnTo>
                <a:lnTo>
                  <a:pt x="11023" y="1412"/>
                </a:lnTo>
                <a:lnTo>
                  <a:pt x="10998" y="1363"/>
                </a:lnTo>
                <a:lnTo>
                  <a:pt x="10950" y="1363"/>
                </a:lnTo>
                <a:lnTo>
                  <a:pt x="10585" y="1679"/>
                </a:lnTo>
                <a:lnTo>
                  <a:pt x="10244" y="2020"/>
                </a:lnTo>
                <a:lnTo>
                  <a:pt x="9830" y="2020"/>
                </a:lnTo>
                <a:lnTo>
                  <a:pt x="9952" y="1850"/>
                </a:lnTo>
                <a:lnTo>
                  <a:pt x="10074" y="1704"/>
                </a:lnTo>
                <a:lnTo>
                  <a:pt x="10195" y="1533"/>
                </a:lnTo>
                <a:lnTo>
                  <a:pt x="10317" y="1363"/>
                </a:lnTo>
                <a:lnTo>
                  <a:pt x="11436" y="1339"/>
                </a:lnTo>
                <a:close/>
                <a:moveTo>
                  <a:pt x="11996" y="1339"/>
                </a:moveTo>
                <a:lnTo>
                  <a:pt x="11874" y="1485"/>
                </a:lnTo>
                <a:lnTo>
                  <a:pt x="11777" y="1655"/>
                </a:lnTo>
                <a:lnTo>
                  <a:pt x="11704" y="1850"/>
                </a:lnTo>
                <a:lnTo>
                  <a:pt x="11680" y="2020"/>
                </a:lnTo>
                <a:lnTo>
                  <a:pt x="11290" y="2020"/>
                </a:lnTo>
                <a:lnTo>
                  <a:pt x="11388" y="1850"/>
                </a:lnTo>
                <a:lnTo>
                  <a:pt x="11485" y="1679"/>
                </a:lnTo>
                <a:lnTo>
                  <a:pt x="11558" y="1509"/>
                </a:lnTo>
                <a:lnTo>
                  <a:pt x="11631" y="1339"/>
                </a:lnTo>
                <a:close/>
                <a:moveTo>
                  <a:pt x="12993" y="1314"/>
                </a:moveTo>
                <a:lnTo>
                  <a:pt x="12823" y="1485"/>
                </a:lnTo>
                <a:lnTo>
                  <a:pt x="12653" y="1655"/>
                </a:lnTo>
                <a:lnTo>
                  <a:pt x="12507" y="1801"/>
                </a:lnTo>
                <a:lnTo>
                  <a:pt x="12434" y="1898"/>
                </a:lnTo>
                <a:lnTo>
                  <a:pt x="12385" y="2020"/>
                </a:lnTo>
                <a:lnTo>
                  <a:pt x="11972" y="2020"/>
                </a:lnTo>
                <a:lnTo>
                  <a:pt x="12045" y="1801"/>
                </a:lnTo>
                <a:lnTo>
                  <a:pt x="12166" y="1582"/>
                </a:lnTo>
                <a:lnTo>
                  <a:pt x="12312" y="1314"/>
                </a:lnTo>
                <a:close/>
                <a:moveTo>
                  <a:pt x="13115" y="1314"/>
                </a:moveTo>
                <a:lnTo>
                  <a:pt x="13602" y="1339"/>
                </a:lnTo>
                <a:lnTo>
                  <a:pt x="13407" y="1582"/>
                </a:lnTo>
                <a:lnTo>
                  <a:pt x="13261" y="1777"/>
                </a:lnTo>
                <a:lnTo>
                  <a:pt x="13188" y="1898"/>
                </a:lnTo>
                <a:lnTo>
                  <a:pt x="13139" y="2020"/>
                </a:lnTo>
                <a:lnTo>
                  <a:pt x="12677" y="2020"/>
                </a:lnTo>
                <a:lnTo>
                  <a:pt x="12775" y="1825"/>
                </a:lnTo>
                <a:lnTo>
                  <a:pt x="13115" y="1314"/>
                </a:lnTo>
                <a:close/>
                <a:moveTo>
                  <a:pt x="13796" y="1339"/>
                </a:moveTo>
                <a:lnTo>
                  <a:pt x="14137" y="1363"/>
                </a:lnTo>
                <a:lnTo>
                  <a:pt x="13894" y="1631"/>
                </a:lnTo>
                <a:lnTo>
                  <a:pt x="13748" y="1801"/>
                </a:lnTo>
                <a:lnTo>
                  <a:pt x="13699" y="1898"/>
                </a:lnTo>
                <a:lnTo>
                  <a:pt x="13675" y="2020"/>
                </a:lnTo>
                <a:lnTo>
                  <a:pt x="13431" y="2020"/>
                </a:lnTo>
                <a:lnTo>
                  <a:pt x="13553" y="1752"/>
                </a:lnTo>
                <a:lnTo>
                  <a:pt x="13796" y="1339"/>
                </a:lnTo>
                <a:close/>
                <a:moveTo>
                  <a:pt x="14259" y="1387"/>
                </a:moveTo>
                <a:lnTo>
                  <a:pt x="15013" y="1412"/>
                </a:lnTo>
                <a:lnTo>
                  <a:pt x="14794" y="1606"/>
                </a:lnTo>
                <a:lnTo>
                  <a:pt x="14599" y="1801"/>
                </a:lnTo>
                <a:lnTo>
                  <a:pt x="14502" y="1898"/>
                </a:lnTo>
                <a:lnTo>
                  <a:pt x="14405" y="2020"/>
                </a:lnTo>
                <a:lnTo>
                  <a:pt x="13918" y="2020"/>
                </a:lnTo>
                <a:lnTo>
                  <a:pt x="14015" y="1850"/>
                </a:lnTo>
                <a:lnTo>
                  <a:pt x="14088" y="1704"/>
                </a:lnTo>
                <a:lnTo>
                  <a:pt x="14259" y="1387"/>
                </a:lnTo>
                <a:close/>
                <a:moveTo>
                  <a:pt x="16643" y="1412"/>
                </a:moveTo>
                <a:lnTo>
                  <a:pt x="16789" y="1436"/>
                </a:lnTo>
                <a:lnTo>
                  <a:pt x="16838" y="1460"/>
                </a:lnTo>
                <a:lnTo>
                  <a:pt x="16911" y="1485"/>
                </a:lnTo>
                <a:lnTo>
                  <a:pt x="16643" y="1679"/>
                </a:lnTo>
                <a:lnTo>
                  <a:pt x="16424" y="1898"/>
                </a:lnTo>
                <a:lnTo>
                  <a:pt x="16278" y="2044"/>
                </a:lnTo>
                <a:lnTo>
                  <a:pt x="16230" y="2020"/>
                </a:lnTo>
                <a:lnTo>
                  <a:pt x="16157" y="1996"/>
                </a:lnTo>
                <a:lnTo>
                  <a:pt x="16303" y="1728"/>
                </a:lnTo>
                <a:lnTo>
                  <a:pt x="16497" y="1436"/>
                </a:lnTo>
                <a:lnTo>
                  <a:pt x="16643" y="1412"/>
                </a:lnTo>
                <a:close/>
                <a:moveTo>
                  <a:pt x="389" y="1387"/>
                </a:moveTo>
                <a:lnTo>
                  <a:pt x="657" y="1436"/>
                </a:lnTo>
                <a:lnTo>
                  <a:pt x="973" y="1460"/>
                </a:lnTo>
                <a:lnTo>
                  <a:pt x="803" y="1606"/>
                </a:lnTo>
                <a:lnTo>
                  <a:pt x="657" y="1752"/>
                </a:lnTo>
                <a:lnTo>
                  <a:pt x="535" y="1923"/>
                </a:lnTo>
                <a:lnTo>
                  <a:pt x="487" y="1996"/>
                </a:lnTo>
                <a:lnTo>
                  <a:pt x="438" y="2069"/>
                </a:lnTo>
                <a:lnTo>
                  <a:pt x="438" y="1679"/>
                </a:lnTo>
                <a:lnTo>
                  <a:pt x="389" y="1387"/>
                </a:lnTo>
                <a:close/>
                <a:moveTo>
                  <a:pt x="1655" y="1436"/>
                </a:moveTo>
                <a:lnTo>
                  <a:pt x="1509" y="1558"/>
                </a:lnTo>
                <a:lnTo>
                  <a:pt x="1363" y="1728"/>
                </a:lnTo>
                <a:lnTo>
                  <a:pt x="1241" y="1898"/>
                </a:lnTo>
                <a:lnTo>
                  <a:pt x="1168" y="2093"/>
                </a:lnTo>
                <a:lnTo>
                  <a:pt x="1144" y="2093"/>
                </a:lnTo>
                <a:lnTo>
                  <a:pt x="1095" y="2142"/>
                </a:lnTo>
                <a:lnTo>
                  <a:pt x="1071" y="2190"/>
                </a:lnTo>
                <a:lnTo>
                  <a:pt x="1071" y="2239"/>
                </a:lnTo>
                <a:lnTo>
                  <a:pt x="1071" y="2288"/>
                </a:lnTo>
                <a:lnTo>
                  <a:pt x="1071" y="2409"/>
                </a:lnTo>
                <a:lnTo>
                  <a:pt x="1046" y="2409"/>
                </a:lnTo>
                <a:lnTo>
                  <a:pt x="925" y="2458"/>
                </a:lnTo>
                <a:lnTo>
                  <a:pt x="827" y="2531"/>
                </a:lnTo>
                <a:lnTo>
                  <a:pt x="633" y="2726"/>
                </a:lnTo>
                <a:lnTo>
                  <a:pt x="462" y="2872"/>
                </a:lnTo>
                <a:lnTo>
                  <a:pt x="462" y="2677"/>
                </a:lnTo>
                <a:lnTo>
                  <a:pt x="438" y="2263"/>
                </a:lnTo>
                <a:lnTo>
                  <a:pt x="462" y="2263"/>
                </a:lnTo>
                <a:lnTo>
                  <a:pt x="608" y="2215"/>
                </a:lnTo>
                <a:lnTo>
                  <a:pt x="657" y="2166"/>
                </a:lnTo>
                <a:lnTo>
                  <a:pt x="730" y="2117"/>
                </a:lnTo>
                <a:lnTo>
                  <a:pt x="973" y="1850"/>
                </a:lnTo>
                <a:lnTo>
                  <a:pt x="1168" y="1655"/>
                </a:lnTo>
                <a:lnTo>
                  <a:pt x="1387" y="1460"/>
                </a:lnTo>
                <a:lnTo>
                  <a:pt x="1655" y="1436"/>
                </a:lnTo>
                <a:close/>
                <a:moveTo>
                  <a:pt x="16935" y="1631"/>
                </a:moveTo>
                <a:lnTo>
                  <a:pt x="16960" y="1947"/>
                </a:lnTo>
                <a:lnTo>
                  <a:pt x="16960" y="2239"/>
                </a:lnTo>
                <a:lnTo>
                  <a:pt x="16935" y="2847"/>
                </a:lnTo>
                <a:lnTo>
                  <a:pt x="16814" y="2920"/>
                </a:lnTo>
                <a:lnTo>
                  <a:pt x="16692" y="2993"/>
                </a:lnTo>
                <a:lnTo>
                  <a:pt x="16473" y="3188"/>
                </a:lnTo>
                <a:lnTo>
                  <a:pt x="16376" y="3310"/>
                </a:lnTo>
                <a:lnTo>
                  <a:pt x="16424" y="2872"/>
                </a:lnTo>
                <a:lnTo>
                  <a:pt x="16619" y="2726"/>
                </a:lnTo>
                <a:lnTo>
                  <a:pt x="16765" y="2628"/>
                </a:lnTo>
                <a:lnTo>
                  <a:pt x="16838" y="2580"/>
                </a:lnTo>
                <a:lnTo>
                  <a:pt x="16911" y="2507"/>
                </a:lnTo>
                <a:lnTo>
                  <a:pt x="16911" y="2482"/>
                </a:lnTo>
                <a:lnTo>
                  <a:pt x="16911" y="2434"/>
                </a:lnTo>
                <a:lnTo>
                  <a:pt x="16887" y="2409"/>
                </a:lnTo>
                <a:lnTo>
                  <a:pt x="16838" y="2385"/>
                </a:lnTo>
                <a:lnTo>
                  <a:pt x="16765" y="2409"/>
                </a:lnTo>
                <a:lnTo>
                  <a:pt x="16692" y="2458"/>
                </a:lnTo>
                <a:lnTo>
                  <a:pt x="16570" y="2580"/>
                </a:lnTo>
                <a:lnTo>
                  <a:pt x="16400" y="2701"/>
                </a:lnTo>
                <a:lnTo>
                  <a:pt x="16376" y="2555"/>
                </a:lnTo>
                <a:lnTo>
                  <a:pt x="16327" y="2434"/>
                </a:lnTo>
                <a:lnTo>
                  <a:pt x="16424" y="2361"/>
                </a:lnTo>
                <a:lnTo>
                  <a:pt x="16497" y="2239"/>
                </a:lnTo>
                <a:lnTo>
                  <a:pt x="16643" y="2020"/>
                </a:lnTo>
                <a:lnTo>
                  <a:pt x="16935" y="1631"/>
                </a:lnTo>
                <a:close/>
                <a:moveTo>
                  <a:pt x="1022" y="2896"/>
                </a:moveTo>
                <a:lnTo>
                  <a:pt x="998" y="3237"/>
                </a:lnTo>
                <a:lnTo>
                  <a:pt x="900" y="3310"/>
                </a:lnTo>
                <a:lnTo>
                  <a:pt x="803" y="3407"/>
                </a:lnTo>
                <a:lnTo>
                  <a:pt x="657" y="3675"/>
                </a:lnTo>
                <a:lnTo>
                  <a:pt x="511" y="3966"/>
                </a:lnTo>
                <a:lnTo>
                  <a:pt x="487" y="3310"/>
                </a:lnTo>
                <a:lnTo>
                  <a:pt x="608" y="3261"/>
                </a:lnTo>
                <a:lnTo>
                  <a:pt x="706" y="3188"/>
                </a:lnTo>
                <a:lnTo>
                  <a:pt x="900" y="3018"/>
                </a:lnTo>
                <a:lnTo>
                  <a:pt x="1022" y="2896"/>
                </a:lnTo>
                <a:close/>
                <a:moveTo>
                  <a:pt x="16935" y="3139"/>
                </a:moveTo>
                <a:lnTo>
                  <a:pt x="16935" y="3504"/>
                </a:lnTo>
                <a:lnTo>
                  <a:pt x="16789" y="3577"/>
                </a:lnTo>
                <a:lnTo>
                  <a:pt x="16668" y="3675"/>
                </a:lnTo>
                <a:lnTo>
                  <a:pt x="16449" y="3893"/>
                </a:lnTo>
                <a:lnTo>
                  <a:pt x="16376" y="3991"/>
                </a:lnTo>
                <a:lnTo>
                  <a:pt x="16376" y="3723"/>
                </a:lnTo>
                <a:lnTo>
                  <a:pt x="16400" y="3675"/>
                </a:lnTo>
                <a:lnTo>
                  <a:pt x="16619" y="3407"/>
                </a:lnTo>
                <a:lnTo>
                  <a:pt x="16741" y="3310"/>
                </a:lnTo>
                <a:lnTo>
                  <a:pt x="16838" y="3212"/>
                </a:lnTo>
                <a:lnTo>
                  <a:pt x="16935" y="3139"/>
                </a:lnTo>
                <a:close/>
                <a:moveTo>
                  <a:pt x="16935" y="3723"/>
                </a:moveTo>
                <a:lnTo>
                  <a:pt x="16935" y="4258"/>
                </a:lnTo>
                <a:lnTo>
                  <a:pt x="16546" y="4599"/>
                </a:lnTo>
                <a:lnTo>
                  <a:pt x="16424" y="4721"/>
                </a:lnTo>
                <a:lnTo>
                  <a:pt x="16400" y="4429"/>
                </a:lnTo>
                <a:lnTo>
                  <a:pt x="16522" y="4210"/>
                </a:lnTo>
                <a:lnTo>
                  <a:pt x="16643" y="4015"/>
                </a:lnTo>
                <a:lnTo>
                  <a:pt x="16935" y="3723"/>
                </a:lnTo>
                <a:close/>
                <a:moveTo>
                  <a:pt x="998" y="3553"/>
                </a:moveTo>
                <a:lnTo>
                  <a:pt x="973" y="4210"/>
                </a:lnTo>
                <a:lnTo>
                  <a:pt x="949" y="4234"/>
                </a:lnTo>
                <a:lnTo>
                  <a:pt x="803" y="4429"/>
                </a:lnTo>
                <a:lnTo>
                  <a:pt x="657" y="4623"/>
                </a:lnTo>
                <a:lnTo>
                  <a:pt x="535" y="4769"/>
                </a:lnTo>
                <a:lnTo>
                  <a:pt x="535" y="4234"/>
                </a:lnTo>
                <a:lnTo>
                  <a:pt x="681" y="4039"/>
                </a:lnTo>
                <a:lnTo>
                  <a:pt x="803" y="3845"/>
                </a:lnTo>
                <a:lnTo>
                  <a:pt x="998" y="3553"/>
                </a:lnTo>
                <a:close/>
                <a:moveTo>
                  <a:pt x="16935" y="4599"/>
                </a:moveTo>
                <a:lnTo>
                  <a:pt x="16911" y="5256"/>
                </a:lnTo>
                <a:lnTo>
                  <a:pt x="16668" y="5426"/>
                </a:lnTo>
                <a:lnTo>
                  <a:pt x="16570" y="5524"/>
                </a:lnTo>
                <a:lnTo>
                  <a:pt x="16449" y="5621"/>
                </a:lnTo>
                <a:lnTo>
                  <a:pt x="16424" y="5670"/>
                </a:lnTo>
                <a:lnTo>
                  <a:pt x="16424" y="5207"/>
                </a:lnTo>
                <a:lnTo>
                  <a:pt x="16570" y="5037"/>
                </a:lnTo>
                <a:lnTo>
                  <a:pt x="16692" y="4891"/>
                </a:lnTo>
                <a:lnTo>
                  <a:pt x="16814" y="4745"/>
                </a:lnTo>
                <a:lnTo>
                  <a:pt x="16935" y="4599"/>
                </a:lnTo>
                <a:close/>
                <a:moveTo>
                  <a:pt x="973" y="4696"/>
                </a:moveTo>
                <a:lnTo>
                  <a:pt x="973" y="5280"/>
                </a:lnTo>
                <a:lnTo>
                  <a:pt x="730" y="5475"/>
                </a:lnTo>
                <a:lnTo>
                  <a:pt x="633" y="5597"/>
                </a:lnTo>
                <a:lnTo>
                  <a:pt x="535" y="5718"/>
                </a:lnTo>
                <a:lnTo>
                  <a:pt x="535" y="5159"/>
                </a:lnTo>
                <a:lnTo>
                  <a:pt x="584" y="5134"/>
                </a:lnTo>
                <a:lnTo>
                  <a:pt x="754" y="4964"/>
                </a:lnTo>
                <a:lnTo>
                  <a:pt x="900" y="4794"/>
                </a:lnTo>
                <a:lnTo>
                  <a:pt x="973" y="4696"/>
                </a:lnTo>
                <a:close/>
                <a:moveTo>
                  <a:pt x="16911" y="5378"/>
                </a:moveTo>
                <a:lnTo>
                  <a:pt x="16911" y="5962"/>
                </a:lnTo>
                <a:lnTo>
                  <a:pt x="16911" y="6132"/>
                </a:lnTo>
                <a:lnTo>
                  <a:pt x="16789" y="6181"/>
                </a:lnTo>
                <a:lnTo>
                  <a:pt x="16643" y="6278"/>
                </a:lnTo>
                <a:lnTo>
                  <a:pt x="16424" y="6473"/>
                </a:lnTo>
                <a:lnTo>
                  <a:pt x="16424" y="6108"/>
                </a:lnTo>
                <a:lnTo>
                  <a:pt x="16570" y="5937"/>
                </a:lnTo>
                <a:lnTo>
                  <a:pt x="16911" y="5378"/>
                </a:lnTo>
                <a:close/>
                <a:moveTo>
                  <a:pt x="973" y="5670"/>
                </a:moveTo>
                <a:lnTo>
                  <a:pt x="973" y="6156"/>
                </a:lnTo>
                <a:lnTo>
                  <a:pt x="876" y="6229"/>
                </a:lnTo>
                <a:lnTo>
                  <a:pt x="779" y="6278"/>
                </a:lnTo>
                <a:lnTo>
                  <a:pt x="633" y="6448"/>
                </a:lnTo>
                <a:lnTo>
                  <a:pt x="511" y="6619"/>
                </a:lnTo>
                <a:lnTo>
                  <a:pt x="511" y="6181"/>
                </a:lnTo>
                <a:lnTo>
                  <a:pt x="973" y="5670"/>
                </a:lnTo>
                <a:close/>
                <a:moveTo>
                  <a:pt x="16911" y="6351"/>
                </a:moveTo>
                <a:lnTo>
                  <a:pt x="16911" y="6765"/>
                </a:lnTo>
                <a:lnTo>
                  <a:pt x="16668" y="6935"/>
                </a:lnTo>
                <a:lnTo>
                  <a:pt x="16570" y="7032"/>
                </a:lnTo>
                <a:lnTo>
                  <a:pt x="16449" y="7130"/>
                </a:lnTo>
                <a:lnTo>
                  <a:pt x="16400" y="7203"/>
                </a:lnTo>
                <a:lnTo>
                  <a:pt x="16400" y="6838"/>
                </a:lnTo>
                <a:lnTo>
                  <a:pt x="16424" y="6813"/>
                </a:lnTo>
                <a:lnTo>
                  <a:pt x="16643" y="6594"/>
                </a:lnTo>
                <a:lnTo>
                  <a:pt x="16911" y="6351"/>
                </a:lnTo>
                <a:close/>
                <a:moveTo>
                  <a:pt x="949" y="6619"/>
                </a:moveTo>
                <a:lnTo>
                  <a:pt x="949" y="6789"/>
                </a:lnTo>
                <a:lnTo>
                  <a:pt x="949" y="7178"/>
                </a:lnTo>
                <a:lnTo>
                  <a:pt x="827" y="7227"/>
                </a:lnTo>
                <a:lnTo>
                  <a:pt x="706" y="7324"/>
                </a:lnTo>
                <a:lnTo>
                  <a:pt x="584" y="7446"/>
                </a:lnTo>
                <a:lnTo>
                  <a:pt x="487" y="7568"/>
                </a:lnTo>
                <a:lnTo>
                  <a:pt x="487" y="7130"/>
                </a:lnTo>
                <a:lnTo>
                  <a:pt x="584" y="7057"/>
                </a:lnTo>
                <a:lnTo>
                  <a:pt x="681" y="6959"/>
                </a:lnTo>
                <a:lnTo>
                  <a:pt x="852" y="6740"/>
                </a:lnTo>
                <a:lnTo>
                  <a:pt x="949" y="6619"/>
                </a:lnTo>
                <a:close/>
                <a:moveTo>
                  <a:pt x="16911" y="6886"/>
                </a:moveTo>
                <a:lnTo>
                  <a:pt x="16935" y="7519"/>
                </a:lnTo>
                <a:lnTo>
                  <a:pt x="16814" y="7616"/>
                </a:lnTo>
                <a:lnTo>
                  <a:pt x="16668" y="7714"/>
                </a:lnTo>
                <a:lnTo>
                  <a:pt x="16546" y="7835"/>
                </a:lnTo>
                <a:lnTo>
                  <a:pt x="16449" y="7957"/>
                </a:lnTo>
                <a:lnTo>
                  <a:pt x="16376" y="8030"/>
                </a:lnTo>
                <a:lnTo>
                  <a:pt x="16376" y="7665"/>
                </a:lnTo>
                <a:lnTo>
                  <a:pt x="16522" y="7495"/>
                </a:lnTo>
                <a:lnTo>
                  <a:pt x="16619" y="7324"/>
                </a:lnTo>
                <a:lnTo>
                  <a:pt x="16789" y="7105"/>
                </a:lnTo>
                <a:lnTo>
                  <a:pt x="16911" y="6886"/>
                </a:lnTo>
                <a:close/>
                <a:moveTo>
                  <a:pt x="949" y="7422"/>
                </a:moveTo>
                <a:lnTo>
                  <a:pt x="973" y="8006"/>
                </a:lnTo>
                <a:lnTo>
                  <a:pt x="852" y="8054"/>
                </a:lnTo>
                <a:lnTo>
                  <a:pt x="754" y="8103"/>
                </a:lnTo>
                <a:lnTo>
                  <a:pt x="560" y="8273"/>
                </a:lnTo>
                <a:lnTo>
                  <a:pt x="462" y="8371"/>
                </a:lnTo>
                <a:lnTo>
                  <a:pt x="462" y="7957"/>
                </a:lnTo>
                <a:lnTo>
                  <a:pt x="535" y="7957"/>
                </a:lnTo>
                <a:lnTo>
                  <a:pt x="584" y="7933"/>
                </a:lnTo>
                <a:lnTo>
                  <a:pt x="608" y="7884"/>
                </a:lnTo>
                <a:lnTo>
                  <a:pt x="730" y="7714"/>
                </a:lnTo>
                <a:lnTo>
                  <a:pt x="852" y="7543"/>
                </a:lnTo>
                <a:lnTo>
                  <a:pt x="949" y="7422"/>
                </a:lnTo>
                <a:close/>
                <a:moveTo>
                  <a:pt x="16935" y="7714"/>
                </a:moveTo>
                <a:lnTo>
                  <a:pt x="16935" y="8419"/>
                </a:lnTo>
                <a:lnTo>
                  <a:pt x="16716" y="8541"/>
                </a:lnTo>
                <a:lnTo>
                  <a:pt x="16497" y="8711"/>
                </a:lnTo>
                <a:lnTo>
                  <a:pt x="16351" y="8857"/>
                </a:lnTo>
                <a:lnTo>
                  <a:pt x="16376" y="8444"/>
                </a:lnTo>
                <a:lnTo>
                  <a:pt x="16449" y="8371"/>
                </a:lnTo>
                <a:lnTo>
                  <a:pt x="16522" y="8273"/>
                </a:lnTo>
                <a:lnTo>
                  <a:pt x="16668" y="8079"/>
                </a:lnTo>
                <a:lnTo>
                  <a:pt x="16862" y="7835"/>
                </a:lnTo>
                <a:lnTo>
                  <a:pt x="16935" y="7714"/>
                </a:lnTo>
                <a:close/>
                <a:moveTo>
                  <a:pt x="13042" y="3869"/>
                </a:moveTo>
                <a:lnTo>
                  <a:pt x="12872" y="3893"/>
                </a:lnTo>
                <a:lnTo>
                  <a:pt x="12702" y="3918"/>
                </a:lnTo>
                <a:lnTo>
                  <a:pt x="12239" y="3966"/>
                </a:lnTo>
                <a:lnTo>
                  <a:pt x="11777" y="3991"/>
                </a:lnTo>
                <a:lnTo>
                  <a:pt x="11388" y="3991"/>
                </a:lnTo>
                <a:lnTo>
                  <a:pt x="10974" y="3966"/>
                </a:lnTo>
                <a:lnTo>
                  <a:pt x="10755" y="3966"/>
                </a:lnTo>
                <a:lnTo>
                  <a:pt x="10560" y="4015"/>
                </a:lnTo>
                <a:lnTo>
                  <a:pt x="10366" y="4064"/>
                </a:lnTo>
                <a:lnTo>
                  <a:pt x="10220" y="4137"/>
                </a:lnTo>
                <a:lnTo>
                  <a:pt x="10171" y="4185"/>
                </a:lnTo>
                <a:lnTo>
                  <a:pt x="10122" y="4258"/>
                </a:lnTo>
                <a:lnTo>
                  <a:pt x="10147" y="4331"/>
                </a:lnTo>
                <a:lnTo>
                  <a:pt x="10171" y="4404"/>
                </a:lnTo>
                <a:lnTo>
                  <a:pt x="10341" y="4502"/>
                </a:lnTo>
                <a:lnTo>
                  <a:pt x="10536" y="4575"/>
                </a:lnTo>
                <a:lnTo>
                  <a:pt x="10731" y="4599"/>
                </a:lnTo>
                <a:lnTo>
                  <a:pt x="10950" y="4623"/>
                </a:lnTo>
                <a:lnTo>
                  <a:pt x="12142" y="4623"/>
                </a:lnTo>
                <a:lnTo>
                  <a:pt x="12580" y="4599"/>
                </a:lnTo>
                <a:lnTo>
                  <a:pt x="12458" y="4745"/>
                </a:lnTo>
                <a:lnTo>
                  <a:pt x="12312" y="4867"/>
                </a:lnTo>
                <a:lnTo>
                  <a:pt x="12020" y="5110"/>
                </a:lnTo>
                <a:lnTo>
                  <a:pt x="11461" y="5548"/>
                </a:lnTo>
                <a:lnTo>
                  <a:pt x="10901" y="5986"/>
                </a:lnTo>
                <a:lnTo>
                  <a:pt x="10633" y="6205"/>
                </a:lnTo>
                <a:lnTo>
                  <a:pt x="10366" y="6473"/>
                </a:lnTo>
                <a:lnTo>
                  <a:pt x="9879" y="7008"/>
                </a:lnTo>
                <a:lnTo>
                  <a:pt x="9392" y="7568"/>
                </a:lnTo>
                <a:lnTo>
                  <a:pt x="9149" y="7835"/>
                </a:lnTo>
                <a:lnTo>
                  <a:pt x="8881" y="8079"/>
                </a:lnTo>
                <a:lnTo>
                  <a:pt x="8760" y="7957"/>
                </a:lnTo>
                <a:lnTo>
                  <a:pt x="8614" y="7860"/>
                </a:lnTo>
                <a:lnTo>
                  <a:pt x="8346" y="7665"/>
                </a:lnTo>
                <a:lnTo>
                  <a:pt x="7957" y="7324"/>
                </a:lnTo>
                <a:lnTo>
                  <a:pt x="7567" y="6959"/>
                </a:lnTo>
                <a:lnTo>
                  <a:pt x="7300" y="6692"/>
                </a:lnTo>
                <a:lnTo>
                  <a:pt x="7008" y="6424"/>
                </a:lnTo>
                <a:lnTo>
                  <a:pt x="6837" y="6302"/>
                </a:lnTo>
                <a:lnTo>
                  <a:pt x="6667" y="6205"/>
                </a:lnTo>
                <a:lnTo>
                  <a:pt x="6497" y="6132"/>
                </a:lnTo>
                <a:lnTo>
                  <a:pt x="6302" y="6083"/>
                </a:lnTo>
                <a:lnTo>
                  <a:pt x="6253" y="6059"/>
                </a:lnTo>
                <a:lnTo>
                  <a:pt x="6107" y="6059"/>
                </a:lnTo>
                <a:lnTo>
                  <a:pt x="6034" y="6108"/>
                </a:lnTo>
                <a:lnTo>
                  <a:pt x="5864" y="6205"/>
                </a:lnTo>
                <a:lnTo>
                  <a:pt x="5718" y="6351"/>
                </a:lnTo>
                <a:lnTo>
                  <a:pt x="5450" y="6643"/>
                </a:lnTo>
                <a:lnTo>
                  <a:pt x="5207" y="6984"/>
                </a:lnTo>
                <a:lnTo>
                  <a:pt x="4964" y="7300"/>
                </a:lnTo>
                <a:lnTo>
                  <a:pt x="4818" y="7519"/>
                </a:lnTo>
                <a:lnTo>
                  <a:pt x="4623" y="7714"/>
                </a:lnTo>
                <a:lnTo>
                  <a:pt x="4258" y="8079"/>
                </a:lnTo>
                <a:lnTo>
                  <a:pt x="3918" y="8468"/>
                </a:lnTo>
                <a:lnTo>
                  <a:pt x="3747" y="8687"/>
                </a:lnTo>
                <a:lnTo>
                  <a:pt x="3626" y="8906"/>
                </a:lnTo>
                <a:lnTo>
                  <a:pt x="3601" y="8955"/>
                </a:lnTo>
                <a:lnTo>
                  <a:pt x="3601" y="9003"/>
                </a:lnTo>
                <a:lnTo>
                  <a:pt x="3626" y="9052"/>
                </a:lnTo>
                <a:lnTo>
                  <a:pt x="3650" y="9101"/>
                </a:lnTo>
                <a:lnTo>
                  <a:pt x="3699" y="9125"/>
                </a:lnTo>
                <a:lnTo>
                  <a:pt x="3747" y="9149"/>
                </a:lnTo>
                <a:lnTo>
                  <a:pt x="3796" y="9149"/>
                </a:lnTo>
                <a:lnTo>
                  <a:pt x="3869" y="9125"/>
                </a:lnTo>
                <a:lnTo>
                  <a:pt x="4064" y="9028"/>
                </a:lnTo>
                <a:lnTo>
                  <a:pt x="4283" y="8857"/>
                </a:lnTo>
                <a:lnTo>
                  <a:pt x="4477" y="8687"/>
                </a:lnTo>
                <a:lnTo>
                  <a:pt x="4672" y="8492"/>
                </a:lnTo>
                <a:lnTo>
                  <a:pt x="5037" y="8103"/>
                </a:lnTo>
                <a:lnTo>
                  <a:pt x="5353" y="7689"/>
                </a:lnTo>
                <a:lnTo>
                  <a:pt x="5669" y="7276"/>
                </a:lnTo>
                <a:lnTo>
                  <a:pt x="6010" y="6838"/>
                </a:lnTo>
                <a:lnTo>
                  <a:pt x="6156" y="6716"/>
                </a:lnTo>
                <a:lnTo>
                  <a:pt x="6302" y="6594"/>
                </a:lnTo>
                <a:lnTo>
                  <a:pt x="6594" y="6838"/>
                </a:lnTo>
                <a:lnTo>
                  <a:pt x="6910" y="7105"/>
                </a:lnTo>
                <a:lnTo>
                  <a:pt x="7470" y="7665"/>
                </a:lnTo>
                <a:lnTo>
                  <a:pt x="7762" y="7933"/>
                </a:lnTo>
                <a:lnTo>
                  <a:pt x="8078" y="8249"/>
                </a:lnTo>
                <a:lnTo>
                  <a:pt x="8249" y="8395"/>
                </a:lnTo>
                <a:lnTo>
                  <a:pt x="8443" y="8492"/>
                </a:lnTo>
                <a:lnTo>
                  <a:pt x="8614" y="8565"/>
                </a:lnTo>
                <a:lnTo>
                  <a:pt x="8808" y="8590"/>
                </a:lnTo>
                <a:lnTo>
                  <a:pt x="8906" y="8565"/>
                </a:lnTo>
                <a:lnTo>
                  <a:pt x="8979" y="8590"/>
                </a:lnTo>
                <a:lnTo>
                  <a:pt x="9076" y="8541"/>
                </a:lnTo>
                <a:lnTo>
                  <a:pt x="9392" y="8298"/>
                </a:lnTo>
                <a:lnTo>
                  <a:pt x="9684" y="8006"/>
                </a:lnTo>
                <a:lnTo>
                  <a:pt x="10244" y="7422"/>
                </a:lnTo>
                <a:lnTo>
                  <a:pt x="10779" y="6838"/>
                </a:lnTo>
                <a:lnTo>
                  <a:pt x="11071" y="6570"/>
                </a:lnTo>
                <a:lnTo>
                  <a:pt x="11388" y="6302"/>
                </a:lnTo>
                <a:lnTo>
                  <a:pt x="11996" y="5840"/>
                </a:lnTo>
                <a:lnTo>
                  <a:pt x="12604" y="5353"/>
                </a:lnTo>
                <a:lnTo>
                  <a:pt x="12847" y="5134"/>
                </a:lnTo>
                <a:lnTo>
                  <a:pt x="13066" y="4915"/>
                </a:lnTo>
                <a:lnTo>
                  <a:pt x="13139" y="5743"/>
                </a:lnTo>
                <a:lnTo>
                  <a:pt x="13115" y="6059"/>
                </a:lnTo>
                <a:lnTo>
                  <a:pt x="13091" y="6448"/>
                </a:lnTo>
                <a:lnTo>
                  <a:pt x="13091" y="6643"/>
                </a:lnTo>
                <a:lnTo>
                  <a:pt x="13115" y="6813"/>
                </a:lnTo>
                <a:lnTo>
                  <a:pt x="13164" y="6984"/>
                </a:lnTo>
                <a:lnTo>
                  <a:pt x="13261" y="7105"/>
                </a:lnTo>
                <a:lnTo>
                  <a:pt x="13310" y="7130"/>
                </a:lnTo>
                <a:lnTo>
                  <a:pt x="13383" y="7154"/>
                </a:lnTo>
                <a:lnTo>
                  <a:pt x="13456" y="7154"/>
                </a:lnTo>
                <a:lnTo>
                  <a:pt x="13504" y="7130"/>
                </a:lnTo>
                <a:lnTo>
                  <a:pt x="13626" y="7032"/>
                </a:lnTo>
                <a:lnTo>
                  <a:pt x="13699" y="6886"/>
                </a:lnTo>
                <a:lnTo>
                  <a:pt x="13723" y="6716"/>
                </a:lnTo>
                <a:lnTo>
                  <a:pt x="13748" y="6546"/>
                </a:lnTo>
                <a:lnTo>
                  <a:pt x="13723" y="6181"/>
                </a:lnTo>
                <a:lnTo>
                  <a:pt x="13699" y="5889"/>
                </a:lnTo>
                <a:lnTo>
                  <a:pt x="13675" y="5086"/>
                </a:lnTo>
                <a:lnTo>
                  <a:pt x="13650" y="4672"/>
                </a:lnTo>
                <a:lnTo>
                  <a:pt x="13602" y="4477"/>
                </a:lnTo>
                <a:lnTo>
                  <a:pt x="13529" y="4307"/>
                </a:lnTo>
                <a:lnTo>
                  <a:pt x="13504" y="4258"/>
                </a:lnTo>
                <a:lnTo>
                  <a:pt x="13456" y="4210"/>
                </a:lnTo>
                <a:lnTo>
                  <a:pt x="13456" y="4137"/>
                </a:lnTo>
                <a:lnTo>
                  <a:pt x="13456" y="4064"/>
                </a:lnTo>
                <a:lnTo>
                  <a:pt x="13407" y="4015"/>
                </a:lnTo>
                <a:lnTo>
                  <a:pt x="13358" y="3966"/>
                </a:lnTo>
                <a:lnTo>
                  <a:pt x="13285" y="3918"/>
                </a:lnTo>
                <a:lnTo>
                  <a:pt x="13188" y="3893"/>
                </a:lnTo>
                <a:lnTo>
                  <a:pt x="13042" y="3869"/>
                </a:lnTo>
                <a:close/>
                <a:moveTo>
                  <a:pt x="973" y="8298"/>
                </a:moveTo>
                <a:lnTo>
                  <a:pt x="998" y="8882"/>
                </a:lnTo>
                <a:lnTo>
                  <a:pt x="925" y="8906"/>
                </a:lnTo>
                <a:lnTo>
                  <a:pt x="827" y="8979"/>
                </a:lnTo>
                <a:lnTo>
                  <a:pt x="730" y="9052"/>
                </a:lnTo>
                <a:lnTo>
                  <a:pt x="487" y="9320"/>
                </a:lnTo>
                <a:lnTo>
                  <a:pt x="487" y="8955"/>
                </a:lnTo>
                <a:lnTo>
                  <a:pt x="560" y="8906"/>
                </a:lnTo>
                <a:lnTo>
                  <a:pt x="608" y="8809"/>
                </a:lnTo>
                <a:lnTo>
                  <a:pt x="803" y="8541"/>
                </a:lnTo>
                <a:lnTo>
                  <a:pt x="973" y="8298"/>
                </a:lnTo>
                <a:close/>
                <a:moveTo>
                  <a:pt x="16935" y="8541"/>
                </a:moveTo>
                <a:lnTo>
                  <a:pt x="16935" y="8979"/>
                </a:lnTo>
                <a:lnTo>
                  <a:pt x="16960" y="9247"/>
                </a:lnTo>
                <a:lnTo>
                  <a:pt x="16716" y="9393"/>
                </a:lnTo>
                <a:lnTo>
                  <a:pt x="16497" y="9539"/>
                </a:lnTo>
                <a:lnTo>
                  <a:pt x="16376" y="9660"/>
                </a:lnTo>
                <a:lnTo>
                  <a:pt x="16376" y="9198"/>
                </a:lnTo>
                <a:lnTo>
                  <a:pt x="16424" y="9149"/>
                </a:lnTo>
                <a:lnTo>
                  <a:pt x="16497" y="9076"/>
                </a:lnTo>
                <a:lnTo>
                  <a:pt x="16595" y="8930"/>
                </a:lnTo>
                <a:lnTo>
                  <a:pt x="16935" y="8541"/>
                </a:lnTo>
                <a:close/>
                <a:moveTo>
                  <a:pt x="998" y="9076"/>
                </a:moveTo>
                <a:lnTo>
                  <a:pt x="1022" y="9685"/>
                </a:lnTo>
                <a:lnTo>
                  <a:pt x="925" y="9709"/>
                </a:lnTo>
                <a:lnTo>
                  <a:pt x="827" y="9782"/>
                </a:lnTo>
                <a:lnTo>
                  <a:pt x="657" y="9904"/>
                </a:lnTo>
                <a:lnTo>
                  <a:pt x="535" y="10025"/>
                </a:lnTo>
                <a:lnTo>
                  <a:pt x="511" y="9636"/>
                </a:lnTo>
                <a:lnTo>
                  <a:pt x="584" y="9587"/>
                </a:lnTo>
                <a:lnTo>
                  <a:pt x="852" y="9247"/>
                </a:lnTo>
                <a:lnTo>
                  <a:pt x="998" y="9076"/>
                </a:lnTo>
                <a:close/>
                <a:moveTo>
                  <a:pt x="16960" y="9368"/>
                </a:moveTo>
                <a:lnTo>
                  <a:pt x="16935" y="9806"/>
                </a:lnTo>
                <a:lnTo>
                  <a:pt x="16741" y="9928"/>
                </a:lnTo>
                <a:lnTo>
                  <a:pt x="16546" y="10074"/>
                </a:lnTo>
                <a:lnTo>
                  <a:pt x="16400" y="10196"/>
                </a:lnTo>
                <a:lnTo>
                  <a:pt x="16376" y="9952"/>
                </a:lnTo>
                <a:lnTo>
                  <a:pt x="16449" y="9855"/>
                </a:lnTo>
                <a:lnTo>
                  <a:pt x="16668" y="9636"/>
                </a:lnTo>
                <a:lnTo>
                  <a:pt x="16960" y="9368"/>
                </a:lnTo>
                <a:close/>
                <a:moveTo>
                  <a:pt x="16935" y="10001"/>
                </a:moveTo>
                <a:lnTo>
                  <a:pt x="16935" y="10342"/>
                </a:lnTo>
                <a:lnTo>
                  <a:pt x="16814" y="10415"/>
                </a:lnTo>
                <a:lnTo>
                  <a:pt x="16668" y="10488"/>
                </a:lnTo>
                <a:lnTo>
                  <a:pt x="16424" y="10682"/>
                </a:lnTo>
                <a:lnTo>
                  <a:pt x="16400" y="10488"/>
                </a:lnTo>
                <a:lnTo>
                  <a:pt x="16546" y="10342"/>
                </a:lnTo>
                <a:lnTo>
                  <a:pt x="16692" y="10220"/>
                </a:lnTo>
                <a:lnTo>
                  <a:pt x="16935" y="10001"/>
                </a:lnTo>
                <a:close/>
                <a:moveTo>
                  <a:pt x="1046" y="10050"/>
                </a:moveTo>
                <a:lnTo>
                  <a:pt x="1046" y="10415"/>
                </a:lnTo>
                <a:lnTo>
                  <a:pt x="949" y="10463"/>
                </a:lnTo>
                <a:lnTo>
                  <a:pt x="852" y="10512"/>
                </a:lnTo>
                <a:lnTo>
                  <a:pt x="681" y="10682"/>
                </a:lnTo>
                <a:lnTo>
                  <a:pt x="584" y="10755"/>
                </a:lnTo>
                <a:lnTo>
                  <a:pt x="560" y="10536"/>
                </a:lnTo>
                <a:lnTo>
                  <a:pt x="657" y="10463"/>
                </a:lnTo>
                <a:lnTo>
                  <a:pt x="730" y="10390"/>
                </a:lnTo>
                <a:lnTo>
                  <a:pt x="876" y="10220"/>
                </a:lnTo>
                <a:lnTo>
                  <a:pt x="1046" y="10050"/>
                </a:lnTo>
                <a:close/>
                <a:moveTo>
                  <a:pt x="4185" y="2385"/>
                </a:moveTo>
                <a:lnTo>
                  <a:pt x="5158" y="2409"/>
                </a:lnTo>
                <a:lnTo>
                  <a:pt x="6132" y="2434"/>
                </a:lnTo>
                <a:lnTo>
                  <a:pt x="7129" y="2458"/>
                </a:lnTo>
                <a:lnTo>
                  <a:pt x="8103" y="2482"/>
                </a:lnTo>
                <a:lnTo>
                  <a:pt x="15938" y="2482"/>
                </a:lnTo>
                <a:lnTo>
                  <a:pt x="15938" y="2823"/>
                </a:lnTo>
                <a:lnTo>
                  <a:pt x="15913" y="3164"/>
                </a:lnTo>
                <a:lnTo>
                  <a:pt x="15889" y="3529"/>
                </a:lnTo>
                <a:lnTo>
                  <a:pt x="15913" y="3869"/>
                </a:lnTo>
                <a:lnTo>
                  <a:pt x="15938" y="5013"/>
                </a:lnTo>
                <a:lnTo>
                  <a:pt x="15938" y="5597"/>
                </a:lnTo>
                <a:lnTo>
                  <a:pt x="15938" y="6181"/>
                </a:lnTo>
                <a:lnTo>
                  <a:pt x="15913" y="7300"/>
                </a:lnTo>
                <a:lnTo>
                  <a:pt x="15889" y="8419"/>
                </a:lnTo>
                <a:lnTo>
                  <a:pt x="15889" y="9539"/>
                </a:lnTo>
                <a:lnTo>
                  <a:pt x="15913" y="10123"/>
                </a:lnTo>
                <a:lnTo>
                  <a:pt x="15938" y="10682"/>
                </a:lnTo>
                <a:lnTo>
                  <a:pt x="14161" y="10634"/>
                </a:lnTo>
                <a:lnTo>
                  <a:pt x="13285" y="10609"/>
                </a:lnTo>
                <a:lnTo>
                  <a:pt x="12385" y="10609"/>
                </a:lnTo>
                <a:lnTo>
                  <a:pt x="11315" y="10585"/>
                </a:lnTo>
                <a:lnTo>
                  <a:pt x="10220" y="10561"/>
                </a:lnTo>
                <a:lnTo>
                  <a:pt x="9149" y="10536"/>
                </a:lnTo>
                <a:lnTo>
                  <a:pt x="8614" y="10536"/>
                </a:lnTo>
                <a:lnTo>
                  <a:pt x="8054" y="10561"/>
                </a:lnTo>
                <a:lnTo>
                  <a:pt x="7056" y="10609"/>
                </a:lnTo>
                <a:lnTo>
                  <a:pt x="6059" y="10609"/>
                </a:lnTo>
                <a:lnTo>
                  <a:pt x="5037" y="10634"/>
                </a:lnTo>
                <a:lnTo>
                  <a:pt x="4039" y="10658"/>
                </a:lnTo>
                <a:lnTo>
                  <a:pt x="3334" y="10707"/>
                </a:lnTo>
                <a:lnTo>
                  <a:pt x="2604" y="10755"/>
                </a:lnTo>
                <a:lnTo>
                  <a:pt x="2068" y="10731"/>
                </a:lnTo>
                <a:lnTo>
                  <a:pt x="1533" y="10707"/>
                </a:lnTo>
                <a:lnTo>
                  <a:pt x="1460" y="8833"/>
                </a:lnTo>
                <a:lnTo>
                  <a:pt x="1436" y="7908"/>
                </a:lnTo>
                <a:lnTo>
                  <a:pt x="1411" y="6959"/>
                </a:lnTo>
                <a:lnTo>
                  <a:pt x="1460" y="5840"/>
                </a:lnTo>
                <a:lnTo>
                  <a:pt x="1509" y="4672"/>
                </a:lnTo>
                <a:lnTo>
                  <a:pt x="1533" y="3529"/>
                </a:lnTo>
                <a:lnTo>
                  <a:pt x="1509" y="2945"/>
                </a:lnTo>
                <a:lnTo>
                  <a:pt x="1484" y="2385"/>
                </a:lnTo>
                <a:lnTo>
                  <a:pt x="1703" y="2385"/>
                </a:lnTo>
                <a:lnTo>
                  <a:pt x="1947" y="2409"/>
                </a:lnTo>
                <a:lnTo>
                  <a:pt x="2409" y="2434"/>
                </a:lnTo>
                <a:lnTo>
                  <a:pt x="3285" y="2409"/>
                </a:lnTo>
                <a:lnTo>
                  <a:pt x="4185" y="2385"/>
                </a:lnTo>
                <a:close/>
                <a:moveTo>
                  <a:pt x="12288" y="11096"/>
                </a:moveTo>
                <a:lnTo>
                  <a:pt x="12531" y="11120"/>
                </a:lnTo>
                <a:lnTo>
                  <a:pt x="12434" y="11193"/>
                </a:lnTo>
                <a:lnTo>
                  <a:pt x="12191" y="11364"/>
                </a:lnTo>
                <a:lnTo>
                  <a:pt x="12118" y="11437"/>
                </a:lnTo>
                <a:lnTo>
                  <a:pt x="11874" y="11437"/>
                </a:lnTo>
                <a:lnTo>
                  <a:pt x="11923" y="11388"/>
                </a:lnTo>
                <a:lnTo>
                  <a:pt x="12118" y="11242"/>
                </a:lnTo>
                <a:lnTo>
                  <a:pt x="12288" y="11096"/>
                </a:lnTo>
                <a:close/>
                <a:moveTo>
                  <a:pt x="11290" y="11072"/>
                </a:moveTo>
                <a:lnTo>
                  <a:pt x="11972" y="11096"/>
                </a:lnTo>
                <a:lnTo>
                  <a:pt x="11753" y="11193"/>
                </a:lnTo>
                <a:lnTo>
                  <a:pt x="11534" y="11339"/>
                </a:lnTo>
                <a:lnTo>
                  <a:pt x="11388" y="11437"/>
                </a:lnTo>
                <a:lnTo>
                  <a:pt x="10877" y="11461"/>
                </a:lnTo>
                <a:lnTo>
                  <a:pt x="10925" y="11412"/>
                </a:lnTo>
                <a:lnTo>
                  <a:pt x="11120" y="11242"/>
                </a:lnTo>
                <a:lnTo>
                  <a:pt x="11217" y="11169"/>
                </a:lnTo>
                <a:lnTo>
                  <a:pt x="11290" y="11072"/>
                </a:lnTo>
                <a:close/>
                <a:moveTo>
                  <a:pt x="13115" y="11120"/>
                </a:moveTo>
                <a:lnTo>
                  <a:pt x="12920" y="11291"/>
                </a:lnTo>
                <a:lnTo>
                  <a:pt x="12775" y="11461"/>
                </a:lnTo>
                <a:lnTo>
                  <a:pt x="12604" y="11461"/>
                </a:lnTo>
                <a:lnTo>
                  <a:pt x="12945" y="11120"/>
                </a:lnTo>
                <a:close/>
                <a:moveTo>
                  <a:pt x="1509" y="11145"/>
                </a:moveTo>
                <a:lnTo>
                  <a:pt x="1776" y="11218"/>
                </a:lnTo>
                <a:lnTo>
                  <a:pt x="2044" y="11266"/>
                </a:lnTo>
                <a:lnTo>
                  <a:pt x="1849" y="11388"/>
                </a:lnTo>
                <a:lnTo>
                  <a:pt x="1679" y="11510"/>
                </a:lnTo>
                <a:lnTo>
                  <a:pt x="1095" y="11510"/>
                </a:lnTo>
                <a:lnTo>
                  <a:pt x="1241" y="11364"/>
                </a:lnTo>
                <a:lnTo>
                  <a:pt x="1387" y="11266"/>
                </a:lnTo>
                <a:lnTo>
                  <a:pt x="1509" y="11145"/>
                </a:lnTo>
                <a:close/>
                <a:moveTo>
                  <a:pt x="13504" y="11145"/>
                </a:moveTo>
                <a:lnTo>
                  <a:pt x="14234" y="11169"/>
                </a:lnTo>
                <a:lnTo>
                  <a:pt x="14088" y="11242"/>
                </a:lnTo>
                <a:lnTo>
                  <a:pt x="13942" y="11315"/>
                </a:lnTo>
                <a:lnTo>
                  <a:pt x="13821" y="11412"/>
                </a:lnTo>
                <a:lnTo>
                  <a:pt x="13723" y="11510"/>
                </a:lnTo>
                <a:lnTo>
                  <a:pt x="13139" y="11485"/>
                </a:lnTo>
                <a:lnTo>
                  <a:pt x="13285" y="11339"/>
                </a:lnTo>
                <a:lnTo>
                  <a:pt x="13504" y="11145"/>
                </a:lnTo>
                <a:close/>
                <a:moveTo>
                  <a:pt x="16960" y="10999"/>
                </a:moveTo>
                <a:lnTo>
                  <a:pt x="17008" y="11485"/>
                </a:lnTo>
                <a:lnTo>
                  <a:pt x="16935" y="11461"/>
                </a:lnTo>
                <a:lnTo>
                  <a:pt x="16887" y="11461"/>
                </a:lnTo>
                <a:lnTo>
                  <a:pt x="16570" y="11510"/>
                </a:lnTo>
                <a:lnTo>
                  <a:pt x="16765" y="11242"/>
                </a:lnTo>
                <a:lnTo>
                  <a:pt x="16960" y="10999"/>
                </a:lnTo>
                <a:close/>
                <a:moveTo>
                  <a:pt x="15037" y="11169"/>
                </a:moveTo>
                <a:lnTo>
                  <a:pt x="14818" y="11339"/>
                </a:lnTo>
                <a:lnTo>
                  <a:pt x="14697" y="11461"/>
                </a:lnTo>
                <a:lnTo>
                  <a:pt x="14624" y="11558"/>
                </a:lnTo>
                <a:lnTo>
                  <a:pt x="14259" y="11558"/>
                </a:lnTo>
                <a:lnTo>
                  <a:pt x="14551" y="11364"/>
                </a:lnTo>
                <a:lnTo>
                  <a:pt x="14697" y="11266"/>
                </a:lnTo>
                <a:lnTo>
                  <a:pt x="14818" y="11169"/>
                </a:lnTo>
                <a:close/>
                <a:moveTo>
                  <a:pt x="15962" y="11193"/>
                </a:moveTo>
                <a:lnTo>
                  <a:pt x="15913" y="11242"/>
                </a:lnTo>
                <a:lnTo>
                  <a:pt x="15743" y="11388"/>
                </a:lnTo>
                <a:lnTo>
                  <a:pt x="15621" y="11558"/>
                </a:lnTo>
                <a:lnTo>
                  <a:pt x="15037" y="11558"/>
                </a:lnTo>
                <a:lnTo>
                  <a:pt x="15183" y="11412"/>
                </a:lnTo>
                <a:lnTo>
                  <a:pt x="15329" y="11291"/>
                </a:lnTo>
                <a:lnTo>
                  <a:pt x="15500" y="11193"/>
                </a:lnTo>
                <a:close/>
                <a:moveTo>
                  <a:pt x="16935" y="10366"/>
                </a:moveTo>
                <a:lnTo>
                  <a:pt x="16960" y="10853"/>
                </a:lnTo>
                <a:lnTo>
                  <a:pt x="16765" y="10974"/>
                </a:lnTo>
                <a:lnTo>
                  <a:pt x="16570" y="11120"/>
                </a:lnTo>
                <a:lnTo>
                  <a:pt x="16400" y="11315"/>
                </a:lnTo>
                <a:lnTo>
                  <a:pt x="16230" y="11534"/>
                </a:lnTo>
                <a:lnTo>
                  <a:pt x="15962" y="11558"/>
                </a:lnTo>
                <a:lnTo>
                  <a:pt x="16084" y="11412"/>
                </a:lnTo>
                <a:lnTo>
                  <a:pt x="16181" y="11315"/>
                </a:lnTo>
                <a:lnTo>
                  <a:pt x="16230" y="11266"/>
                </a:lnTo>
                <a:lnTo>
                  <a:pt x="16278" y="11193"/>
                </a:lnTo>
                <a:lnTo>
                  <a:pt x="16376" y="11169"/>
                </a:lnTo>
                <a:lnTo>
                  <a:pt x="16449" y="11096"/>
                </a:lnTo>
                <a:lnTo>
                  <a:pt x="16497" y="11023"/>
                </a:lnTo>
                <a:lnTo>
                  <a:pt x="16497" y="10926"/>
                </a:lnTo>
                <a:lnTo>
                  <a:pt x="16570" y="10877"/>
                </a:lnTo>
                <a:lnTo>
                  <a:pt x="16789" y="10634"/>
                </a:lnTo>
                <a:lnTo>
                  <a:pt x="16887" y="10512"/>
                </a:lnTo>
                <a:lnTo>
                  <a:pt x="16935" y="10366"/>
                </a:lnTo>
                <a:close/>
                <a:moveTo>
                  <a:pt x="1071" y="10780"/>
                </a:moveTo>
                <a:lnTo>
                  <a:pt x="1071" y="10828"/>
                </a:lnTo>
                <a:lnTo>
                  <a:pt x="1071" y="10901"/>
                </a:lnTo>
                <a:lnTo>
                  <a:pt x="1119" y="10974"/>
                </a:lnTo>
                <a:lnTo>
                  <a:pt x="1144" y="10999"/>
                </a:lnTo>
                <a:lnTo>
                  <a:pt x="1192" y="11047"/>
                </a:lnTo>
                <a:lnTo>
                  <a:pt x="1022" y="11169"/>
                </a:lnTo>
                <a:lnTo>
                  <a:pt x="827" y="11339"/>
                </a:lnTo>
                <a:lnTo>
                  <a:pt x="730" y="11461"/>
                </a:lnTo>
                <a:lnTo>
                  <a:pt x="657" y="11558"/>
                </a:lnTo>
                <a:lnTo>
                  <a:pt x="608" y="11583"/>
                </a:lnTo>
                <a:lnTo>
                  <a:pt x="608" y="11266"/>
                </a:lnTo>
                <a:lnTo>
                  <a:pt x="681" y="11193"/>
                </a:lnTo>
                <a:lnTo>
                  <a:pt x="754" y="11120"/>
                </a:lnTo>
                <a:lnTo>
                  <a:pt x="949" y="10901"/>
                </a:lnTo>
                <a:lnTo>
                  <a:pt x="1071" y="10780"/>
                </a:lnTo>
                <a:close/>
                <a:moveTo>
                  <a:pt x="2750" y="11266"/>
                </a:moveTo>
                <a:lnTo>
                  <a:pt x="2604" y="11412"/>
                </a:lnTo>
                <a:lnTo>
                  <a:pt x="2458" y="11583"/>
                </a:lnTo>
                <a:lnTo>
                  <a:pt x="2117" y="11534"/>
                </a:lnTo>
                <a:lnTo>
                  <a:pt x="2141" y="11510"/>
                </a:lnTo>
                <a:lnTo>
                  <a:pt x="2287" y="11388"/>
                </a:lnTo>
                <a:lnTo>
                  <a:pt x="2385" y="11266"/>
                </a:lnTo>
                <a:close/>
                <a:moveTo>
                  <a:pt x="8176" y="11072"/>
                </a:moveTo>
                <a:lnTo>
                  <a:pt x="8127" y="11120"/>
                </a:lnTo>
                <a:lnTo>
                  <a:pt x="7884" y="11339"/>
                </a:lnTo>
                <a:lnTo>
                  <a:pt x="7665" y="11583"/>
                </a:lnTo>
                <a:lnTo>
                  <a:pt x="7251" y="11583"/>
                </a:lnTo>
                <a:lnTo>
                  <a:pt x="7373" y="11461"/>
                </a:lnTo>
                <a:lnTo>
                  <a:pt x="7738" y="11096"/>
                </a:lnTo>
                <a:lnTo>
                  <a:pt x="8176" y="11072"/>
                </a:lnTo>
                <a:close/>
                <a:moveTo>
                  <a:pt x="9125" y="11047"/>
                </a:moveTo>
                <a:lnTo>
                  <a:pt x="8979" y="11145"/>
                </a:lnTo>
                <a:lnTo>
                  <a:pt x="8735" y="11339"/>
                </a:lnTo>
                <a:lnTo>
                  <a:pt x="8614" y="11461"/>
                </a:lnTo>
                <a:lnTo>
                  <a:pt x="8541" y="11583"/>
                </a:lnTo>
                <a:lnTo>
                  <a:pt x="8030" y="11583"/>
                </a:lnTo>
                <a:lnTo>
                  <a:pt x="8224" y="11388"/>
                </a:lnTo>
                <a:lnTo>
                  <a:pt x="8468" y="11169"/>
                </a:lnTo>
                <a:lnTo>
                  <a:pt x="8614" y="11072"/>
                </a:lnTo>
                <a:lnTo>
                  <a:pt x="9125" y="11047"/>
                </a:lnTo>
                <a:close/>
                <a:moveTo>
                  <a:pt x="10317" y="11047"/>
                </a:moveTo>
                <a:lnTo>
                  <a:pt x="10828" y="11072"/>
                </a:lnTo>
                <a:lnTo>
                  <a:pt x="10731" y="11120"/>
                </a:lnTo>
                <a:lnTo>
                  <a:pt x="10512" y="11315"/>
                </a:lnTo>
                <a:lnTo>
                  <a:pt x="10414" y="11412"/>
                </a:lnTo>
                <a:lnTo>
                  <a:pt x="10341" y="11534"/>
                </a:lnTo>
                <a:lnTo>
                  <a:pt x="9733" y="11583"/>
                </a:lnTo>
                <a:lnTo>
                  <a:pt x="10001" y="11315"/>
                </a:lnTo>
                <a:lnTo>
                  <a:pt x="10317" y="11072"/>
                </a:lnTo>
                <a:lnTo>
                  <a:pt x="10317" y="11047"/>
                </a:lnTo>
                <a:close/>
                <a:moveTo>
                  <a:pt x="7446" y="11096"/>
                </a:moveTo>
                <a:lnTo>
                  <a:pt x="7227" y="11242"/>
                </a:lnTo>
                <a:lnTo>
                  <a:pt x="7032" y="11388"/>
                </a:lnTo>
                <a:lnTo>
                  <a:pt x="6935" y="11485"/>
                </a:lnTo>
                <a:lnTo>
                  <a:pt x="6862" y="11583"/>
                </a:lnTo>
                <a:lnTo>
                  <a:pt x="6618" y="11607"/>
                </a:lnTo>
                <a:lnTo>
                  <a:pt x="6156" y="11607"/>
                </a:lnTo>
                <a:lnTo>
                  <a:pt x="6424" y="11388"/>
                </a:lnTo>
                <a:lnTo>
                  <a:pt x="6594" y="11266"/>
                </a:lnTo>
                <a:lnTo>
                  <a:pt x="6667" y="11193"/>
                </a:lnTo>
                <a:lnTo>
                  <a:pt x="6740" y="11120"/>
                </a:lnTo>
                <a:lnTo>
                  <a:pt x="7446" y="11096"/>
                </a:lnTo>
                <a:close/>
                <a:moveTo>
                  <a:pt x="10122" y="11047"/>
                </a:moveTo>
                <a:lnTo>
                  <a:pt x="9928" y="11169"/>
                </a:lnTo>
                <a:lnTo>
                  <a:pt x="9733" y="11291"/>
                </a:lnTo>
                <a:lnTo>
                  <a:pt x="9563" y="11437"/>
                </a:lnTo>
                <a:lnTo>
                  <a:pt x="9392" y="11607"/>
                </a:lnTo>
                <a:lnTo>
                  <a:pt x="8906" y="11607"/>
                </a:lnTo>
                <a:lnTo>
                  <a:pt x="9149" y="11364"/>
                </a:lnTo>
                <a:lnTo>
                  <a:pt x="9490" y="11047"/>
                </a:lnTo>
                <a:close/>
                <a:moveTo>
                  <a:pt x="3650" y="11193"/>
                </a:moveTo>
                <a:lnTo>
                  <a:pt x="3382" y="11364"/>
                </a:lnTo>
                <a:lnTo>
                  <a:pt x="3261" y="11485"/>
                </a:lnTo>
                <a:lnTo>
                  <a:pt x="3139" y="11631"/>
                </a:lnTo>
                <a:lnTo>
                  <a:pt x="2798" y="11607"/>
                </a:lnTo>
                <a:lnTo>
                  <a:pt x="3066" y="11242"/>
                </a:lnTo>
                <a:lnTo>
                  <a:pt x="3650" y="11193"/>
                </a:lnTo>
                <a:close/>
                <a:moveTo>
                  <a:pt x="4331" y="11145"/>
                </a:moveTo>
                <a:lnTo>
                  <a:pt x="4112" y="11315"/>
                </a:lnTo>
                <a:lnTo>
                  <a:pt x="3966" y="11461"/>
                </a:lnTo>
                <a:lnTo>
                  <a:pt x="3869" y="11558"/>
                </a:lnTo>
                <a:lnTo>
                  <a:pt x="3772" y="11656"/>
                </a:lnTo>
                <a:lnTo>
                  <a:pt x="3407" y="11656"/>
                </a:lnTo>
                <a:lnTo>
                  <a:pt x="3577" y="11485"/>
                </a:lnTo>
                <a:lnTo>
                  <a:pt x="3699" y="11339"/>
                </a:lnTo>
                <a:lnTo>
                  <a:pt x="3820" y="11169"/>
                </a:lnTo>
                <a:lnTo>
                  <a:pt x="4331" y="11145"/>
                </a:lnTo>
                <a:close/>
                <a:moveTo>
                  <a:pt x="6375" y="11120"/>
                </a:moveTo>
                <a:lnTo>
                  <a:pt x="6205" y="11242"/>
                </a:lnTo>
                <a:lnTo>
                  <a:pt x="5986" y="11412"/>
                </a:lnTo>
                <a:lnTo>
                  <a:pt x="5888" y="11510"/>
                </a:lnTo>
                <a:lnTo>
                  <a:pt x="5815" y="11631"/>
                </a:lnTo>
                <a:lnTo>
                  <a:pt x="5037" y="11656"/>
                </a:lnTo>
                <a:lnTo>
                  <a:pt x="5353" y="11339"/>
                </a:lnTo>
                <a:lnTo>
                  <a:pt x="5572" y="11169"/>
                </a:lnTo>
                <a:lnTo>
                  <a:pt x="5596" y="11120"/>
                </a:lnTo>
                <a:close/>
                <a:moveTo>
                  <a:pt x="5134" y="11145"/>
                </a:moveTo>
                <a:lnTo>
                  <a:pt x="4964" y="11291"/>
                </a:lnTo>
                <a:lnTo>
                  <a:pt x="4794" y="11461"/>
                </a:lnTo>
                <a:lnTo>
                  <a:pt x="4769" y="11510"/>
                </a:lnTo>
                <a:lnTo>
                  <a:pt x="4769" y="11583"/>
                </a:lnTo>
                <a:lnTo>
                  <a:pt x="4769" y="11631"/>
                </a:lnTo>
                <a:lnTo>
                  <a:pt x="4794" y="11656"/>
                </a:lnTo>
                <a:lnTo>
                  <a:pt x="4137" y="11680"/>
                </a:lnTo>
                <a:lnTo>
                  <a:pt x="4137" y="11680"/>
                </a:lnTo>
                <a:lnTo>
                  <a:pt x="4258" y="11510"/>
                </a:lnTo>
                <a:lnTo>
                  <a:pt x="4404" y="11388"/>
                </a:lnTo>
                <a:lnTo>
                  <a:pt x="4575" y="11266"/>
                </a:lnTo>
                <a:lnTo>
                  <a:pt x="4672" y="11218"/>
                </a:lnTo>
                <a:lnTo>
                  <a:pt x="4721" y="11145"/>
                </a:lnTo>
                <a:close/>
                <a:moveTo>
                  <a:pt x="8541" y="0"/>
                </a:moveTo>
                <a:lnTo>
                  <a:pt x="8468" y="49"/>
                </a:lnTo>
                <a:lnTo>
                  <a:pt x="8395" y="146"/>
                </a:lnTo>
                <a:lnTo>
                  <a:pt x="8370" y="244"/>
                </a:lnTo>
                <a:lnTo>
                  <a:pt x="8346" y="463"/>
                </a:lnTo>
                <a:lnTo>
                  <a:pt x="8370" y="706"/>
                </a:lnTo>
                <a:lnTo>
                  <a:pt x="8419" y="949"/>
                </a:lnTo>
                <a:lnTo>
                  <a:pt x="4842" y="974"/>
                </a:lnTo>
                <a:lnTo>
                  <a:pt x="2555" y="998"/>
                </a:lnTo>
                <a:lnTo>
                  <a:pt x="1411" y="1022"/>
                </a:lnTo>
                <a:lnTo>
                  <a:pt x="827" y="1022"/>
                </a:lnTo>
                <a:lnTo>
                  <a:pt x="511" y="1047"/>
                </a:lnTo>
                <a:lnTo>
                  <a:pt x="243" y="1120"/>
                </a:lnTo>
                <a:lnTo>
                  <a:pt x="195" y="1144"/>
                </a:lnTo>
                <a:lnTo>
                  <a:pt x="170" y="1193"/>
                </a:lnTo>
                <a:lnTo>
                  <a:pt x="146" y="1241"/>
                </a:lnTo>
                <a:lnTo>
                  <a:pt x="170" y="1290"/>
                </a:lnTo>
                <a:lnTo>
                  <a:pt x="146" y="1314"/>
                </a:lnTo>
                <a:lnTo>
                  <a:pt x="73" y="1509"/>
                </a:lnTo>
                <a:lnTo>
                  <a:pt x="24" y="1704"/>
                </a:lnTo>
                <a:lnTo>
                  <a:pt x="0" y="1923"/>
                </a:lnTo>
                <a:lnTo>
                  <a:pt x="0" y="2142"/>
                </a:lnTo>
                <a:lnTo>
                  <a:pt x="24" y="2580"/>
                </a:lnTo>
                <a:lnTo>
                  <a:pt x="73" y="2993"/>
                </a:lnTo>
                <a:lnTo>
                  <a:pt x="97" y="3626"/>
                </a:lnTo>
                <a:lnTo>
                  <a:pt x="122" y="4234"/>
                </a:lnTo>
                <a:lnTo>
                  <a:pt x="122" y="5475"/>
                </a:lnTo>
                <a:lnTo>
                  <a:pt x="97" y="6302"/>
                </a:lnTo>
                <a:lnTo>
                  <a:pt x="73" y="7130"/>
                </a:lnTo>
                <a:lnTo>
                  <a:pt x="49" y="7957"/>
                </a:lnTo>
                <a:lnTo>
                  <a:pt x="49" y="8784"/>
                </a:lnTo>
                <a:lnTo>
                  <a:pt x="73" y="9563"/>
                </a:lnTo>
                <a:lnTo>
                  <a:pt x="97" y="10317"/>
                </a:lnTo>
                <a:lnTo>
                  <a:pt x="146" y="11072"/>
                </a:lnTo>
                <a:lnTo>
                  <a:pt x="170" y="11850"/>
                </a:lnTo>
                <a:lnTo>
                  <a:pt x="195" y="11923"/>
                </a:lnTo>
                <a:lnTo>
                  <a:pt x="219" y="11972"/>
                </a:lnTo>
                <a:lnTo>
                  <a:pt x="268" y="12020"/>
                </a:lnTo>
                <a:lnTo>
                  <a:pt x="316" y="12045"/>
                </a:lnTo>
                <a:lnTo>
                  <a:pt x="438" y="12045"/>
                </a:lnTo>
                <a:lnTo>
                  <a:pt x="511" y="12020"/>
                </a:lnTo>
                <a:lnTo>
                  <a:pt x="560" y="11996"/>
                </a:lnTo>
                <a:lnTo>
                  <a:pt x="560" y="11972"/>
                </a:lnTo>
                <a:lnTo>
                  <a:pt x="681" y="11923"/>
                </a:lnTo>
                <a:lnTo>
                  <a:pt x="803" y="11899"/>
                </a:lnTo>
                <a:lnTo>
                  <a:pt x="949" y="11874"/>
                </a:lnTo>
                <a:lnTo>
                  <a:pt x="1119" y="11874"/>
                </a:lnTo>
                <a:lnTo>
                  <a:pt x="1436" y="11899"/>
                </a:lnTo>
                <a:lnTo>
                  <a:pt x="1679" y="11923"/>
                </a:lnTo>
                <a:lnTo>
                  <a:pt x="2360" y="11972"/>
                </a:lnTo>
                <a:lnTo>
                  <a:pt x="3042" y="12045"/>
                </a:lnTo>
                <a:lnTo>
                  <a:pt x="3747" y="12093"/>
                </a:lnTo>
                <a:lnTo>
                  <a:pt x="4477" y="12118"/>
                </a:lnTo>
                <a:lnTo>
                  <a:pt x="4404" y="12215"/>
                </a:lnTo>
                <a:lnTo>
                  <a:pt x="4307" y="12337"/>
                </a:lnTo>
                <a:lnTo>
                  <a:pt x="4161" y="12580"/>
                </a:lnTo>
                <a:lnTo>
                  <a:pt x="3991" y="13018"/>
                </a:lnTo>
                <a:lnTo>
                  <a:pt x="3845" y="13334"/>
                </a:lnTo>
                <a:lnTo>
                  <a:pt x="3674" y="13651"/>
                </a:lnTo>
                <a:lnTo>
                  <a:pt x="3358" y="14283"/>
                </a:lnTo>
                <a:lnTo>
                  <a:pt x="3236" y="14502"/>
                </a:lnTo>
                <a:lnTo>
                  <a:pt x="3139" y="14746"/>
                </a:lnTo>
                <a:lnTo>
                  <a:pt x="3090" y="14843"/>
                </a:lnTo>
                <a:lnTo>
                  <a:pt x="3090" y="14965"/>
                </a:lnTo>
                <a:lnTo>
                  <a:pt x="3090" y="15086"/>
                </a:lnTo>
                <a:lnTo>
                  <a:pt x="3139" y="15232"/>
                </a:lnTo>
                <a:lnTo>
                  <a:pt x="3188" y="15281"/>
                </a:lnTo>
                <a:lnTo>
                  <a:pt x="3236" y="15305"/>
                </a:lnTo>
                <a:lnTo>
                  <a:pt x="3309" y="15330"/>
                </a:lnTo>
                <a:lnTo>
                  <a:pt x="3382" y="15305"/>
                </a:lnTo>
                <a:lnTo>
                  <a:pt x="3480" y="15281"/>
                </a:lnTo>
                <a:lnTo>
                  <a:pt x="3553" y="15208"/>
                </a:lnTo>
                <a:lnTo>
                  <a:pt x="3601" y="15159"/>
                </a:lnTo>
                <a:lnTo>
                  <a:pt x="3650" y="15086"/>
                </a:lnTo>
                <a:lnTo>
                  <a:pt x="3747" y="14916"/>
                </a:lnTo>
                <a:lnTo>
                  <a:pt x="3820" y="14721"/>
                </a:lnTo>
                <a:lnTo>
                  <a:pt x="4088" y="14210"/>
                </a:lnTo>
                <a:lnTo>
                  <a:pt x="4331" y="13699"/>
                </a:lnTo>
                <a:lnTo>
                  <a:pt x="4526" y="13237"/>
                </a:lnTo>
                <a:lnTo>
                  <a:pt x="4721" y="12750"/>
                </a:lnTo>
                <a:lnTo>
                  <a:pt x="4867" y="12434"/>
                </a:lnTo>
                <a:lnTo>
                  <a:pt x="4939" y="12264"/>
                </a:lnTo>
                <a:lnTo>
                  <a:pt x="4988" y="12118"/>
                </a:lnTo>
                <a:lnTo>
                  <a:pt x="6180" y="12045"/>
                </a:lnTo>
                <a:lnTo>
                  <a:pt x="7348" y="11996"/>
                </a:lnTo>
                <a:lnTo>
                  <a:pt x="7932" y="11996"/>
                </a:lnTo>
                <a:lnTo>
                  <a:pt x="8516" y="12020"/>
                </a:lnTo>
                <a:lnTo>
                  <a:pt x="9684" y="12020"/>
                </a:lnTo>
                <a:lnTo>
                  <a:pt x="10341" y="11996"/>
                </a:lnTo>
                <a:lnTo>
                  <a:pt x="10998" y="11947"/>
                </a:lnTo>
                <a:lnTo>
                  <a:pt x="11631" y="11874"/>
                </a:lnTo>
                <a:lnTo>
                  <a:pt x="12337" y="11874"/>
                </a:lnTo>
                <a:lnTo>
                  <a:pt x="12337" y="11996"/>
                </a:lnTo>
                <a:lnTo>
                  <a:pt x="12434" y="12410"/>
                </a:lnTo>
                <a:lnTo>
                  <a:pt x="12580" y="12799"/>
                </a:lnTo>
                <a:lnTo>
                  <a:pt x="12775" y="13188"/>
                </a:lnTo>
                <a:lnTo>
                  <a:pt x="12969" y="13578"/>
                </a:lnTo>
                <a:lnTo>
                  <a:pt x="13188" y="13943"/>
                </a:lnTo>
                <a:lnTo>
                  <a:pt x="13431" y="14308"/>
                </a:lnTo>
                <a:lnTo>
                  <a:pt x="13918" y="15013"/>
                </a:lnTo>
                <a:lnTo>
                  <a:pt x="14015" y="15111"/>
                </a:lnTo>
                <a:lnTo>
                  <a:pt x="14137" y="15159"/>
                </a:lnTo>
                <a:lnTo>
                  <a:pt x="14259" y="15135"/>
                </a:lnTo>
                <a:lnTo>
                  <a:pt x="14356" y="15111"/>
                </a:lnTo>
                <a:lnTo>
                  <a:pt x="14453" y="15038"/>
                </a:lnTo>
                <a:lnTo>
                  <a:pt x="14502" y="14940"/>
                </a:lnTo>
                <a:lnTo>
                  <a:pt x="14502" y="14819"/>
                </a:lnTo>
                <a:lnTo>
                  <a:pt x="14478" y="14770"/>
                </a:lnTo>
                <a:lnTo>
                  <a:pt x="14453" y="14697"/>
                </a:lnTo>
                <a:lnTo>
                  <a:pt x="13991" y="14040"/>
                </a:lnTo>
                <a:lnTo>
                  <a:pt x="13577" y="13359"/>
                </a:lnTo>
                <a:lnTo>
                  <a:pt x="13383" y="12994"/>
                </a:lnTo>
                <a:lnTo>
                  <a:pt x="13188" y="12653"/>
                </a:lnTo>
                <a:lnTo>
                  <a:pt x="13042" y="12288"/>
                </a:lnTo>
                <a:lnTo>
                  <a:pt x="12872" y="11899"/>
                </a:lnTo>
                <a:lnTo>
                  <a:pt x="13918" y="11947"/>
                </a:lnTo>
                <a:lnTo>
                  <a:pt x="14940" y="11996"/>
                </a:lnTo>
                <a:lnTo>
                  <a:pt x="15451" y="11996"/>
                </a:lnTo>
                <a:lnTo>
                  <a:pt x="15986" y="11972"/>
                </a:lnTo>
                <a:lnTo>
                  <a:pt x="16497" y="11947"/>
                </a:lnTo>
                <a:lnTo>
                  <a:pt x="17008" y="11899"/>
                </a:lnTo>
                <a:lnTo>
                  <a:pt x="17057" y="11874"/>
                </a:lnTo>
                <a:lnTo>
                  <a:pt x="17106" y="11947"/>
                </a:lnTo>
                <a:lnTo>
                  <a:pt x="17154" y="11996"/>
                </a:lnTo>
                <a:lnTo>
                  <a:pt x="17325" y="11996"/>
                </a:lnTo>
                <a:lnTo>
                  <a:pt x="17398" y="11947"/>
                </a:lnTo>
                <a:lnTo>
                  <a:pt x="17446" y="11899"/>
                </a:lnTo>
                <a:lnTo>
                  <a:pt x="17495" y="11802"/>
                </a:lnTo>
                <a:lnTo>
                  <a:pt x="17495" y="11704"/>
                </a:lnTo>
                <a:lnTo>
                  <a:pt x="17446" y="11339"/>
                </a:lnTo>
                <a:lnTo>
                  <a:pt x="17398" y="10950"/>
                </a:lnTo>
                <a:lnTo>
                  <a:pt x="17373" y="10171"/>
                </a:lnTo>
                <a:lnTo>
                  <a:pt x="17398" y="9393"/>
                </a:lnTo>
                <a:lnTo>
                  <a:pt x="17373" y="8614"/>
                </a:lnTo>
                <a:lnTo>
                  <a:pt x="17373" y="7008"/>
                </a:lnTo>
                <a:lnTo>
                  <a:pt x="17349" y="5402"/>
                </a:lnTo>
                <a:lnTo>
                  <a:pt x="17349" y="2507"/>
                </a:lnTo>
                <a:lnTo>
                  <a:pt x="17373" y="2239"/>
                </a:lnTo>
                <a:lnTo>
                  <a:pt x="17373" y="1898"/>
                </a:lnTo>
                <a:lnTo>
                  <a:pt x="17349" y="1728"/>
                </a:lnTo>
                <a:lnTo>
                  <a:pt x="17325" y="1558"/>
                </a:lnTo>
                <a:lnTo>
                  <a:pt x="17276" y="1436"/>
                </a:lnTo>
                <a:lnTo>
                  <a:pt x="17203" y="1314"/>
                </a:lnTo>
                <a:lnTo>
                  <a:pt x="17203" y="1241"/>
                </a:lnTo>
                <a:lnTo>
                  <a:pt x="17203" y="1193"/>
                </a:lnTo>
                <a:lnTo>
                  <a:pt x="17179" y="1144"/>
                </a:lnTo>
                <a:lnTo>
                  <a:pt x="17154" y="1095"/>
                </a:lnTo>
                <a:lnTo>
                  <a:pt x="17033" y="1047"/>
                </a:lnTo>
                <a:lnTo>
                  <a:pt x="16911" y="998"/>
                </a:lnTo>
                <a:lnTo>
                  <a:pt x="16789" y="974"/>
                </a:lnTo>
                <a:lnTo>
                  <a:pt x="16643" y="974"/>
                </a:lnTo>
                <a:lnTo>
                  <a:pt x="16351" y="998"/>
                </a:lnTo>
                <a:lnTo>
                  <a:pt x="16108" y="998"/>
                </a:lnTo>
                <a:lnTo>
                  <a:pt x="15062" y="974"/>
                </a:lnTo>
                <a:lnTo>
                  <a:pt x="14015" y="925"/>
                </a:lnTo>
                <a:lnTo>
                  <a:pt x="13456" y="901"/>
                </a:lnTo>
                <a:lnTo>
                  <a:pt x="12872" y="876"/>
                </a:lnTo>
                <a:lnTo>
                  <a:pt x="11704" y="901"/>
                </a:lnTo>
                <a:lnTo>
                  <a:pt x="9392" y="949"/>
                </a:lnTo>
                <a:lnTo>
                  <a:pt x="8930" y="949"/>
                </a:lnTo>
                <a:lnTo>
                  <a:pt x="8954" y="852"/>
                </a:lnTo>
                <a:lnTo>
                  <a:pt x="8954" y="779"/>
                </a:lnTo>
                <a:lnTo>
                  <a:pt x="8954" y="706"/>
                </a:lnTo>
                <a:lnTo>
                  <a:pt x="8906" y="609"/>
                </a:lnTo>
                <a:lnTo>
                  <a:pt x="8881" y="584"/>
                </a:lnTo>
                <a:lnTo>
                  <a:pt x="8857" y="463"/>
                </a:lnTo>
                <a:lnTo>
                  <a:pt x="8833" y="244"/>
                </a:lnTo>
                <a:lnTo>
                  <a:pt x="8808" y="146"/>
                </a:lnTo>
                <a:lnTo>
                  <a:pt x="8735" y="49"/>
                </a:lnTo>
                <a:lnTo>
                  <a:pt x="866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1"/>
          <p:cNvSpPr/>
          <p:nvPr/>
        </p:nvSpPr>
        <p:spPr>
          <a:xfrm>
            <a:off x="5109442" y="2412361"/>
            <a:ext cx="1442481" cy="102978"/>
          </a:xfrm>
          <a:custGeom>
            <a:avLst/>
            <a:gdLst/>
            <a:ahLst/>
            <a:cxnLst/>
            <a:rect l="l" t="t" r="r" b="b"/>
            <a:pathLst>
              <a:path w="27831" h="2831" extrusionOk="0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25;p38"/>
          <p:cNvSpPr/>
          <p:nvPr/>
        </p:nvSpPr>
        <p:spPr>
          <a:xfrm>
            <a:off x="7814455" y="141946"/>
            <a:ext cx="1104911" cy="1088368"/>
          </a:xfrm>
          <a:custGeom>
            <a:avLst/>
            <a:gdLst/>
            <a:ahLst/>
            <a:cxnLst/>
            <a:rect l="l" t="t" r="r" b="b"/>
            <a:pathLst>
              <a:path w="20975" h="20659" extrusionOk="0">
                <a:moveTo>
                  <a:pt x="10317" y="1704"/>
                </a:moveTo>
                <a:lnTo>
                  <a:pt x="10269" y="1728"/>
                </a:lnTo>
                <a:lnTo>
                  <a:pt x="10171" y="1825"/>
                </a:lnTo>
                <a:lnTo>
                  <a:pt x="10123" y="1947"/>
                </a:lnTo>
                <a:lnTo>
                  <a:pt x="10098" y="2069"/>
                </a:lnTo>
                <a:lnTo>
                  <a:pt x="10074" y="2190"/>
                </a:lnTo>
                <a:lnTo>
                  <a:pt x="10050" y="2336"/>
                </a:lnTo>
                <a:lnTo>
                  <a:pt x="10050" y="2482"/>
                </a:lnTo>
                <a:lnTo>
                  <a:pt x="10098" y="2653"/>
                </a:lnTo>
                <a:lnTo>
                  <a:pt x="10123" y="2701"/>
                </a:lnTo>
                <a:lnTo>
                  <a:pt x="10147" y="2774"/>
                </a:lnTo>
                <a:lnTo>
                  <a:pt x="10196" y="2799"/>
                </a:lnTo>
                <a:lnTo>
                  <a:pt x="10244" y="2823"/>
                </a:lnTo>
                <a:lnTo>
                  <a:pt x="10342" y="2823"/>
                </a:lnTo>
                <a:lnTo>
                  <a:pt x="10439" y="2774"/>
                </a:lnTo>
                <a:lnTo>
                  <a:pt x="10463" y="2726"/>
                </a:lnTo>
                <a:lnTo>
                  <a:pt x="10488" y="2677"/>
                </a:lnTo>
                <a:lnTo>
                  <a:pt x="10488" y="2580"/>
                </a:lnTo>
                <a:lnTo>
                  <a:pt x="10488" y="2482"/>
                </a:lnTo>
                <a:lnTo>
                  <a:pt x="10463" y="2263"/>
                </a:lnTo>
                <a:lnTo>
                  <a:pt x="10463" y="1850"/>
                </a:lnTo>
                <a:lnTo>
                  <a:pt x="10439" y="1777"/>
                </a:lnTo>
                <a:lnTo>
                  <a:pt x="10390" y="1728"/>
                </a:lnTo>
                <a:lnTo>
                  <a:pt x="10317" y="1704"/>
                </a:lnTo>
                <a:close/>
                <a:moveTo>
                  <a:pt x="8054" y="1"/>
                </a:moveTo>
                <a:lnTo>
                  <a:pt x="7981" y="25"/>
                </a:lnTo>
                <a:lnTo>
                  <a:pt x="7933" y="122"/>
                </a:lnTo>
                <a:lnTo>
                  <a:pt x="7908" y="220"/>
                </a:lnTo>
                <a:lnTo>
                  <a:pt x="7884" y="439"/>
                </a:lnTo>
                <a:lnTo>
                  <a:pt x="7908" y="852"/>
                </a:lnTo>
                <a:lnTo>
                  <a:pt x="7933" y="1071"/>
                </a:lnTo>
                <a:lnTo>
                  <a:pt x="7957" y="1290"/>
                </a:lnTo>
                <a:lnTo>
                  <a:pt x="8054" y="1704"/>
                </a:lnTo>
                <a:lnTo>
                  <a:pt x="8103" y="2044"/>
                </a:lnTo>
                <a:lnTo>
                  <a:pt x="8200" y="2458"/>
                </a:lnTo>
                <a:lnTo>
                  <a:pt x="8273" y="2653"/>
                </a:lnTo>
                <a:lnTo>
                  <a:pt x="8371" y="2823"/>
                </a:lnTo>
                <a:lnTo>
                  <a:pt x="8468" y="2969"/>
                </a:lnTo>
                <a:lnTo>
                  <a:pt x="8541" y="2993"/>
                </a:lnTo>
                <a:lnTo>
                  <a:pt x="8614" y="3042"/>
                </a:lnTo>
                <a:lnTo>
                  <a:pt x="8711" y="3042"/>
                </a:lnTo>
                <a:lnTo>
                  <a:pt x="8784" y="2993"/>
                </a:lnTo>
                <a:lnTo>
                  <a:pt x="8857" y="2920"/>
                </a:lnTo>
                <a:lnTo>
                  <a:pt x="8857" y="2847"/>
                </a:lnTo>
                <a:lnTo>
                  <a:pt x="8857" y="2726"/>
                </a:lnTo>
                <a:lnTo>
                  <a:pt x="8809" y="2604"/>
                </a:lnTo>
                <a:lnTo>
                  <a:pt x="8711" y="2385"/>
                </a:lnTo>
                <a:lnTo>
                  <a:pt x="8614" y="2044"/>
                </a:lnTo>
                <a:lnTo>
                  <a:pt x="8517" y="1704"/>
                </a:lnTo>
                <a:lnTo>
                  <a:pt x="8444" y="1290"/>
                </a:lnTo>
                <a:lnTo>
                  <a:pt x="8395" y="876"/>
                </a:lnTo>
                <a:lnTo>
                  <a:pt x="8322" y="487"/>
                </a:lnTo>
                <a:lnTo>
                  <a:pt x="8273" y="293"/>
                </a:lnTo>
                <a:lnTo>
                  <a:pt x="8225" y="98"/>
                </a:lnTo>
                <a:lnTo>
                  <a:pt x="8176" y="25"/>
                </a:lnTo>
                <a:lnTo>
                  <a:pt x="8103" y="1"/>
                </a:lnTo>
                <a:close/>
                <a:moveTo>
                  <a:pt x="12483" y="1"/>
                </a:moveTo>
                <a:lnTo>
                  <a:pt x="12337" y="122"/>
                </a:lnTo>
                <a:lnTo>
                  <a:pt x="12239" y="244"/>
                </a:lnTo>
                <a:lnTo>
                  <a:pt x="12142" y="414"/>
                </a:lnTo>
                <a:lnTo>
                  <a:pt x="12093" y="585"/>
                </a:lnTo>
                <a:lnTo>
                  <a:pt x="11996" y="949"/>
                </a:lnTo>
                <a:lnTo>
                  <a:pt x="11923" y="1290"/>
                </a:lnTo>
                <a:lnTo>
                  <a:pt x="11753" y="2166"/>
                </a:lnTo>
                <a:lnTo>
                  <a:pt x="11631" y="2531"/>
                </a:lnTo>
                <a:lnTo>
                  <a:pt x="11607" y="2701"/>
                </a:lnTo>
                <a:lnTo>
                  <a:pt x="11607" y="2799"/>
                </a:lnTo>
                <a:lnTo>
                  <a:pt x="11607" y="2872"/>
                </a:lnTo>
                <a:lnTo>
                  <a:pt x="11655" y="2969"/>
                </a:lnTo>
                <a:lnTo>
                  <a:pt x="11753" y="3018"/>
                </a:lnTo>
                <a:lnTo>
                  <a:pt x="11850" y="3042"/>
                </a:lnTo>
                <a:lnTo>
                  <a:pt x="11947" y="3018"/>
                </a:lnTo>
                <a:lnTo>
                  <a:pt x="12069" y="2920"/>
                </a:lnTo>
                <a:lnTo>
                  <a:pt x="12142" y="2774"/>
                </a:lnTo>
                <a:lnTo>
                  <a:pt x="12191" y="2604"/>
                </a:lnTo>
                <a:lnTo>
                  <a:pt x="12239" y="2434"/>
                </a:lnTo>
                <a:lnTo>
                  <a:pt x="12288" y="2069"/>
                </a:lnTo>
                <a:lnTo>
                  <a:pt x="12337" y="1752"/>
                </a:lnTo>
                <a:lnTo>
                  <a:pt x="12458" y="974"/>
                </a:lnTo>
                <a:lnTo>
                  <a:pt x="12556" y="585"/>
                </a:lnTo>
                <a:lnTo>
                  <a:pt x="12604" y="390"/>
                </a:lnTo>
                <a:lnTo>
                  <a:pt x="12677" y="220"/>
                </a:lnTo>
                <a:lnTo>
                  <a:pt x="12702" y="171"/>
                </a:lnTo>
                <a:lnTo>
                  <a:pt x="12702" y="122"/>
                </a:lnTo>
                <a:lnTo>
                  <a:pt x="12653" y="25"/>
                </a:lnTo>
                <a:lnTo>
                  <a:pt x="12629" y="1"/>
                </a:lnTo>
                <a:close/>
                <a:moveTo>
                  <a:pt x="14089" y="2507"/>
                </a:moveTo>
                <a:lnTo>
                  <a:pt x="13991" y="2555"/>
                </a:lnTo>
                <a:lnTo>
                  <a:pt x="13918" y="2628"/>
                </a:lnTo>
                <a:lnTo>
                  <a:pt x="13845" y="2726"/>
                </a:lnTo>
                <a:lnTo>
                  <a:pt x="13797" y="2847"/>
                </a:lnTo>
                <a:lnTo>
                  <a:pt x="13699" y="3066"/>
                </a:lnTo>
                <a:lnTo>
                  <a:pt x="13651" y="3212"/>
                </a:lnTo>
                <a:lnTo>
                  <a:pt x="13651" y="3334"/>
                </a:lnTo>
                <a:lnTo>
                  <a:pt x="13651" y="3383"/>
                </a:lnTo>
                <a:lnTo>
                  <a:pt x="13675" y="3431"/>
                </a:lnTo>
                <a:lnTo>
                  <a:pt x="13724" y="3456"/>
                </a:lnTo>
                <a:lnTo>
                  <a:pt x="13772" y="3480"/>
                </a:lnTo>
                <a:lnTo>
                  <a:pt x="13821" y="3504"/>
                </a:lnTo>
                <a:lnTo>
                  <a:pt x="13894" y="3480"/>
                </a:lnTo>
                <a:lnTo>
                  <a:pt x="13918" y="3456"/>
                </a:lnTo>
                <a:lnTo>
                  <a:pt x="13967" y="3407"/>
                </a:lnTo>
                <a:lnTo>
                  <a:pt x="14040" y="3212"/>
                </a:lnTo>
                <a:lnTo>
                  <a:pt x="14089" y="3018"/>
                </a:lnTo>
                <a:lnTo>
                  <a:pt x="14162" y="2799"/>
                </a:lnTo>
                <a:lnTo>
                  <a:pt x="14210" y="2701"/>
                </a:lnTo>
                <a:lnTo>
                  <a:pt x="14235" y="2604"/>
                </a:lnTo>
                <a:lnTo>
                  <a:pt x="14210" y="2555"/>
                </a:lnTo>
                <a:lnTo>
                  <a:pt x="14186" y="2531"/>
                </a:lnTo>
                <a:lnTo>
                  <a:pt x="14137" y="2507"/>
                </a:lnTo>
                <a:close/>
                <a:moveTo>
                  <a:pt x="6692" y="2385"/>
                </a:moveTo>
                <a:lnTo>
                  <a:pt x="6667" y="2409"/>
                </a:lnTo>
                <a:lnTo>
                  <a:pt x="6594" y="2507"/>
                </a:lnTo>
                <a:lnTo>
                  <a:pt x="6570" y="2628"/>
                </a:lnTo>
                <a:lnTo>
                  <a:pt x="6594" y="2774"/>
                </a:lnTo>
                <a:lnTo>
                  <a:pt x="6619" y="2920"/>
                </a:lnTo>
                <a:lnTo>
                  <a:pt x="6740" y="3188"/>
                </a:lnTo>
                <a:lnTo>
                  <a:pt x="6838" y="3431"/>
                </a:lnTo>
                <a:lnTo>
                  <a:pt x="6886" y="3504"/>
                </a:lnTo>
                <a:lnTo>
                  <a:pt x="6935" y="3553"/>
                </a:lnTo>
                <a:lnTo>
                  <a:pt x="7008" y="3553"/>
                </a:lnTo>
                <a:lnTo>
                  <a:pt x="7081" y="3529"/>
                </a:lnTo>
                <a:lnTo>
                  <a:pt x="7130" y="3504"/>
                </a:lnTo>
                <a:lnTo>
                  <a:pt x="7154" y="3456"/>
                </a:lnTo>
                <a:lnTo>
                  <a:pt x="7178" y="3383"/>
                </a:lnTo>
                <a:lnTo>
                  <a:pt x="7154" y="3310"/>
                </a:lnTo>
                <a:lnTo>
                  <a:pt x="6935" y="2823"/>
                </a:lnTo>
                <a:lnTo>
                  <a:pt x="6862" y="2604"/>
                </a:lnTo>
                <a:lnTo>
                  <a:pt x="6813" y="2507"/>
                </a:lnTo>
                <a:lnTo>
                  <a:pt x="6740" y="2409"/>
                </a:lnTo>
                <a:lnTo>
                  <a:pt x="6692" y="2385"/>
                </a:lnTo>
                <a:close/>
                <a:moveTo>
                  <a:pt x="16668" y="2020"/>
                </a:moveTo>
                <a:lnTo>
                  <a:pt x="16595" y="2044"/>
                </a:lnTo>
                <a:lnTo>
                  <a:pt x="16546" y="2093"/>
                </a:lnTo>
                <a:lnTo>
                  <a:pt x="16303" y="2409"/>
                </a:lnTo>
                <a:lnTo>
                  <a:pt x="16084" y="2726"/>
                </a:lnTo>
                <a:lnTo>
                  <a:pt x="15889" y="3042"/>
                </a:lnTo>
                <a:lnTo>
                  <a:pt x="15719" y="3383"/>
                </a:lnTo>
                <a:lnTo>
                  <a:pt x="15573" y="3626"/>
                </a:lnTo>
                <a:lnTo>
                  <a:pt x="15427" y="3894"/>
                </a:lnTo>
                <a:lnTo>
                  <a:pt x="15281" y="4137"/>
                </a:lnTo>
                <a:lnTo>
                  <a:pt x="15184" y="4380"/>
                </a:lnTo>
                <a:lnTo>
                  <a:pt x="15159" y="4453"/>
                </a:lnTo>
                <a:lnTo>
                  <a:pt x="15184" y="4502"/>
                </a:lnTo>
                <a:lnTo>
                  <a:pt x="15232" y="4575"/>
                </a:lnTo>
                <a:lnTo>
                  <a:pt x="15330" y="4624"/>
                </a:lnTo>
                <a:lnTo>
                  <a:pt x="15427" y="4624"/>
                </a:lnTo>
                <a:lnTo>
                  <a:pt x="15549" y="4575"/>
                </a:lnTo>
                <a:lnTo>
                  <a:pt x="15646" y="4502"/>
                </a:lnTo>
                <a:lnTo>
                  <a:pt x="15743" y="4380"/>
                </a:lnTo>
                <a:lnTo>
                  <a:pt x="15816" y="4259"/>
                </a:lnTo>
                <a:lnTo>
                  <a:pt x="15962" y="3991"/>
                </a:lnTo>
                <a:lnTo>
                  <a:pt x="16060" y="3723"/>
                </a:lnTo>
                <a:lnTo>
                  <a:pt x="16352" y="3091"/>
                </a:lnTo>
                <a:lnTo>
                  <a:pt x="16498" y="2872"/>
                </a:lnTo>
                <a:lnTo>
                  <a:pt x="16619" y="2677"/>
                </a:lnTo>
                <a:lnTo>
                  <a:pt x="16765" y="2458"/>
                </a:lnTo>
                <a:lnTo>
                  <a:pt x="16887" y="2239"/>
                </a:lnTo>
                <a:lnTo>
                  <a:pt x="16911" y="2166"/>
                </a:lnTo>
                <a:lnTo>
                  <a:pt x="16887" y="2117"/>
                </a:lnTo>
                <a:lnTo>
                  <a:pt x="16838" y="2069"/>
                </a:lnTo>
                <a:lnTo>
                  <a:pt x="16790" y="2044"/>
                </a:lnTo>
                <a:lnTo>
                  <a:pt x="16741" y="2020"/>
                </a:lnTo>
                <a:close/>
                <a:moveTo>
                  <a:pt x="3869" y="2020"/>
                </a:moveTo>
                <a:lnTo>
                  <a:pt x="3820" y="2044"/>
                </a:lnTo>
                <a:lnTo>
                  <a:pt x="3796" y="2044"/>
                </a:lnTo>
                <a:lnTo>
                  <a:pt x="3747" y="2093"/>
                </a:lnTo>
                <a:lnTo>
                  <a:pt x="3723" y="2190"/>
                </a:lnTo>
                <a:lnTo>
                  <a:pt x="3747" y="2263"/>
                </a:lnTo>
                <a:lnTo>
                  <a:pt x="3796" y="2312"/>
                </a:lnTo>
                <a:lnTo>
                  <a:pt x="3820" y="2385"/>
                </a:lnTo>
                <a:lnTo>
                  <a:pt x="3869" y="2531"/>
                </a:lnTo>
                <a:lnTo>
                  <a:pt x="3991" y="2799"/>
                </a:lnTo>
                <a:lnTo>
                  <a:pt x="4185" y="3188"/>
                </a:lnTo>
                <a:lnTo>
                  <a:pt x="4404" y="3577"/>
                </a:lnTo>
                <a:lnTo>
                  <a:pt x="4599" y="3869"/>
                </a:lnTo>
                <a:lnTo>
                  <a:pt x="4818" y="4161"/>
                </a:lnTo>
                <a:lnTo>
                  <a:pt x="5086" y="4405"/>
                </a:lnTo>
                <a:lnTo>
                  <a:pt x="5207" y="4526"/>
                </a:lnTo>
                <a:lnTo>
                  <a:pt x="5378" y="4624"/>
                </a:lnTo>
                <a:lnTo>
                  <a:pt x="5475" y="4648"/>
                </a:lnTo>
                <a:lnTo>
                  <a:pt x="5572" y="4648"/>
                </a:lnTo>
                <a:lnTo>
                  <a:pt x="5645" y="4599"/>
                </a:lnTo>
                <a:lnTo>
                  <a:pt x="5694" y="4526"/>
                </a:lnTo>
                <a:lnTo>
                  <a:pt x="5718" y="4453"/>
                </a:lnTo>
                <a:lnTo>
                  <a:pt x="5718" y="4356"/>
                </a:lnTo>
                <a:lnTo>
                  <a:pt x="5694" y="4283"/>
                </a:lnTo>
                <a:lnTo>
                  <a:pt x="5621" y="4210"/>
                </a:lnTo>
                <a:lnTo>
                  <a:pt x="5451" y="4088"/>
                </a:lnTo>
                <a:lnTo>
                  <a:pt x="5329" y="3991"/>
                </a:lnTo>
                <a:lnTo>
                  <a:pt x="5086" y="3723"/>
                </a:lnTo>
                <a:lnTo>
                  <a:pt x="4867" y="3431"/>
                </a:lnTo>
                <a:lnTo>
                  <a:pt x="4672" y="3139"/>
                </a:lnTo>
                <a:lnTo>
                  <a:pt x="4526" y="2847"/>
                </a:lnTo>
                <a:lnTo>
                  <a:pt x="4380" y="2580"/>
                </a:lnTo>
                <a:lnTo>
                  <a:pt x="4210" y="2288"/>
                </a:lnTo>
                <a:lnTo>
                  <a:pt x="4112" y="2166"/>
                </a:lnTo>
                <a:lnTo>
                  <a:pt x="4015" y="2069"/>
                </a:lnTo>
                <a:lnTo>
                  <a:pt x="3966" y="2044"/>
                </a:lnTo>
                <a:lnTo>
                  <a:pt x="3918" y="2020"/>
                </a:lnTo>
                <a:close/>
                <a:moveTo>
                  <a:pt x="3601" y="4843"/>
                </a:moveTo>
                <a:lnTo>
                  <a:pt x="3577" y="4891"/>
                </a:lnTo>
                <a:lnTo>
                  <a:pt x="3577" y="4916"/>
                </a:lnTo>
                <a:lnTo>
                  <a:pt x="3577" y="4964"/>
                </a:lnTo>
                <a:lnTo>
                  <a:pt x="3601" y="5062"/>
                </a:lnTo>
                <a:lnTo>
                  <a:pt x="3674" y="5135"/>
                </a:lnTo>
                <a:lnTo>
                  <a:pt x="3747" y="5183"/>
                </a:lnTo>
                <a:lnTo>
                  <a:pt x="3845" y="5281"/>
                </a:lnTo>
                <a:lnTo>
                  <a:pt x="3966" y="5354"/>
                </a:lnTo>
                <a:lnTo>
                  <a:pt x="4234" y="5500"/>
                </a:lnTo>
                <a:lnTo>
                  <a:pt x="4404" y="5500"/>
                </a:lnTo>
                <a:lnTo>
                  <a:pt x="4477" y="5451"/>
                </a:lnTo>
                <a:lnTo>
                  <a:pt x="4502" y="5402"/>
                </a:lnTo>
                <a:lnTo>
                  <a:pt x="4526" y="5329"/>
                </a:lnTo>
                <a:lnTo>
                  <a:pt x="4502" y="5256"/>
                </a:lnTo>
                <a:lnTo>
                  <a:pt x="4477" y="5183"/>
                </a:lnTo>
                <a:lnTo>
                  <a:pt x="4380" y="5135"/>
                </a:lnTo>
                <a:lnTo>
                  <a:pt x="4137" y="5013"/>
                </a:lnTo>
                <a:lnTo>
                  <a:pt x="3918" y="4891"/>
                </a:lnTo>
                <a:lnTo>
                  <a:pt x="3820" y="4867"/>
                </a:lnTo>
                <a:lnTo>
                  <a:pt x="3747" y="4843"/>
                </a:lnTo>
                <a:close/>
                <a:moveTo>
                  <a:pt x="17106" y="4891"/>
                </a:moveTo>
                <a:lnTo>
                  <a:pt x="16960" y="4940"/>
                </a:lnTo>
                <a:lnTo>
                  <a:pt x="16814" y="5037"/>
                </a:lnTo>
                <a:lnTo>
                  <a:pt x="16668" y="5159"/>
                </a:lnTo>
                <a:lnTo>
                  <a:pt x="16498" y="5305"/>
                </a:lnTo>
                <a:lnTo>
                  <a:pt x="16473" y="5354"/>
                </a:lnTo>
                <a:lnTo>
                  <a:pt x="16473" y="5402"/>
                </a:lnTo>
                <a:lnTo>
                  <a:pt x="16473" y="5451"/>
                </a:lnTo>
                <a:lnTo>
                  <a:pt x="16498" y="5500"/>
                </a:lnTo>
                <a:lnTo>
                  <a:pt x="16546" y="5524"/>
                </a:lnTo>
                <a:lnTo>
                  <a:pt x="16571" y="5548"/>
                </a:lnTo>
                <a:lnTo>
                  <a:pt x="16644" y="5548"/>
                </a:lnTo>
                <a:lnTo>
                  <a:pt x="16692" y="5524"/>
                </a:lnTo>
                <a:lnTo>
                  <a:pt x="16838" y="5402"/>
                </a:lnTo>
                <a:lnTo>
                  <a:pt x="17009" y="5256"/>
                </a:lnTo>
                <a:lnTo>
                  <a:pt x="17106" y="5135"/>
                </a:lnTo>
                <a:lnTo>
                  <a:pt x="17179" y="4964"/>
                </a:lnTo>
                <a:lnTo>
                  <a:pt x="17179" y="4940"/>
                </a:lnTo>
                <a:lnTo>
                  <a:pt x="17155" y="4916"/>
                </a:lnTo>
                <a:lnTo>
                  <a:pt x="17130" y="4891"/>
                </a:lnTo>
                <a:close/>
                <a:moveTo>
                  <a:pt x="19539" y="5500"/>
                </a:moveTo>
                <a:lnTo>
                  <a:pt x="19442" y="5524"/>
                </a:lnTo>
                <a:lnTo>
                  <a:pt x="19320" y="5548"/>
                </a:lnTo>
                <a:lnTo>
                  <a:pt x="19101" y="5646"/>
                </a:lnTo>
                <a:lnTo>
                  <a:pt x="18688" y="5865"/>
                </a:lnTo>
                <a:lnTo>
                  <a:pt x="18006" y="6157"/>
                </a:lnTo>
                <a:lnTo>
                  <a:pt x="17349" y="6497"/>
                </a:lnTo>
                <a:lnTo>
                  <a:pt x="17276" y="6546"/>
                </a:lnTo>
                <a:lnTo>
                  <a:pt x="17252" y="6619"/>
                </a:lnTo>
                <a:lnTo>
                  <a:pt x="17252" y="6692"/>
                </a:lnTo>
                <a:lnTo>
                  <a:pt x="17276" y="6765"/>
                </a:lnTo>
                <a:lnTo>
                  <a:pt x="17301" y="6814"/>
                </a:lnTo>
                <a:lnTo>
                  <a:pt x="17374" y="6862"/>
                </a:lnTo>
                <a:lnTo>
                  <a:pt x="17422" y="6887"/>
                </a:lnTo>
                <a:lnTo>
                  <a:pt x="17520" y="6887"/>
                </a:lnTo>
                <a:lnTo>
                  <a:pt x="18201" y="6595"/>
                </a:lnTo>
                <a:lnTo>
                  <a:pt x="18858" y="6303"/>
                </a:lnTo>
                <a:lnTo>
                  <a:pt x="19345" y="6132"/>
                </a:lnTo>
                <a:lnTo>
                  <a:pt x="19466" y="6084"/>
                </a:lnTo>
                <a:lnTo>
                  <a:pt x="19588" y="6011"/>
                </a:lnTo>
                <a:lnTo>
                  <a:pt x="19685" y="5938"/>
                </a:lnTo>
                <a:lnTo>
                  <a:pt x="19734" y="5865"/>
                </a:lnTo>
                <a:lnTo>
                  <a:pt x="19758" y="5792"/>
                </a:lnTo>
                <a:lnTo>
                  <a:pt x="19782" y="5743"/>
                </a:lnTo>
                <a:lnTo>
                  <a:pt x="19734" y="5621"/>
                </a:lnTo>
                <a:lnTo>
                  <a:pt x="19709" y="5573"/>
                </a:lnTo>
                <a:lnTo>
                  <a:pt x="19661" y="5548"/>
                </a:lnTo>
                <a:lnTo>
                  <a:pt x="19612" y="5524"/>
                </a:lnTo>
                <a:lnTo>
                  <a:pt x="19539" y="5500"/>
                </a:lnTo>
                <a:close/>
                <a:moveTo>
                  <a:pt x="998" y="5694"/>
                </a:moveTo>
                <a:lnTo>
                  <a:pt x="949" y="5719"/>
                </a:lnTo>
                <a:lnTo>
                  <a:pt x="925" y="5767"/>
                </a:lnTo>
                <a:lnTo>
                  <a:pt x="901" y="5865"/>
                </a:lnTo>
                <a:lnTo>
                  <a:pt x="925" y="5938"/>
                </a:lnTo>
                <a:lnTo>
                  <a:pt x="949" y="6011"/>
                </a:lnTo>
                <a:lnTo>
                  <a:pt x="1022" y="6084"/>
                </a:lnTo>
                <a:lnTo>
                  <a:pt x="1193" y="6230"/>
                </a:lnTo>
                <a:lnTo>
                  <a:pt x="1412" y="6327"/>
                </a:lnTo>
                <a:lnTo>
                  <a:pt x="1874" y="6522"/>
                </a:lnTo>
                <a:lnTo>
                  <a:pt x="2093" y="6595"/>
                </a:lnTo>
                <a:lnTo>
                  <a:pt x="2239" y="6643"/>
                </a:lnTo>
                <a:lnTo>
                  <a:pt x="2677" y="6887"/>
                </a:lnTo>
                <a:lnTo>
                  <a:pt x="3139" y="7130"/>
                </a:lnTo>
                <a:lnTo>
                  <a:pt x="3383" y="7276"/>
                </a:lnTo>
                <a:lnTo>
                  <a:pt x="3504" y="7325"/>
                </a:lnTo>
                <a:lnTo>
                  <a:pt x="3577" y="7325"/>
                </a:lnTo>
                <a:lnTo>
                  <a:pt x="3650" y="7300"/>
                </a:lnTo>
                <a:lnTo>
                  <a:pt x="3699" y="7252"/>
                </a:lnTo>
                <a:lnTo>
                  <a:pt x="3723" y="7203"/>
                </a:lnTo>
                <a:lnTo>
                  <a:pt x="3747" y="7130"/>
                </a:lnTo>
                <a:lnTo>
                  <a:pt x="3723" y="7057"/>
                </a:lnTo>
                <a:lnTo>
                  <a:pt x="3650" y="6935"/>
                </a:lnTo>
                <a:lnTo>
                  <a:pt x="3529" y="6814"/>
                </a:lnTo>
                <a:lnTo>
                  <a:pt x="3383" y="6692"/>
                </a:lnTo>
                <a:lnTo>
                  <a:pt x="3212" y="6595"/>
                </a:lnTo>
                <a:lnTo>
                  <a:pt x="2847" y="6424"/>
                </a:lnTo>
                <a:lnTo>
                  <a:pt x="2531" y="6278"/>
                </a:lnTo>
                <a:lnTo>
                  <a:pt x="2166" y="6108"/>
                </a:lnTo>
                <a:lnTo>
                  <a:pt x="1777" y="5962"/>
                </a:lnTo>
                <a:lnTo>
                  <a:pt x="1022" y="5694"/>
                </a:lnTo>
                <a:close/>
                <a:moveTo>
                  <a:pt x="18396" y="8274"/>
                </a:moveTo>
                <a:lnTo>
                  <a:pt x="18128" y="8298"/>
                </a:lnTo>
                <a:lnTo>
                  <a:pt x="17982" y="8322"/>
                </a:lnTo>
                <a:lnTo>
                  <a:pt x="17885" y="8371"/>
                </a:lnTo>
                <a:lnTo>
                  <a:pt x="17812" y="8420"/>
                </a:lnTo>
                <a:lnTo>
                  <a:pt x="17787" y="8468"/>
                </a:lnTo>
                <a:lnTo>
                  <a:pt x="17787" y="8541"/>
                </a:lnTo>
                <a:lnTo>
                  <a:pt x="17787" y="8590"/>
                </a:lnTo>
                <a:lnTo>
                  <a:pt x="17812" y="8663"/>
                </a:lnTo>
                <a:lnTo>
                  <a:pt x="17860" y="8712"/>
                </a:lnTo>
                <a:lnTo>
                  <a:pt x="17909" y="8736"/>
                </a:lnTo>
                <a:lnTo>
                  <a:pt x="17982" y="8736"/>
                </a:lnTo>
                <a:lnTo>
                  <a:pt x="18201" y="8712"/>
                </a:lnTo>
                <a:lnTo>
                  <a:pt x="18517" y="8663"/>
                </a:lnTo>
                <a:lnTo>
                  <a:pt x="18663" y="8590"/>
                </a:lnTo>
                <a:lnTo>
                  <a:pt x="18785" y="8541"/>
                </a:lnTo>
                <a:lnTo>
                  <a:pt x="18858" y="8468"/>
                </a:lnTo>
                <a:lnTo>
                  <a:pt x="18858" y="8420"/>
                </a:lnTo>
                <a:lnTo>
                  <a:pt x="18858" y="8395"/>
                </a:lnTo>
                <a:lnTo>
                  <a:pt x="18809" y="8347"/>
                </a:lnTo>
                <a:lnTo>
                  <a:pt x="18761" y="8322"/>
                </a:lnTo>
                <a:lnTo>
                  <a:pt x="18639" y="8274"/>
                </a:lnTo>
                <a:close/>
                <a:moveTo>
                  <a:pt x="2020" y="8201"/>
                </a:moveTo>
                <a:lnTo>
                  <a:pt x="1947" y="8225"/>
                </a:lnTo>
                <a:lnTo>
                  <a:pt x="1898" y="8249"/>
                </a:lnTo>
                <a:lnTo>
                  <a:pt x="1874" y="8274"/>
                </a:lnTo>
                <a:lnTo>
                  <a:pt x="1850" y="8322"/>
                </a:lnTo>
                <a:lnTo>
                  <a:pt x="1850" y="8395"/>
                </a:lnTo>
                <a:lnTo>
                  <a:pt x="1850" y="8444"/>
                </a:lnTo>
                <a:lnTo>
                  <a:pt x="1874" y="8493"/>
                </a:lnTo>
                <a:lnTo>
                  <a:pt x="1923" y="8517"/>
                </a:lnTo>
                <a:lnTo>
                  <a:pt x="2093" y="8614"/>
                </a:lnTo>
                <a:lnTo>
                  <a:pt x="2288" y="8687"/>
                </a:lnTo>
                <a:lnTo>
                  <a:pt x="2482" y="8736"/>
                </a:lnTo>
                <a:lnTo>
                  <a:pt x="2701" y="8760"/>
                </a:lnTo>
                <a:lnTo>
                  <a:pt x="2774" y="8760"/>
                </a:lnTo>
                <a:lnTo>
                  <a:pt x="2823" y="8712"/>
                </a:lnTo>
                <a:lnTo>
                  <a:pt x="2872" y="8663"/>
                </a:lnTo>
                <a:lnTo>
                  <a:pt x="2896" y="8590"/>
                </a:lnTo>
                <a:lnTo>
                  <a:pt x="2896" y="8517"/>
                </a:lnTo>
                <a:lnTo>
                  <a:pt x="2872" y="8444"/>
                </a:lnTo>
                <a:lnTo>
                  <a:pt x="2823" y="8395"/>
                </a:lnTo>
                <a:lnTo>
                  <a:pt x="2750" y="8347"/>
                </a:lnTo>
                <a:lnTo>
                  <a:pt x="2385" y="8274"/>
                </a:lnTo>
                <a:lnTo>
                  <a:pt x="2190" y="8225"/>
                </a:lnTo>
                <a:lnTo>
                  <a:pt x="2020" y="8201"/>
                </a:lnTo>
                <a:close/>
                <a:moveTo>
                  <a:pt x="18517" y="9904"/>
                </a:moveTo>
                <a:lnTo>
                  <a:pt x="18323" y="9928"/>
                </a:lnTo>
                <a:lnTo>
                  <a:pt x="18177" y="9952"/>
                </a:lnTo>
                <a:lnTo>
                  <a:pt x="18031" y="10050"/>
                </a:lnTo>
                <a:lnTo>
                  <a:pt x="18006" y="10074"/>
                </a:lnTo>
                <a:lnTo>
                  <a:pt x="18006" y="10123"/>
                </a:lnTo>
                <a:lnTo>
                  <a:pt x="18128" y="10220"/>
                </a:lnTo>
                <a:lnTo>
                  <a:pt x="18274" y="10293"/>
                </a:lnTo>
                <a:lnTo>
                  <a:pt x="18420" y="10317"/>
                </a:lnTo>
                <a:lnTo>
                  <a:pt x="18590" y="10342"/>
                </a:lnTo>
                <a:lnTo>
                  <a:pt x="18931" y="10366"/>
                </a:lnTo>
                <a:lnTo>
                  <a:pt x="19247" y="10366"/>
                </a:lnTo>
                <a:lnTo>
                  <a:pt x="19661" y="10390"/>
                </a:lnTo>
                <a:lnTo>
                  <a:pt x="20074" y="10415"/>
                </a:lnTo>
                <a:lnTo>
                  <a:pt x="20293" y="10415"/>
                </a:lnTo>
                <a:lnTo>
                  <a:pt x="20512" y="10390"/>
                </a:lnTo>
                <a:lnTo>
                  <a:pt x="20707" y="10366"/>
                </a:lnTo>
                <a:lnTo>
                  <a:pt x="20902" y="10293"/>
                </a:lnTo>
                <a:lnTo>
                  <a:pt x="20950" y="10269"/>
                </a:lnTo>
                <a:lnTo>
                  <a:pt x="20975" y="10220"/>
                </a:lnTo>
                <a:lnTo>
                  <a:pt x="20975" y="10123"/>
                </a:lnTo>
                <a:lnTo>
                  <a:pt x="20926" y="10050"/>
                </a:lnTo>
                <a:lnTo>
                  <a:pt x="20853" y="10001"/>
                </a:lnTo>
                <a:lnTo>
                  <a:pt x="20707" y="9952"/>
                </a:lnTo>
                <a:lnTo>
                  <a:pt x="20512" y="9904"/>
                </a:lnTo>
                <a:lnTo>
                  <a:pt x="20147" y="9904"/>
                </a:lnTo>
                <a:lnTo>
                  <a:pt x="19782" y="9928"/>
                </a:lnTo>
                <a:lnTo>
                  <a:pt x="19418" y="9952"/>
                </a:lnTo>
                <a:lnTo>
                  <a:pt x="19077" y="9928"/>
                </a:lnTo>
                <a:lnTo>
                  <a:pt x="18688" y="9904"/>
                </a:lnTo>
                <a:close/>
                <a:moveTo>
                  <a:pt x="365" y="10123"/>
                </a:moveTo>
                <a:lnTo>
                  <a:pt x="219" y="10147"/>
                </a:lnTo>
                <a:lnTo>
                  <a:pt x="98" y="10171"/>
                </a:lnTo>
                <a:lnTo>
                  <a:pt x="25" y="10220"/>
                </a:lnTo>
                <a:lnTo>
                  <a:pt x="0" y="10269"/>
                </a:lnTo>
                <a:lnTo>
                  <a:pt x="0" y="10317"/>
                </a:lnTo>
                <a:lnTo>
                  <a:pt x="25" y="10366"/>
                </a:lnTo>
                <a:lnTo>
                  <a:pt x="49" y="10415"/>
                </a:lnTo>
                <a:lnTo>
                  <a:pt x="146" y="10512"/>
                </a:lnTo>
                <a:lnTo>
                  <a:pt x="268" y="10561"/>
                </a:lnTo>
                <a:lnTo>
                  <a:pt x="414" y="10585"/>
                </a:lnTo>
                <a:lnTo>
                  <a:pt x="730" y="10609"/>
                </a:lnTo>
                <a:lnTo>
                  <a:pt x="974" y="10609"/>
                </a:lnTo>
                <a:lnTo>
                  <a:pt x="1923" y="10634"/>
                </a:lnTo>
                <a:lnTo>
                  <a:pt x="2847" y="10634"/>
                </a:lnTo>
                <a:lnTo>
                  <a:pt x="2945" y="10609"/>
                </a:lnTo>
                <a:lnTo>
                  <a:pt x="3018" y="10561"/>
                </a:lnTo>
                <a:lnTo>
                  <a:pt x="3066" y="10488"/>
                </a:lnTo>
                <a:lnTo>
                  <a:pt x="3066" y="10390"/>
                </a:lnTo>
                <a:lnTo>
                  <a:pt x="3066" y="10317"/>
                </a:lnTo>
                <a:lnTo>
                  <a:pt x="3018" y="10244"/>
                </a:lnTo>
                <a:lnTo>
                  <a:pt x="2945" y="10196"/>
                </a:lnTo>
                <a:lnTo>
                  <a:pt x="2847" y="10171"/>
                </a:lnTo>
                <a:lnTo>
                  <a:pt x="1850" y="10171"/>
                </a:lnTo>
                <a:lnTo>
                  <a:pt x="852" y="10147"/>
                </a:lnTo>
                <a:lnTo>
                  <a:pt x="657" y="10123"/>
                </a:lnTo>
                <a:close/>
                <a:moveTo>
                  <a:pt x="2677" y="11777"/>
                </a:moveTo>
                <a:lnTo>
                  <a:pt x="2409" y="11826"/>
                </a:lnTo>
                <a:lnTo>
                  <a:pt x="2288" y="11875"/>
                </a:lnTo>
                <a:lnTo>
                  <a:pt x="2166" y="11923"/>
                </a:lnTo>
                <a:lnTo>
                  <a:pt x="2069" y="11996"/>
                </a:lnTo>
                <a:lnTo>
                  <a:pt x="2020" y="12094"/>
                </a:lnTo>
                <a:lnTo>
                  <a:pt x="2020" y="12167"/>
                </a:lnTo>
                <a:lnTo>
                  <a:pt x="2069" y="12215"/>
                </a:lnTo>
                <a:lnTo>
                  <a:pt x="2190" y="12240"/>
                </a:lnTo>
                <a:lnTo>
                  <a:pt x="2312" y="12240"/>
                </a:lnTo>
                <a:lnTo>
                  <a:pt x="2580" y="12191"/>
                </a:lnTo>
                <a:lnTo>
                  <a:pt x="2872" y="12191"/>
                </a:lnTo>
                <a:lnTo>
                  <a:pt x="2993" y="12167"/>
                </a:lnTo>
                <a:lnTo>
                  <a:pt x="3066" y="12142"/>
                </a:lnTo>
                <a:lnTo>
                  <a:pt x="3115" y="12069"/>
                </a:lnTo>
                <a:lnTo>
                  <a:pt x="3139" y="12045"/>
                </a:lnTo>
                <a:lnTo>
                  <a:pt x="3139" y="11996"/>
                </a:lnTo>
                <a:lnTo>
                  <a:pt x="3115" y="11923"/>
                </a:lnTo>
                <a:lnTo>
                  <a:pt x="3091" y="11875"/>
                </a:lnTo>
                <a:lnTo>
                  <a:pt x="3066" y="11850"/>
                </a:lnTo>
                <a:lnTo>
                  <a:pt x="3018" y="11802"/>
                </a:lnTo>
                <a:lnTo>
                  <a:pt x="2920" y="11777"/>
                </a:lnTo>
                <a:close/>
                <a:moveTo>
                  <a:pt x="18006" y="11923"/>
                </a:moveTo>
                <a:lnTo>
                  <a:pt x="17860" y="11948"/>
                </a:lnTo>
                <a:lnTo>
                  <a:pt x="17812" y="11972"/>
                </a:lnTo>
                <a:lnTo>
                  <a:pt x="17763" y="11996"/>
                </a:lnTo>
                <a:lnTo>
                  <a:pt x="17763" y="12045"/>
                </a:lnTo>
                <a:lnTo>
                  <a:pt x="17763" y="12094"/>
                </a:lnTo>
                <a:lnTo>
                  <a:pt x="17787" y="12118"/>
                </a:lnTo>
                <a:lnTo>
                  <a:pt x="17860" y="12167"/>
                </a:lnTo>
                <a:lnTo>
                  <a:pt x="17933" y="12215"/>
                </a:lnTo>
                <a:lnTo>
                  <a:pt x="18006" y="12240"/>
                </a:lnTo>
                <a:lnTo>
                  <a:pt x="18152" y="12264"/>
                </a:lnTo>
                <a:lnTo>
                  <a:pt x="18444" y="12337"/>
                </a:lnTo>
                <a:lnTo>
                  <a:pt x="18761" y="12386"/>
                </a:lnTo>
                <a:lnTo>
                  <a:pt x="18834" y="12386"/>
                </a:lnTo>
                <a:lnTo>
                  <a:pt x="18882" y="12337"/>
                </a:lnTo>
                <a:lnTo>
                  <a:pt x="18931" y="12288"/>
                </a:lnTo>
                <a:lnTo>
                  <a:pt x="18955" y="12215"/>
                </a:lnTo>
                <a:lnTo>
                  <a:pt x="18931" y="12142"/>
                </a:lnTo>
                <a:lnTo>
                  <a:pt x="18931" y="12069"/>
                </a:lnTo>
                <a:lnTo>
                  <a:pt x="18882" y="12021"/>
                </a:lnTo>
                <a:lnTo>
                  <a:pt x="18809" y="11996"/>
                </a:lnTo>
                <a:lnTo>
                  <a:pt x="18566" y="11948"/>
                </a:lnTo>
                <a:lnTo>
                  <a:pt x="18201" y="11923"/>
                </a:lnTo>
                <a:close/>
                <a:moveTo>
                  <a:pt x="3358" y="13359"/>
                </a:moveTo>
                <a:lnTo>
                  <a:pt x="3261" y="13383"/>
                </a:lnTo>
                <a:lnTo>
                  <a:pt x="2434" y="13870"/>
                </a:lnTo>
                <a:lnTo>
                  <a:pt x="1582" y="14357"/>
                </a:lnTo>
                <a:lnTo>
                  <a:pt x="1241" y="14503"/>
                </a:lnTo>
                <a:lnTo>
                  <a:pt x="1095" y="14576"/>
                </a:lnTo>
                <a:lnTo>
                  <a:pt x="949" y="14697"/>
                </a:lnTo>
                <a:lnTo>
                  <a:pt x="925" y="14770"/>
                </a:lnTo>
                <a:lnTo>
                  <a:pt x="925" y="14843"/>
                </a:lnTo>
                <a:lnTo>
                  <a:pt x="949" y="14892"/>
                </a:lnTo>
                <a:lnTo>
                  <a:pt x="1022" y="14941"/>
                </a:lnTo>
                <a:lnTo>
                  <a:pt x="1120" y="14965"/>
                </a:lnTo>
                <a:lnTo>
                  <a:pt x="1217" y="14965"/>
                </a:lnTo>
                <a:lnTo>
                  <a:pt x="1412" y="14916"/>
                </a:lnTo>
                <a:lnTo>
                  <a:pt x="1606" y="14843"/>
                </a:lnTo>
                <a:lnTo>
                  <a:pt x="1801" y="14746"/>
                </a:lnTo>
                <a:lnTo>
                  <a:pt x="2239" y="14551"/>
                </a:lnTo>
                <a:lnTo>
                  <a:pt x="2677" y="14308"/>
                </a:lnTo>
                <a:lnTo>
                  <a:pt x="3504" y="13797"/>
                </a:lnTo>
                <a:lnTo>
                  <a:pt x="3577" y="13724"/>
                </a:lnTo>
                <a:lnTo>
                  <a:pt x="3626" y="13651"/>
                </a:lnTo>
                <a:lnTo>
                  <a:pt x="3626" y="13554"/>
                </a:lnTo>
                <a:lnTo>
                  <a:pt x="3577" y="13481"/>
                </a:lnTo>
                <a:lnTo>
                  <a:pt x="3529" y="13408"/>
                </a:lnTo>
                <a:lnTo>
                  <a:pt x="3456" y="13359"/>
                </a:lnTo>
                <a:close/>
                <a:moveTo>
                  <a:pt x="17325" y="13383"/>
                </a:moveTo>
                <a:lnTo>
                  <a:pt x="17179" y="13408"/>
                </a:lnTo>
                <a:lnTo>
                  <a:pt x="17130" y="13408"/>
                </a:lnTo>
                <a:lnTo>
                  <a:pt x="17130" y="13432"/>
                </a:lnTo>
                <a:lnTo>
                  <a:pt x="17130" y="13505"/>
                </a:lnTo>
                <a:lnTo>
                  <a:pt x="17252" y="13627"/>
                </a:lnTo>
                <a:lnTo>
                  <a:pt x="17398" y="13748"/>
                </a:lnTo>
                <a:lnTo>
                  <a:pt x="17690" y="13943"/>
                </a:lnTo>
                <a:lnTo>
                  <a:pt x="18006" y="14113"/>
                </a:lnTo>
                <a:lnTo>
                  <a:pt x="18323" y="14284"/>
                </a:lnTo>
                <a:lnTo>
                  <a:pt x="18907" y="14649"/>
                </a:lnTo>
                <a:lnTo>
                  <a:pt x="19199" y="14819"/>
                </a:lnTo>
                <a:lnTo>
                  <a:pt x="19515" y="14941"/>
                </a:lnTo>
                <a:lnTo>
                  <a:pt x="19612" y="14965"/>
                </a:lnTo>
                <a:lnTo>
                  <a:pt x="19709" y="14941"/>
                </a:lnTo>
                <a:lnTo>
                  <a:pt x="19758" y="14868"/>
                </a:lnTo>
                <a:lnTo>
                  <a:pt x="19807" y="14795"/>
                </a:lnTo>
                <a:lnTo>
                  <a:pt x="19807" y="14697"/>
                </a:lnTo>
                <a:lnTo>
                  <a:pt x="19782" y="14600"/>
                </a:lnTo>
                <a:lnTo>
                  <a:pt x="19734" y="14527"/>
                </a:lnTo>
                <a:lnTo>
                  <a:pt x="19636" y="14454"/>
                </a:lnTo>
                <a:lnTo>
                  <a:pt x="19272" y="14308"/>
                </a:lnTo>
                <a:lnTo>
                  <a:pt x="18931" y="14113"/>
                </a:lnTo>
                <a:lnTo>
                  <a:pt x="18590" y="13919"/>
                </a:lnTo>
                <a:lnTo>
                  <a:pt x="18250" y="13724"/>
                </a:lnTo>
                <a:lnTo>
                  <a:pt x="17982" y="13602"/>
                </a:lnTo>
                <a:lnTo>
                  <a:pt x="17739" y="13481"/>
                </a:lnTo>
                <a:lnTo>
                  <a:pt x="17593" y="13432"/>
                </a:lnTo>
                <a:lnTo>
                  <a:pt x="17447" y="13408"/>
                </a:lnTo>
                <a:lnTo>
                  <a:pt x="17325" y="13383"/>
                </a:lnTo>
                <a:close/>
                <a:moveTo>
                  <a:pt x="4234" y="14892"/>
                </a:moveTo>
                <a:lnTo>
                  <a:pt x="4161" y="14916"/>
                </a:lnTo>
                <a:lnTo>
                  <a:pt x="4088" y="14941"/>
                </a:lnTo>
                <a:lnTo>
                  <a:pt x="3942" y="15087"/>
                </a:lnTo>
                <a:lnTo>
                  <a:pt x="3820" y="15257"/>
                </a:lnTo>
                <a:lnTo>
                  <a:pt x="3723" y="15330"/>
                </a:lnTo>
                <a:lnTo>
                  <a:pt x="3650" y="15379"/>
                </a:lnTo>
                <a:lnTo>
                  <a:pt x="3650" y="15403"/>
                </a:lnTo>
                <a:lnTo>
                  <a:pt x="3601" y="15427"/>
                </a:lnTo>
                <a:lnTo>
                  <a:pt x="3577" y="15476"/>
                </a:lnTo>
                <a:lnTo>
                  <a:pt x="3553" y="15525"/>
                </a:lnTo>
                <a:lnTo>
                  <a:pt x="3553" y="15573"/>
                </a:lnTo>
                <a:lnTo>
                  <a:pt x="3577" y="15646"/>
                </a:lnTo>
                <a:lnTo>
                  <a:pt x="3626" y="15695"/>
                </a:lnTo>
                <a:lnTo>
                  <a:pt x="3699" y="15744"/>
                </a:lnTo>
                <a:lnTo>
                  <a:pt x="3772" y="15744"/>
                </a:lnTo>
                <a:lnTo>
                  <a:pt x="3845" y="15719"/>
                </a:lnTo>
                <a:lnTo>
                  <a:pt x="3991" y="15646"/>
                </a:lnTo>
                <a:lnTo>
                  <a:pt x="4088" y="15549"/>
                </a:lnTo>
                <a:lnTo>
                  <a:pt x="4258" y="15403"/>
                </a:lnTo>
                <a:lnTo>
                  <a:pt x="4429" y="15208"/>
                </a:lnTo>
                <a:lnTo>
                  <a:pt x="4453" y="15135"/>
                </a:lnTo>
                <a:lnTo>
                  <a:pt x="4453" y="15087"/>
                </a:lnTo>
                <a:lnTo>
                  <a:pt x="4429" y="15014"/>
                </a:lnTo>
                <a:lnTo>
                  <a:pt x="4380" y="14941"/>
                </a:lnTo>
                <a:lnTo>
                  <a:pt x="4307" y="14892"/>
                </a:lnTo>
                <a:close/>
                <a:moveTo>
                  <a:pt x="16376" y="14843"/>
                </a:moveTo>
                <a:lnTo>
                  <a:pt x="16303" y="14892"/>
                </a:lnTo>
                <a:lnTo>
                  <a:pt x="16279" y="14965"/>
                </a:lnTo>
                <a:lnTo>
                  <a:pt x="16303" y="15038"/>
                </a:lnTo>
                <a:lnTo>
                  <a:pt x="16400" y="15233"/>
                </a:lnTo>
                <a:lnTo>
                  <a:pt x="16522" y="15403"/>
                </a:lnTo>
                <a:lnTo>
                  <a:pt x="16668" y="15598"/>
                </a:lnTo>
                <a:lnTo>
                  <a:pt x="16765" y="15671"/>
                </a:lnTo>
                <a:lnTo>
                  <a:pt x="16863" y="15744"/>
                </a:lnTo>
                <a:lnTo>
                  <a:pt x="16936" y="15768"/>
                </a:lnTo>
                <a:lnTo>
                  <a:pt x="17009" y="15768"/>
                </a:lnTo>
                <a:lnTo>
                  <a:pt x="17082" y="15719"/>
                </a:lnTo>
                <a:lnTo>
                  <a:pt x="17130" y="15671"/>
                </a:lnTo>
                <a:lnTo>
                  <a:pt x="17155" y="15598"/>
                </a:lnTo>
                <a:lnTo>
                  <a:pt x="17155" y="15525"/>
                </a:lnTo>
                <a:lnTo>
                  <a:pt x="17130" y="15476"/>
                </a:lnTo>
                <a:lnTo>
                  <a:pt x="17057" y="15403"/>
                </a:lnTo>
                <a:lnTo>
                  <a:pt x="16911" y="15281"/>
                </a:lnTo>
                <a:lnTo>
                  <a:pt x="16790" y="15135"/>
                </a:lnTo>
                <a:lnTo>
                  <a:pt x="16644" y="14965"/>
                </a:lnTo>
                <a:lnTo>
                  <a:pt x="16546" y="14892"/>
                </a:lnTo>
                <a:lnTo>
                  <a:pt x="16449" y="14843"/>
                </a:lnTo>
                <a:close/>
                <a:moveTo>
                  <a:pt x="11169" y="3577"/>
                </a:moveTo>
                <a:lnTo>
                  <a:pt x="11582" y="3650"/>
                </a:lnTo>
                <a:lnTo>
                  <a:pt x="11996" y="3748"/>
                </a:lnTo>
                <a:lnTo>
                  <a:pt x="12410" y="3894"/>
                </a:lnTo>
                <a:lnTo>
                  <a:pt x="12799" y="4064"/>
                </a:lnTo>
                <a:lnTo>
                  <a:pt x="13188" y="4259"/>
                </a:lnTo>
                <a:lnTo>
                  <a:pt x="13578" y="4453"/>
                </a:lnTo>
                <a:lnTo>
                  <a:pt x="13943" y="4672"/>
                </a:lnTo>
                <a:lnTo>
                  <a:pt x="14235" y="4891"/>
                </a:lnTo>
                <a:lnTo>
                  <a:pt x="14502" y="5110"/>
                </a:lnTo>
                <a:lnTo>
                  <a:pt x="14770" y="5329"/>
                </a:lnTo>
                <a:lnTo>
                  <a:pt x="15038" y="5573"/>
                </a:lnTo>
                <a:lnTo>
                  <a:pt x="14989" y="5621"/>
                </a:lnTo>
                <a:lnTo>
                  <a:pt x="14916" y="5694"/>
                </a:lnTo>
                <a:lnTo>
                  <a:pt x="14916" y="5767"/>
                </a:lnTo>
                <a:lnTo>
                  <a:pt x="14892" y="5792"/>
                </a:lnTo>
                <a:lnTo>
                  <a:pt x="14892" y="5840"/>
                </a:lnTo>
                <a:lnTo>
                  <a:pt x="14940" y="5840"/>
                </a:lnTo>
                <a:lnTo>
                  <a:pt x="14989" y="5865"/>
                </a:lnTo>
                <a:lnTo>
                  <a:pt x="15086" y="5865"/>
                </a:lnTo>
                <a:lnTo>
                  <a:pt x="15159" y="5816"/>
                </a:lnTo>
                <a:lnTo>
                  <a:pt x="15232" y="5767"/>
                </a:lnTo>
                <a:lnTo>
                  <a:pt x="15354" y="5913"/>
                </a:lnTo>
                <a:lnTo>
                  <a:pt x="15257" y="5986"/>
                </a:lnTo>
                <a:lnTo>
                  <a:pt x="15208" y="6059"/>
                </a:lnTo>
                <a:lnTo>
                  <a:pt x="15159" y="6132"/>
                </a:lnTo>
                <a:lnTo>
                  <a:pt x="15184" y="6205"/>
                </a:lnTo>
                <a:lnTo>
                  <a:pt x="15208" y="6254"/>
                </a:lnTo>
                <a:lnTo>
                  <a:pt x="15330" y="6254"/>
                </a:lnTo>
                <a:lnTo>
                  <a:pt x="15427" y="6181"/>
                </a:lnTo>
                <a:lnTo>
                  <a:pt x="15524" y="6132"/>
                </a:lnTo>
                <a:lnTo>
                  <a:pt x="15719" y="6376"/>
                </a:lnTo>
                <a:lnTo>
                  <a:pt x="15695" y="6424"/>
                </a:lnTo>
                <a:lnTo>
                  <a:pt x="15573" y="6546"/>
                </a:lnTo>
                <a:lnTo>
                  <a:pt x="15549" y="6619"/>
                </a:lnTo>
                <a:lnTo>
                  <a:pt x="15524" y="6716"/>
                </a:lnTo>
                <a:lnTo>
                  <a:pt x="15549" y="6765"/>
                </a:lnTo>
                <a:lnTo>
                  <a:pt x="15597" y="6789"/>
                </a:lnTo>
                <a:lnTo>
                  <a:pt x="15768" y="6789"/>
                </a:lnTo>
                <a:lnTo>
                  <a:pt x="15865" y="6741"/>
                </a:lnTo>
                <a:lnTo>
                  <a:pt x="15914" y="6692"/>
                </a:lnTo>
                <a:lnTo>
                  <a:pt x="16060" y="6911"/>
                </a:lnTo>
                <a:lnTo>
                  <a:pt x="15962" y="7008"/>
                </a:lnTo>
                <a:lnTo>
                  <a:pt x="15889" y="7081"/>
                </a:lnTo>
                <a:lnTo>
                  <a:pt x="15841" y="7130"/>
                </a:lnTo>
                <a:lnTo>
                  <a:pt x="15841" y="7203"/>
                </a:lnTo>
                <a:lnTo>
                  <a:pt x="15865" y="7300"/>
                </a:lnTo>
                <a:lnTo>
                  <a:pt x="15914" y="7325"/>
                </a:lnTo>
                <a:lnTo>
                  <a:pt x="15962" y="7349"/>
                </a:lnTo>
                <a:lnTo>
                  <a:pt x="16060" y="7325"/>
                </a:lnTo>
                <a:lnTo>
                  <a:pt x="16157" y="7300"/>
                </a:lnTo>
                <a:lnTo>
                  <a:pt x="16254" y="7227"/>
                </a:lnTo>
                <a:lnTo>
                  <a:pt x="16400" y="7495"/>
                </a:lnTo>
                <a:lnTo>
                  <a:pt x="16327" y="7519"/>
                </a:lnTo>
                <a:lnTo>
                  <a:pt x="16254" y="7544"/>
                </a:lnTo>
                <a:lnTo>
                  <a:pt x="16157" y="7617"/>
                </a:lnTo>
                <a:lnTo>
                  <a:pt x="16060" y="7714"/>
                </a:lnTo>
                <a:lnTo>
                  <a:pt x="15987" y="7811"/>
                </a:lnTo>
                <a:lnTo>
                  <a:pt x="15938" y="7909"/>
                </a:lnTo>
                <a:lnTo>
                  <a:pt x="15938" y="7982"/>
                </a:lnTo>
                <a:lnTo>
                  <a:pt x="15962" y="8030"/>
                </a:lnTo>
                <a:lnTo>
                  <a:pt x="15987" y="8079"/>
                </a:lnTo>
                <a:lnTo>
                  <a:pt x="16060" y="8103"/>
                </a:lnTo>
                <a:lnTo>
                  <a:pt x="16108" y="8079"/>
                </a:lnTo>
                <a:lnTo>
                  <a:pt x="16181" y="8030"/>
                </a:lnTo>
                <a:lnTo>
                  <a:pt x="16303" y="7933"/>
                </a:lnTo>
                <a:lnTo>
                  <a:pt x="16449" y="7836"/>
                </a:lnTo>
                <a:lnTo>
                  <a:pt x="16522" y="7763"/>
                </a:lnTo>
                <a:lnTo>
                  <a:pt x="16692" y="8176"/>
                </a:lnTo>
                <a:lnTo>
                  <a:pt x="16619" y="8201"/>
                </a:lnTo>
                <a:lnTo>
                  <a:pt x="16571" y="8225"/>
                </a:lnTo>
                <a:lnTo>
                  <a:pt x="16473" y="8347"/>
                </a:lnTo>
                <a:lnTo>
                  <a:pt x="16254" y="8541"/>
                </a:lnTo>
                <a:lnTo>
                  <a:pt x="16181" y="8614"/>
                </a:lnTo>
                <a:lnTo>
                  <a:pt x="16108" y="8712"/>
                </a:lnTo>
                <a:lnTo>
                  <a:pt x="16084" y="8760"/>
                </a:lnTo>
                <a:lnTo>
                  <a:pt x="16060" y="8809"/>
                </a:lnTo>
                <a:lnTo>
                  <a:pt x="16060" y="8858"/>
                </a:lnTo>
                <a:lnTo>
                  <a:pt x="16108" y="8906"/>
                </a:lnTo>
                <a:lnTo>
                  <a:pt x="16157" y="8930"/>
                </a:lnTo>
                <a:lnTo>
                  <a:pt x="16206" y="8930"/>
                </a:lnTo>
                <a:lnTo>
                  <a:pt x="16327" y="8882"/>
                </a:lnTo>
                <a:lnTo>
                  <a:pt x="16425" y="8809"/>
                </a:lnTo>
                <a:lnTo>
                  <a:pt x="16522" y="8736"/>
                </a:lnTo>
                <a:lnTo>
                  <a:pt x="16668" y="8614"/>
                </a:lnTo>
                <a:lnTo>
                  <a:pt x="16790" y="8468"/>
                </a:lnTo>
                <a:lnTo>
                  <a:pt x="16887" y="8882"/>
                </a:lnTo>
                <a:lnTo>
                  <a:pt x="16790" y="8930"/>
                </a:lnTo>
                <a:lnTo>
                  <a:pt x="16692" y="8979"/>
                </a:lnTo>
                <a:lnTo>
                  <a:pt x="16498" y="9125"/>
                </a:lnTo>
                <a:lnTo>
                  <a:pt x="16230" y="9271"/>
                </a:lnTo>
                <a:lnTo>
                  <a:pt x="16108" y="9368"/>
                </a:lnTo>
                <a:lnTo>
                  <a:pt x="16011" y="9441"/>
                </a:lnTo>
                <a:lnTo>
                  <a:pt x="16011" y="9490"/>
                </a:lnTo>
                <a:lnTo>
                  <a:pt x="16035" y="9514"/>
                </a:lnTo>
                <a:lnTo>
                  <a:pt x="16181" y="9539"/>
                </a:lnTo>
                <a:lnTo>
                  <a:pt x="16327" y="9514"/>
                </a:lnTo>
                <a:lnTo>
                  <a:pt x="16619" y="9441"/>
                </a:lnTo>
                <a:lnTo>
                  <a:pt x="16790" y="9368"/>
                </a:lnTo>
                <a:lnTo>
                  <a:pt x="16960" y="9271"/>
                </a:lnTo>
                <a:lnTo>
                  <a:pt x="17009" y="9660"/>
                </a:lnTo>
                <a:lnTo>
                  <a:pt x="16522" y="9855"/>
                </a:lnTo>
                <a:lnTo>
                  <a:pt x="16254" y="9977"/>
                </a:lnTo>
                <a:lnTo>
                  <a:pt x="16108" y="10050"/>
                </a:lnTo>
                <a:lnTo>
                  <a:pt x="15987" y="10123"/>
                </a:lnTo>
                <a:lnTo>
                  <a:pt x="15962" y="10171"/>
                </a:lnTo>
                <a:lnTo>
                  <a:pt x="15962" y="10196"/>
                </a:lnTo>
                <a:lnTo>
                  <a:pt x="15987" y="10220"/>
                </a:lnTo>
                <a:lnTo>
                  <a:pt x="16011" y="10244"/>
                </a:lnTo>
                <a:lnTo>
                  <a:pt x="16279" y="10269"/>
                </a:lnTo>
                <a:lnTo>
                  <a:pt x="16522" y="10220"/>
                </a:lnTo>
                <a:lnTo>
                  <a:pt x="16765" y="10147"/>
                </a:lnTo>
                <a:lnTo>
                  <a:pt x="17033" y="10074"/>
                </a:lnTo>
                <a:lnTo>
                  <a:pt x="17009" y="10585"/>
                </a:lnTo>
                <a:lnTo>
                  <a:pt x="16765" y="10585"/>
                </a:lnTo>
                <a:lnTo>
                  <a:pt x="16546" y="10634"/>
                </a:lnTo>
                <a:lnTo>
                  <a:pt x="16108" y="10707"/>
                </a:lnTo>
                <a:lnTo>
                  <a:pt x="15914" y="10780"/>
                </a:lnTo>
                <a:lnTo>
                  <a:pt x="15719" y="10853"/>
                </a:lnTo>
                <a:lnTo>
                  <a:pt x="15695" y="10877"/>
                </a:lnTo>
                <a:lnTo>
                  <a:pt x="15719" y="10901"/>
                </a:lnTo>
                <a:lnTo>
                  <a:pt x="15889" y="10950"/>
                </a:lnTo>
                <a:lnTo>
                  <a:pt x="16060" y="10974"/>
                </a:lnTo>
                <a:lnTo>
                  <a:pt x="16425" y="10950"/>
                </a:lnTo>
                <a:lnTo>
                  <a:pt x="16814" y="10926"/>
                </a:lnTo>
                <a:lnTo>
                  <a:pt x="16984" y="10926"/>
                </a:lnTo>
                <a:lnTo>
                  <a:pt x="16887" y="11412"/>
                </a:lnTo>
                <a:lnTo>
                  <a:pt x="16765" y="11412"/>
                </a:lnTo>
                <a:lnTo>
                  <a:pt x="16619" y="11437"/>
                </a:lnTo>
                <a:lnTo>
                  <a:pt x="16352" y="11485"/>
                </a:lnTo>
                <a:lnTo>
                  <a:pt x="16035" y="11558"/>
                </a:lnTo>
                <a:lnTo>
                  <a:pt x="15889" y="11583"/>
                </a:lnTo>
                <a:lnTo>
                  <a:pt x="15719" y="11607"/>
                </a:lnTo>
                <a:lnTo>
                  <a:pt x="15695" y="11607"/>
                </a:lnTo>
                <a:lnTo>
                  <a:pt x="15670" y="11631"/>
                </a:lnTo>
                <a:lnTo>
                  <a:pt x="15670" y="11656"/>
                </a:lnTo>
                <a:lnTo>
                  <a:pt x="15695" y="11680"/>
                </a:lnTo>
                <a:lnTo>
                  <a:pt x="15962" y="11777"/>
                </a:lnTo>
                <a:lnTo>
                  <a:pt x="16108" y="11826"/>
                </a:lnTo>
                <a:lnTo>
                  <a:pt x="16254" y="11850"/>
                </a:lnTo>
                <a:lnTo>
                  <a:pt x="16522" y="11826"/>
                </a:lnTo>
                <a:lnTo>
                  <a:pt x="16814" y="11802"/>
                </a:lnTo>
                <a:lnTo>
                  <a:pt x="16668" y="12264"/>
                </a:lnTo>
                <a:lnTo>
                  <a:pt x="16498" y="12215"/>
                </a:lnTo>
                <a:lnTo>
                  <a:pt x="16303" y="12191"/>
                </a:lnTo>
                <a:lnTo>
                  <a:pt x="16108" y="12142"/>
                </a:lnTo>
                <a:lnTo>
                  <a:pt x="15914" y="12094"/>
                </a:lnTo>
                <a:lnTo>
                  <a:pt x="15695" y="12094"/>
                </a:lnTo>
                <a:lnTo>
                  <a:pt x="15476" y="12118"/>
                </a:lnTo>
                <a:lnTo>
                  <a:pt x="15451" y="12142"/>
                </a:lnTo>
                <a:lnTo>
                  <a:pt x="15451" y="12167"/>
                </a:lnTo>
                <a:lnTo>
                  <a:pt x="15476" y="12191"/>
                </a:lnTo>
                <a:lnTo>
                  <a:pt x="15646" y="12288"/>
                </a:lnTo>
                <a:lnTo>
                  <a:pt x="15816" y="12386"/>
                </a:lnTo>
                <a:lnTo>
                  <a:pt x="16230" y="12532"/>
                </a:lnTo>
                <a:lnTo>
                  <a:pt x="16546" y="12629"/>
                </a:lnTo>
                <a:lnTo>
                  <a:pt x="16376" y="13018"/>
                </a:lnTo>
                <a:lnTo>
                  <a:pt x="16060" y="12970"/>
                </a:lnTo>
                <a:lnTo>
                  <a:pt x="15743" y="12872"/>
                </a:lnTo>
                <a:lnTo>
                  <a:pt x="15573" y="12824"/>
                </a:lnTo>
                <a:lnTo>
                  <a:pt x="15476" y="12824"/>
                </a:lnTo>
                <a:lnTo>
                  <a:pt x="15451" y="12848"/>
                </a:lnTo>
                <a:lnTo>
                  <a:pt x="15427" y="12897"/>
                </a:lnTo>
                <a:lnTo>
                  <a:pt x="15427" y="12945"/>
                </a:lnTo>
                <a:lnTo>
                  <a:pt x="15451" y="12994"/>
                </a:lnTo>
                <a:lnTo>
                  <a:pt x="15524" y="13091"/>
                </a:lnTo>
                <a:lnTo>
                  <a:pt x="15743" y="13237"/>
                </a:lnTo>
                <a:lnTo>
                  <a:pt x="15938" y="13335"/>
                </a:lnTo>
                <a:lnTo>
                  <a:pt x="16181" y="13408"/>
                </a:lnTo>
                <a:lnTo>
                  <a:pt x="15914" y="13821"/>
                </a:lnTo>
                <a:lnTo>
                  <a:pt x="15865" y="13894"/>
                </a:lnTo>
                <a:lnTo>
                  <a:pt x="15841" y="13870"/>
                </a:lnTo>
                <a:lnTo>
                  <a:pt x="15719" y="13797"/>
                </a:lnTo>
                <a:lnTo>
                  <a:pt x="15597" y="13700"/>
                </a:lnTo>
                <a:lnTo>
                  <a:pt x="15330" y="13578"/>
                </a:lnTo>
                <a:lnTo>
                  <a:pt x="15013" y="13505"/>
                </a:lnTo>
                <a:lnTo>
                  <a:pt x="14721" y="13505"/>
                </a:lnTo>
                <a:lnTo>
                  <a:pt x="14697" y="13529"/>
                </a:lnTo>
                <a:lnTo>
                  <a:pt x="14673" y="13578"/>
                </a:lnTo>
                <a:lnTo>
                  <a:pt x="14697" y="13602"/>
                </a:lnTo>
                <a:lnTo>
                  <a:pt x="14794" y="13651"/>
                </a:lnTo>
                <a:lnTo>
                  <a:pt x="14892" y="13724"/>
                </a:lnTo>
                <a:lnTo>
                  <a:pt x="15111" y="13821"/>
                </a:lnTo>
                <a:lnTo>
                  <a:pt x="15378" y="13967"/>
                </a:lnTo>
                <a:lnTo>
                  <a:pt x="15622" y="14138"/>
                </a:lnTo>
                <a:lnTo>
                  <a:pt x="15670" y="14162"/>
                </a:lnTo>
                <a:lnTo>
                  <a:pt x="15451" y="14405"/>
                </a:lnTo>
                <a:lnTo>
                  <a:pt x="15330" y="14357"/>
                </a:lnTo>
                <a:lnTo>
                  <a:pt x="15208" y="14332"/>
                </a:lnTo>
                <a:lnTo>
                  <a:pt x="15086" y="14332"/>
                </a:lnTo>
                <a:lnTo>
                  <a:pt x="14989" y="14308"/>
                </a:lnTo>
                <a:lnTo>
                  <a:pt x="14794" y="14259"/>
                </a:lnTo>
                <a:lnTo>
                  <a:pt x="14624" y="14186"/>
                </a:lnTo>
                <a:lnTo>
                  <a:pt x="14454" y="14089"/>
                </a:lnTo>
                <a:lnTo>
                  <a:pt x="14308" y="14016"/>
                </a:lnTo>
                <a:lnTo>
                  <a:pt x="14137" y="14016"/>
                </a:lnTo>
                <a:lnTo>
                  <a:pt x="14089" y="14040"/>
                </a:lnTo>
                <a:lnTo>
                  <a:pt x="14064" y="14089"/>
                </a:lnTo>
                <a:lnTo>
                  <a:pt x="14089" y="14162"/>
                </a:lnTo>
                <a:lnTo>
                  <a:pt x="14162" y="14259"/>
                </a:lnTo>
                <a:lnTo>
                  <a:pt x="14308" y="14405"/>
                </a:lnTo>
                <a:lnTo>
                  <a:pt x="14478" y="14527"/>
                </a:lnTo>
                <a:lnTo>
                  <a:pt x="14648" y="14600"/>
                </a:lnTo>
                <a:lnTo>
                  <a:pt x="14843" y="14697"/>
                </a:lnTo>
                <a:lnTo>
                  <a:pt x="14965" y="14746"/>
                </a:lnTo>
                <a:lnTo>
                  <a:pt x="15086" y="14770"/>
                </a:lnTo>
                <a:lnTo>
                  <a:pt x="14819" y="14989"/>
                </a:lnTo>
                <a:lnTo>
                  <a:pt x="14527" y="15208"/>
                </a:lnTo>
                <a:lnTo>
                  <a:pt x="14454" y="15208"/>
                </a:lnTo>
                <a:lnTo>
                  <a:pt x="14332" y="15184"/>
                </a:lnTo>
                <a:lnTo>
                  <a:pt x="14235" y="15111"/>
                </a:lnTo>
                <a:lnTo>
                  <a:pt x="14064" y="14965"/>
                </a:lnTo>
                <a:lnTo>
                  <a:pt x="13918" y="14843"/>
                </a:lnTo>
                <a:lnTo>
                  <a:pt x="13748" y="14722"/>
                </a:lnTo>
                <a:lnTo>
                  <a:pt x="13651" y="14673"/>
                </a:lnTo>
                <a:lnTo>
                  <a:pt x="13578" y="14624"/>
                </a:lnTo>
                <a:lnTo>
                  <a:pt x="13383" y="14624"/>
                </a:lnTo>
                <a:lnTo>
                  <a:pt x="13359" y="14649"/>
                </a:lnTo>
                <a:lnTo>
                  <a:pt x="13359" y="14697"/>
                </a:lnTo>
                <a:lnTo>
                  <a:pt x="13456" y="14868"/>
                </a:lnTo>
                <a:lnTo>
                  <a:pt x="13602" y="15014"/>
                </a:lnTo>
                <a:lnTo>
                  <a:pt x="13894" y="15306"/>
                </a:lnTo>
                <a:lnTo>
                  <a:pt x="13991" y="15403"/>
                </a:lnTo>
                <a:lnTo>
                  <a:pt x="14113" y="15476"/>
                </a:lnTo>
                <a:lnTo>
                  <a:pt x="13748" y="15671"/>
                </a:lnTo>
                <a:lnTo>
                  <a:pt x="13553" y="15598"/>
                </a:lnTo>
                <a:lnTo>
                  <a:pt x="13456" y="15549"/>
                </a:lnTo>
                <a:lnTo>
                  <a:pt x="13359" y="15476"/>
                </a:lnTo>
                <a:lnTo>
                  <a:pt x="13164" y="15306"/>
                </a:lnTo>
                <a:lnTo>
                  <a:pt x="12872" y="15062"/>
                </a:lnTo>
                <a:lnTo>
                  <a:pt x="12726" y="14941"/>
                </a:lnTo>
                <a:lnTo>
                  <a:pt x="12556" y="14843"/>
                </a:lnTo>
                <a:lnTo>
                  <a:pt x="12507" y="14868"/>
                </a:lnTo>
                <a:lnTo>
                  <a:pt x="12483" y="14916"/>
                </a:lnTo>
                <a:lnTo>
                  <a:pt x="12580" y="15135"/>
                </a:lnTo>
                <a:lnTo>
                  <a:pt x="12726" y="15330"/>
                </a:lnTo>
                <a:lnTo>
                  <a:pt x="12896" y="15525"/>
                </a:lnTo>
                <a:lnTo>
                  <a:pt x="13067" y="15695"/>
                </a:lnTo>
                <a:lnTo>
                  <a:pt x="13310" y="15865"/>
                </a:lnTo>
                <a:lnTo>
                  <a:pt x="12702" y="16084"/>
                </a:lnTo>
                <a:lnTo>
                  <a:pt x="12239" y="15719"/>
                </a:lnTo>
                <a:lnTo>
                  <a:pt x="11972" y="15476"/>
                </a:lnTo>
                <a:lnTo>
                  <a:pt x="11826" y="15354"/>
                </a:lnTo>
                <a:lnTo>
                  <a:pt x="11655" y="15257"/>
                </a:lnTo>
                <a:lnTo>
                  <a:pt x="11631" y="15257"/>
                </a:lnTo>
                <a:lnTo>
                  <a:pt x="11607" y="15281"/>
                </a:lnTo>
                <a:lnTo>
                  <a:pt x="11607" y="15354"/>
                </a:lnTo>
                <a:lnTo>
                  <a:pt x="11631" y="15427"/>
                </a:lnTo>
                <a:lnTo>
                  <a:pt x="11704" y="15573"/>
                </a:lnTo>
                <a:lnTo>
                  <a:pt x="11801" y="15719"/>
                </a:lnTo>
                <a:lnTo>
                  <a:pt x="11899" y="15841"/>
                </a:lnTo>
                <a:lnTo>
                  <a:pt x="12093" y="16036"/>
                </a:lnTo>
                <a:lnTo>
                  <a:pt x="12312" y="16206"/>
                </a:lnTo>
                <a:lnTo>
                  <a:pt x="11826" y="16303"/>
                </a:lnTo>
                <a:lnTo>
                  <a:pt x="11801" y="16303"/>
                </a:lnTo>
                <a:lnTo>
                  <a:pt x="11558" y="16036"/>
                </a:lnTo>
                <a:lnTo>
                  <a:pt x="11291" y="15768"/>
                </a:lnTo>
                <a:lnTo>
                  <a:pt x="11169" y="15671"/>
                </a:lnTo>
                <a:lnTo>
                  <a:pt x="11047" y="15573"/>
                </a:lnTo>
                <a:lnTo>
                  <a:pt x="10901" y="15500"/>
                </a:lnTo>
                <a:lnTo>
                  <a:pt x="10828" y="15476"/>
                </a:lnTo>
                <a:lnTo>
                  <a:pt x="10731" y="15476"/>
                </a:lnTo>
                <a:lnTo>
                  <a:pt x="10731" y="15500"/>
                </a:lnTo>
                <a:lnTo>
                  <a:pt x="10780" y="15646"/>
                </a:lnTo>
                <a:lnTo>
                  <a:pt x="10853" y="15768"/>
                </a:lnTo>
                <a:lnTo>
                  <a:pt x="11072" y="15987"/>
                </a:lnTo>
                <a:lnTo>
                  <a:pt x="11437" y="16376"/>
                </a:lnTo>
                <a:lnTo>
                  <a:pt x="11072" y="16425"/>
                </a:lnTo>
                <a:lnTo>
                  <a:pt x="10682" y="16474"/>
                </a:lnTo>
                <a:lnTo>
                  <a:pt x="10682" y="16401"/>
                </a:lnTo>
                <a:lnTo>
                  <a:pt x="10634" y="16328"/>
                </a:lnTo>
                <a:lnTo>
                  <a:pt x="10463" y="16133"/>
                </a:lnTo>
                <a:lnTo>
                  <a:pt x="10269" y="15938"/>
                </a:lnTo>
                <a:lnTo>
                  <a:pt x="10050" y="15768"/>
                </a:lnTo>
                <a:lnTo>
                  <a:pt x="9831" y="15598"/>
                </a:lnTo>
                <a:lnTo>
                  <a:pt x="9806" y="15598"/>
                </a:lnTo>
                <a:lnTo>
                  <a:pt x="9782" y="15622"/>
                </a:lnTo>
                <a:lnTo>
                  <a:pt x="9806" y="15744"/>
                </a:lnTo>
                <a:lnTo>
                  <a:pt x="9855" y="15865"/>
                </a:lnTo>
                <a:lnTo>
                  <a:pt x="9904" y="15987"/>
                </a:lnTo>
                <a:lnTo>
                  <a:pt x="9977" y="16084"/>
                </a:lnTo>
                <a:lnTo>
                  <a:pt x="10123" y="16303"/>
                </a:lnTo>
                <a:lnTo>
                  <a:pt x="10317" y="16474"/>
                </a:lnTo>
                <a:lnTo>
                  <a:pt x="9685" y="16474"/>
                </a:lnTo>
                <a:lnTo>
                  <a:pt x="9612" y="16352"/>
                </a:lnTo>
                <a:lnTo>
                  <a:pt x="9563" y="16255"/>
                </a:lnTo>
                <a:lnTo>
                  <a:pt x="9393" y="16060"/>
                </a:lnTo>
                <a:lnTo>
                  <a:pt x="9222" y="15817"/>
                </a:lnTo>
                <a:lnTo>
                  <a:pt x="9125" y="15695"/>
                </a:lnTo>
                <a:lnTo>
                  <a:pt x="9028" y="15598"/>
                </a:lnTo>
                <a:lnTo>
                  <a:pt x="8979" y="15598"/>
                </a:lnTo>
                <a:lnTo>
                  <a:pt x="8955" y="15622"/>
                </a:lnTo>
                <a:lnTo>
                  <a:pt x="8955" y="15744"/>
                </a:lnTo>
                <a:lnTo>
                  <a:pt x="8979" y="15865"/>
                </a:lnTo>
                <a:lnTo>
                  <a:pt x="9003" y="15987"/>
                </a:lnTo>
                <a:lnTo>
                  <a:pt x="9052" y="16109"/>
                </a:lnTo>
                <a:lnTo>
                  <a:pt x="9247" y="16449"/>
                </a:lnTo>
                <a:lnTo>
                  <a:pt x="9247" y="16449"/>
                </a:lnTo>
                <a:lnTo>
                  <a:pt x="8687" y="16376"/>
                </a:lnTo>
                <a:lnTo>
                  <a:pt x="8614" y="16376"/>
                </a:lnTo>
                <a:lnTo>
                  <a:pt x="8590" y="16328"/>
                </a:lnTo>
                <a:lnTo>
                  <a:pt x="8492" y="16230"/>
                </a:lnTo>
                <a:lnTo>
                  <a:pt x="8419" y="16109"/>
                </a:lnTo>
                <a:lnTo>
                  <a:pt x="8346" y="15841"/>
                </a:lnTo>
                <a:lnTo>
                  <a:pt x="8273" y="15646"/>
                </a:lnTo>
                <a:lnTo>
                  <a:pt x="8200" y="15573"/>
                </a:lnTo>
                <a:lnTo>
                  <a:pt x="8152" y="15549"/>
                </a:lnTo>
                <a:lnTo>
                  <a:pt x="8103" y="15549"/>
                </a:lnTo>
                <a:lnTo>
                  <a:pt x="8079" y="15598"/>
                </a:lnTo>
                <a:lnTo>
                  <a:pt x="8054" y="15646"/>
                </a:lnTo>
                <a:lnTo>
                  <a:pt x="8054" y="15792"/>
                </a:lnTo>
                <a:lnTo>
                  <a:pt x="8079" y="15938"/>
                </a:lnTo>
                <a:lnTo>
                  <a:pt x="8103" y="16060"/>
                </a:lnTo>
                <a:lnTo>
                  <a:pt x="8176" y="16279"/>
                </a:lnTo>
                <a:lnTo>
                  <a:pt x="7762" y="16157"/>
                </a:lnTo>
                <a:lnTo>
                  <a:pt x="7714" y="16084"/>
                </a:lnTo>
                <a:lnTo>
                  <a:pt x="7665" y="15963"/>
                </a:lnTo>
                <a:lnTo>
                  <a:pt x="7592" y="15817"/>
                </a:lnTo>
                <a:lnTo>
                  <a:pt x="7543" y="15695"/>
                </a:lnTo>
                <a:lnTo>
                  <a:pt x="7519" y="15549"/>
                </a:lnTo>
                <a:lnTo>
                  <a:pt x="7495" y="15549"/>
                </a:lnTo>
                <a:lnTo>
                  <a:pt x="7470" y="15671"/>
                </a:lnTo>
                <a:lnTo>
                  <a:pt x="7446" y="15792"/>
                </a:lnTo>
                <a:lnTo>
                  <a:pt x="7446" y="15938"/>
                </a:lnTo>
                <a:lnTo>
                  <a:pt x="7470" y="16060"/>
                </a:lnTo>
                <a:lnTo>
                  <a:pt x="6984" y="15841"/>
                </a:lnTo>
                <a:lnTo>
                  <a:pt x="6984" y="15792"/>
                </a:lnTo>
                <a:lnTo>
                  <a:pt x="6911" y="15646"/>
                </a:lnTo>
                <a:lnTo>
                  <a:pt x="6813" y="15549"/>
                </a:lnTo>
                <a:lnTo>
                  <a:pt x="6789" y="15549"/>
                </a:lnTo>
                <a:lnTo>
                  <a:pt x="6740" y="15622"/>
                </a:lnTo>
                <a:lnTo>
                  <a:pt x="6716" y="15695"/>
                </a:lnTo>
                <a:lnTo>
                  <a:pt x="6375" y="15476"/>
                </a:lnTo>
                <a:lnTo>
                  <a:pt x="6035" y="15233"/>
                </a:lnTo>
                <a:lnTo>
                  <a:pt x="5718" y="14965"/>
                </a:lnTo>
                <a:lnTo>
                  <a:pt x="5451" y="14649"/>
                </a:lnTo>
                <a:lnTo>
                  <a:pt x="5159" y="14284"/>
                </a:lnTo>
                <a:lnTo>
                  <a:pt x="4915" y="13894"/>
                </a:lnTo>
                <a:lnTo>
                  <a:pt x="4696" y="13505"/>
                </a:lnTo>
                <a:lnTo>
                  <a:pt x="4502" y="13091"/>
                </a:lnTo>
                <a:lnTo>
                  <a:pt x="4356" y="12653"/>
                </a:lnTo>
                <a:lnTo>
                  <a:pt x="4234" y="12215"/>
                </a:lnTo>
                <a:lnTo>
                  <a:pt x="4112" y="11777"/>
                </a:lnTo>
                <a:lnTo>
                  <a:pt x="4064" y="11315"/>
                </a:lnTo>
                <a:lnTo>
                  <a:pt x="4015" y="10926"/>
                </a:lnTo>
                <a:lnTo>
                  <a:pt x="3991" y="10561"/>
                </a:lnTo>
                <a:lnTo>
                  <a:pt x="4015" y="10171"/>
                </a:lnTo>
                <a:lnTo>
                  <a:pt x="4039" y="9782"/>
                </a:lnTo>
                <a:lnTo>
                  <a:pt x="4088" y="9393"/>
                </a:lnTo>
                <a:lnTo>
                  <a:pt x="4137" y="9028"/>
                </a:lnTo>
                <a:lnTo>
                  <a:pt x="4234" y="8663"/>
                </a:lnTo>
                <a:lnTo>
                  <a:pt x="4331" y="8274"/>
                </a:lnTo>
                <a:lnTo>
                  <a:pt x="4453" y="7909"/>
                </a:lnTo>
                <a:lnTo>
                  <a:pt x="4599" y="7568"/>
                </a:lnTo>
                <a:lnTo>
                  <a:pt x="4769" y="7227"/>
                </a:lnTo>
                <a:lnTo>
                  <a:pt x="4940" y="6887"/>
                </a:lnTo>
                <a:lnTo>
                  <a:pt x="5134" y="6546"/>
                </a:lnTo>
                <a:lnTo>
                  <a:pt x="5353" y="6230"/>
                </a:lnTo>
                <a:lnTo>
                  <a:pt x="5597" y="5913"/>
                </a:lnTo>
                <a:lnTo>
                  <a:pt x="5840" y="5621"/>
                </a:lnTo>
                <a:lnTo>
                  <a:pt x="6083" y="5354"/>
                </a:lnTo>
                <a:lnTo>
                  <a:pt x="6351" y="5110"/>
                </a:lnTo>
                <a:lnTo>
                  <a:pt x="6643" y="4891"/>
                </a:lnTo>
                <a:lnTo>
                  <a:pt x="6935" y="4721"/>
                </a:lnTo>
                <a:lnTo>
                  <a:pt x="7227" y="4526"/>
                </a:lnTo>
                <a:lnTo>
                  <a:pt x="7543" y="4380"/>
                </a:lnTo>
                <a:lnTo>
                  <a:pt x="8225" y="4088"/>
                </a:lnTo>
                <a:lnTo>
                  <a:pt x="8784" y="3845"/>
                </a:lnTo>
                <a:lnTo>
                  <a:pt x="9368" y="3675"/>
                </a:lnTo>
                <a:lnTo>
                  <a:pt x="9636" y="3602"/>
                </a:lnTo>
                <a:lnTo>
                  <a:pt x="9660" y="3650"/>
                </a:lnTo>
                <a:lnTo>
                  <a:pt x="9685" y="3699"/>
                </a:lnTo>
                <a:lnTo>
                  <a:pt x="9733" y="3723"/>
                </a:lnTo>
                <a:lnTo>
                  <a:pt x="9806" y="3723"/>
                </a:lnTo>
                <a:lnTo>
                  <a:pt x="10171" y="3626"/>
                </a:lnTo>
                <a:lnTo>
                  <a:pt x="10536" y="3577"/>
                </a:lnTo>
                <a:lnTo>
                  <a:pt x="10585" y="3626"/>
                </a:lnTo>
                <a:lnTo>
                  <a:pt x="10634" y="3650"/>
                </a:lnTo>
                <a:lnTo>
                  <a:pt x="10682" y="3626"/>
                </a:lnTo>
                <a:lnTo>
                  <a:pt x="10707" y="3602"/>
                </a:lnTo>
                <a:lnTo>
                  <a:pt x="10731" y="3577"/>
                </a:lnTo>
                <a:close/>
                <a:moveTo>
                  <a:pt x="9977" y="3237"/>
                </a:moveTo>
                <a:lnTo>
                  <a:pt x="9733" y="3261"/>
                </a:lnTo>
                <a:lnTo>
                  <a:pt x="9490" y="3310"/>
                </a:lnTo>
                <a:lnTo>
                  <a:pt x="9028" y="3431"/>
                </a:lnTo>
                <a:lnTo>
                  <a:pt x="8638" y="3577"/>
                </a:lnTo>
                <a:lnTo>
                  <a:pt x="7957" y="3821"/>
                </a:lnTo>
                <a:lnTo>
                  <a:pt x="7324" y="4113"/>
                </a:lnTo>
                <a:lnTo>
                  <a:pt x="7008" y="4283"/>
                </a:lnTo>
                <a:lnTo>
                  <a:pt x="6692" y="4453"/>
                </a:lnTo>
                <a:lnTo>
                  <a:pt x="6400" y="4648"/>
                </a:lnTo>
                <a:lnTo>
                  <a:pt x="6108" y="4867"/>
                </a:lnTo>
                <a:lnTo>
                  <a:pt x="5791" y="5159"/>
                </a:lnTo>
                <a:lnTo>
                  <a:pt x="5499" y="5451"/>
                </a:lnTo>
                <a:lnTo>
                  <a:pt x="5232" y="5767"/>
                </a:lnTo>
                <a:lnTo>
                  <a:pt x="4988" y="6108"/>
                </a:lnTo>
                <a:lnTo>
                  <a:pt x="4745" y="6473"/>
                </a:lnTo>
                <a:lnTo>
                  <a:pt x="4526" y="6838"/>
                </a:lnTo>
                <a:lnTo>
                  <a:pt x="4356" y="7203"/>
                </a:lnTo>
                <a:lnTo>
                  <a:pt x="4185" y="7592"/>
                </a:lnTo>
                <a:lnTo>
                  <a:pt x="4039" y="8006"/>
                </a:lnTo>
                <a:lnTo>
                  <a:pt x="3918" y="8420"/>
                </a:lnTo>
                <a:lnTo>
                  <a:pt x="3796" y="8833"/>
                </a:lnTo>
                <a:lnTo>
                  <a:pt x="3723" y="9247"/>
                </a:lnTo>
                <a:lnTo>
                  <a:pt x="3674" y="9660"/>
                </a:lnTo>
                <a:lnTo>
                  <a:pt x="3626" y="10074"/>
                </a:lnTo>
                <a:lnTo>
                  <a:pt x="3626" y="10488"/>
                </a:lnTo>
                <a:lnTo>
                  <a:pt x="3626" y="10901"/>
                </a:lnTo>
                <a:lnTo>
                  <a:pt x="3650" y="11315"/>
                </a:lnTo>
                <a:lnTo>
                  <a:pt x="3699" y="11704"/>
                </a:lnTo>
                <a:lnTo>
                  <a:pt x="3772" y="12094"/>
                </a:lnTo>
                <a:lnTo>
                  <a:pt x="3869" y="12483"/>
                </a:lnTo>
                <a:lnTo>
                  <a:pt x="3991" y="12872"/>
                </a:lnTo>
                <a:lnTo>
                  <a:pt x="4137" y="13262"/>
                </a:lnTo>
                <a:lnTo>
                  <a:pt x="4307" y="13627"/>
                </a:lnTo>
                <a:lnTo>
                  <a:pt x="4477" y="13967"/>
                </a:lnTo>
                <a:lnTo>
                  <a:pt x="4696" y="14332"/>
                </a:lnTo>
                <a:lnTo>
                  <a:pt x="4915" y="14649"/>
                </a:lnTo>
                <a:lnTo>
                  <a:pt x="5183" y="14965"/>
                </a:lnTo>
                <a:lnTo>
                  <a:pt x="5451" y="15257"/>
                </a:lnTo>
                <a:lnTo>
                  <a:pt x="5743" y="15525"/>
                </a:lnTo>
                <a:lnTo>
                  <a:pt x="6035" y="15768"/>
                </a:lnTo>
                <a:lnTo>
                  <a:pt x="6375" y="15987"/>
                </a:lnTo>
                <a:lnTo>
                  <a:pt x="6716" y="16182"/>
                </a:lnTo>
                <a:lnTo>
                  <a:pt x="6765" y="16230"/>
                </a:lnTo>
                <a:lnTo>
                  <a:pt x="6838" y="16230"/>
                </a:lnTo>
                <a:lnTo>
                  <a:pt x="6862" y="16255"/>
                </a:lnTo>
                <a:lnTo>
                  <a:pt x="7276" y="16425"/>
                </a:lnTo>
                <a:lnTo>
                  <a:pt x="7738" y="16595"/>
                </a:lnTo>
                <a:lnTo>
                  <a:pt x="8176" y="16717"/>
                </a:lnTo>
                <a:lnTo>
                  <a:pt x="8638" y="16814"/>
                </a:lnTo>
                <a:lnTo>
                  <a:pt x="9101" y="16887"/>
                </a:lnTo>
                <a:lnTo>
                  <a:pt x="9563" y="16936"/>
                </a:lnTo>
                <a:lnTo>
                  <a:pt x="10025" y="16960"/>
                </a:lnTo>
                <a:lnTo>
                  <a:pt x="10488" y="16936"/>
                </a:lnTo>
                <a:lnTo>
                  <a:pt x="10974" y="16912"/>
                </a:lnTo>
                <a:lnTo>
                  <a:pt x="11437" y="16839"/>
                </a:lnTo>
                <a:lnTo>
                  <a:pt x="11899" y="16766"/>
                </a:lnTo>
                <a:lnTo>
                  <a:pt x="12337" y="16644"/>
                </a:lnTo>
                <a:lnTo>
                  <a:pt x="12799" y="16522"/>
                </a:lnTo>
                <a:lnTo>
                  <a:pt x="13237" y="16352"/>
                </a:lnTo>
                <a:lnTo>
                  <a:pt x="13675" y="16182"/>
                </a:lnTo>
                <a:lnTo>
                  <a:pt x="14089" y="15963"/>
                </a:lnTo>
                <a:lnTo>
                  <a:pt x="14575" y="15671"/>
                </a:lnTo>
                <a:lnTo>
                  <a:pt x="15038" y="15354"/>
                </a:lnTo>
                <a:lnTo>
                  <a:pt x="15451" y="15014"/>
                </a:lnTo>
                <a:lnTo>
                  <a:pt x="15816" y="14624"/>
                </a:lnTo>
                <a:lnTo>
                  <a:pt x="16157" y="14186"/>
                </a:lnTo>
                <a:lnTo>
                  <a:pt x="16473" y="13748"/>
                </a:lnTo>
                <a:lnTo>
                  <a:pt x="16741" y="13286"/>
                </a:lnTo>
                <a:lnTo>
                  <a:pt x="16960" y="12799"/>
                </a:lnTo>
                <a:lnTo>
                  <a:pt x="17155" y="12288"/>
                </a:lnTo>
                <a:lnTo>
                  <a:pt x="17301" y="11777"/>
                </a:lnTo>
                <a:lnTo>
                  <a:pt x="17398" y="11242"/>
                </a:lnTo>
                <a:lnTo>
                  <a:pt x="17447" y="10707"/>
                </a:lnTo>
                <a:lnTo>
                  <a:pt x="17471" y="10147"/>
                </a:lnTo>
                <a:lnTo>
                  <a:pt x="17447" y="9587"/>
                </a:lnTo>
                <a:lnTo>
                  <a:pt x="17374" y="9052"/>
                </a:lnTo>
                <a:lnTo>
                  <a:pt x="17276" y="8493"/>
                </a:lnTo>
                <a:lnTo>
                  <a:pt x="17106" y="7957"/>
                </a:lnTo>
                <a:lnTo>
                  <a:pt x="16887" y="7422"/>
                </a:lnTo>
                <a:lnTo>
                  <a:pt x="16619" y="6911"/>
                </a:lnTo>
                <a:lnTo>
                  <a:pt x="16327" y="6400"/>
                </a:lnTo>
                <a:lnTo>
                  <a:pt x="15987" y="5938"/>
                </a:lnTo>
                <a:lnTo>
                  <a:pt x="15597" y="5500"/>
                </a:lnTo>
                <a:lnTo>
                  <a:pt x="15184" y="5110"/>
                </a:lnTo>
                <a:lnTo>
                  <a:pt x="14746" y="4745"/>
                </a:lnTo>
                <a:lnTo>
                  <a:pt x="14502" y="4551"/>
                </a:lnTo>
                <a:lnTo>
                  <a:pt x="14235" y="4380"/>
                </a:lnTo>
                <a:lnTo>
                  <a:pt x="13651" y="4088"/>
                </a:lnTo>
                <a:lnTo>
                  <a:pt x="13067" y="3796"/>
                </a:lnTo>
                <a:lnTo>
                  <a:pt x="12483" y="3577"/>
                </a:lnTo>
                <a:lnTo>
                  <a:pt x="11996" y="3431"/>
                </a:lnTo>
                <a:lnTo>
                  <a:pt x="11461" y="3334"/>
                </a:lnTo>
                <a:lnTo>
                  <a:pt x="11218" y="3285"/>
                </a:lnTo>
                <a:lnTo>
                  <a:pt x="10415" y="3285"/>
                </a:lnTo>
                <a:lnTo>
                  <a:pt x="10196" y="3237"/>
                </a:lnTo>
                <a:close/>
                <a:moveTo>
                  <a:pt x="13675" y="16912"/>
                </a:moveTo>
                <a:lnTo>
                  <a:pt x="13626" y="16936"/>
                </a:lnTo>
                <a:lnTo>
                  <a:pt x="13578" y="16984"/>
                </a:lnTo>
                <a:lnTo>
                  <a:pt x="13553" y="17057"/>
                </a:lnTo>
                <a:lnTo>
                  <a:pt x="13553" y="17106"/>
                </a:lnTo>
                <a:lnTo>
                  <a:pt x="13578" y="17252"/>
                </a:lnTo>
                <a:lnTo>
                  <a:pt x="13724" y="17495"/>
                </a:lnTo>
                <a:lnTo>
                  <a:pt x="13772" y="17666"/>
                </a:lnTo>
                <a:lnTo>
                  <a:pt x="13870" y="17812"/>
                </a:lnTo>
                <a:lnTo>
                  <a:pt x="13943" y="17885"/>
                </a:lnTo>
                <a:lnTo>
                  <a:pt x="13991" y="17958"/>
                </a:lnTo>
                <a:lnTo>
                  <a:pt x="14089" y="17982"/>
                </a:lnTo>
                <a:lnTo>
                  <a:pt x="14162" y="18006"/>
                </a:lnTo>
                <a:lnTo>
                  <a:pt x="14210" y="17982"/>
                </a:lnTo>
                <a:lnTo>
                  <a:pt x="14259" y="17958"/>
                </a:lnTo>
                <a:lnTo>
                  <a:pt x="14332" y="17885"/>
                </a:lnTo>
                <a:lnTo>
                  <a:pt x="14356" y="17787"/>
                </a:lnTo>
                <a:lnTo>
                  <a:pt x="14356" y="17739"/>
                </a:lnTo>
                <a:lnTo>
                  <a:pt x="14332" y="17690"/>
                </a:lnTo>
                <a:lnTo>
                  <a:pt x="14259" y="17593"/>
                </a:lnTo>
                <a:lnTo>
                  <a:pt x="14162" y="17495"/>
                </a:lnTo>
                <a:lnTo>
                  <a:pt x="13991" y="17228"/>
                </a:lnTo>
                <a:lnTo>
                  <a:pt x="13918" y="17082"/>
                </a:lnTo>
                <a:lnTo>
                  <a:pt x="13870" y="17033"/>
                </a:lnTo>
                <a:lnTo>
                  <a:pt x="13821" y="16960"/>
                </a:lnTo>
                <a:lnTo>
                  <a:pt x="13748" y="16936"/>
                </a:lnTo>
                <a:lnTo>
                  <a:pt x="13675" y="16912"/>
                </a:lnTo>
                <a:close/>
                <a:moveTo>
                  <a:pt x="7008" y="17009"/>
                </a:moveTo>
                <a:lnTo>
                  <a:pt x="6911" y="17057"/>
                </a:lnTo>
                <a:lnTo>
                  <a:pt x="6813" y="17155"/>
                </a:lnTo>
                <a:lnTo>
                  <a:pt x="6716" y="17374"/>
                </a:lnTo>
                <a:lnTo>
                  <a:pt x="6570" y="17666"/>
                </a:lnTo>
                <a:lnTo>
                  <a:pt x="6521" y="17812"/>
                </a:lnTo>
                <a:lnTo>
                  <a:pt x="6497" y="17885"/>
                </a:lnTo>
                <a:lnTo>
                  <a:pt x="6521" y="17958"/>
                </a:lnTo>
                <a:lnTo>
                  <a:pt x="6546" y="18006"/>
                </a:lnTo>
                <a:lnTo>
                  <a:pt x="6594" y="18055"/>
                </a:lnTo>
                <a:lnTo>
                  <a:pt x="6667" y="18079"/>
                </a:lnTo>
                <a:lnTo>
                  <a:pt x="6740" y="18079"/>
                </a:lnTo>
                <a:lnTo>
                  <a:pt x="6789" y="18055"/>
                </a:lnTo>
                <a:lnTo>
                  <a:pt x="6862" y="18006"/>
                </a:lnTo>
                <a:lnTo>
                  <a:pt x="6935" y="17885"/>
                </a:lnTo>
                <a:lnTo>
                  <a:pt x="7008" y="17739"/>
                </a:lnTo>
                <a:lnTo>
                  <a:pt x="7057" y="17593"/>
                </a:lnTo>
                <a:lnTo>
                  <a:pt x="7154" y="17349"/>
                </a:lnTo>
                <a:lnTo>
                  <a:pt x="7178" y="17228"/>
                </a:lnTo>
                <a:lnTo>
                  <a:pt x="7178" y="17106"/>
                </a:lnTo>
                <a:lnTo>
                  <a:pt x="7154" y="17057"/>
                </a:lnTo>
                <a:lnTo>
                  <a:pt x="7105" y="17033"/>
                </a:lnTo>
                <a:lnTo>
                  <a:pt x="7057" y="17009"/>
                </a:lnTo>
                <a:close/>
                <a:moveTo>
                  <a:pt x="5694" y="16328"/>
                </a:moveTo>
                <a:lnTo>
                  <a:pt x="5597" y="16352"/>
                </a:lnTo>
                <a:lnTo>
                  <a:pt x="5524" y="16425"/>
                </a:lnTo>
                <a:lnTo>
                  <a:pt x="5159" y="16887"/>
                </a:lnTo>
                <a:lnTo>
                  <a:pt x="4745" y="17349"/>
                </a:lnTo>
                <a:lnTo>
                  <a:pt x="4307" y="17787"/>
                </a:lnTo>
                <a:lnTo>
                  <a:pt x="3869" y="18225"/>
                </a:lnTo>
                <a:lnTo>
                  <a:pt x="3820" y="18250"/>
                </a:lnTo>
                <a:lnTo>
                  <a:pt x="3820" y="18298"/>
                </a:lnTo>
                <a:lnTo>
                  <a:pt x="3820" y="18347"/>
                </a:lnTo>
                <a:lnTo>
                  <a:pt x="3845" y="18396"/>
                </a:lnTo>
                <a:lnTo>
                  <a:pt x="3893" y="18444"/>
                </a:lnTo>
                <a:lnTo>
                  <a:pt x="3942" y="18469"/>
                </a:lnTo>
                <a:lnTo>
                  <a:pt x="3991" y="18469"/>
                </a:lnTo>
                <a:lnTo>
                  <a:pt x="4161" y="18420"/>
                </a:lnTo>
                <a:lnTo>
                  <a:pt x="4283" y="18347"/>
                </a:lnTo>
                <a:lnTo>
                  <a:pt x="4429" y="18250"/>
                </a:lnTo>
                <a:lnTo>
                  <a:pt x="4550" y="18152"/>
                </a:lnTo>
                <a:lnTo>
                  <a:pt x="4794" y="17909"/>
                </a:lnTo>
                <a:lnTo>
                  <a:pt x="5013" y="17690"/>
                </a:lnTo>
                <a:lnTo>
                  <a:pt x="5499" y="17203"/>
                </a:lnTo>
                <a:lnTo>
                  <a:pt x="5718" y="16936"/>
                </a:lnTo>
                <a:lnTo>
                  <a:pt x="5937" y="16668"/>
                </a:lnTo>
                <a:lnTo>
                  <a:pt x="5986" y="16571"/>
                </a:lnTo>
                <a:lnTo>
                  <a:pt x="5962" y="16498"/>
                </a:lnTo>
                <a:lnTo>
                  <a:pt x="5937" y="16425"/>
                </a:lnTo>
                <a:lnTo>
                  <a:pt x="5864" y="16376"/>
                </a:lnTo>
                <a:lnTo>
                  <a:pt x="5791" y="16328"/>
                </a:lnTo>
                <a:close/>
                <a:moveTo>
                  <a:pt x="15013" y="15987"/>
                </a:moveTo>
                <a:lnTo>
                  <a:pt x="14965" y="16011"/>
                </a:lnTo>
                <a:lnTo>
                  <a:pt x="14940" y="16084"/>
                </a:lnTo>
                <a:lnTo>
                  <a:pt x="14940" y="16133"/>
                </a:lnTo>
                <a:lnTo>
                  <a:pt x="14989" y="16303"/>
                </a:lnTo>
                <a:lnTo>
                  <a:pt x="15038" y="16449"/>
                </a:lnTo>
                <a:lnTo>
                  <a:pt x="15208" y="16717"/>
                </a:lnTo>
                <a:lnTo>
                  <a:pt x="15427" y="17082"/>
                </a:lnTo>
                <a:lnTo>
                  <a:pt x="15524" y="17252"/>
                </a:lnTo>
                <a:lnTo>
                  <a:pt x="15646" y="17422"/>
                </a:lnTo>
                <a:lnTo>
                  <a:pt x="16108" y="17933"/>
                </a:lnTo>
                <a:lnTo>
                  <a:pt x="16327" y="18225"/>
                </a:lnTo>
                <a:lnTo>
                  <a:pt x="16400" y="18371"/>
                </a:lnTo>
                <a:lnTo>
                  <a:pt x="16473" y="18517"/>
                </a:lnTo>
                <a:lnTo>
                  <a:pt x="16522" y="18590"/>
                </a:lnTo>
                <a:lnTo>
                  <a:pt x="16595" y="18639"/>
                </a:lnTo>
                <a:lnTo>
                  <a:pt x="16668" y="18688"/>
                </a:lnTo>
                <a:lnTo>
                  <a:pt x="16765" y="18688"/>
                </a:lnTo>
                <a:lnTo>
                  <a:pt x="16838" y="18663"/>
                </a:lnTo>
                <a:lnTo>
                  <a:pt x="16887" y="18615"/>
                </a:lnTo>
                <a:lnTo>
                  <a:pt x="16936" y="18566"/>
                </a:lnTo>
                <a:lnTo>
                  <a:pt x="16936" y="18469"/>
                </a:lnTo>
                <a:lnTo>
                  <a:pt x="16911" y="18298"/>
                </a:lnTo>
                <a:lnTo>
                  <a:pt x="16838" y="18128"/>
                </a:lnTo>
                <a:lnTo>
                  <a:pt x="16765" y="17982"/>
                </a:lnTo>
                <a:lnTo>
                  <a:pt x="16668" y="17836"/>
                </a:lnTo>
                <a:lnTo>
                  <a:pt x="16449" y="17568"/>
                </a:lnTo>
                <a:lnTo>
                  <a:pt x="16206" y="17325"/>
                </a:lnTo>
                <a:lnTo>
                  <a:pt x="16060" y="17155"/>
                </a:lnTo>
                <a:lnTo>
                  <a:pt x="15938" y="16984"/>
                </a:lnTo>
                <a:lnTo>
                  <a:pt x="15695" y="16595"/>
                </a:lnTo>
                <a:lnTo>
                  <a:pt x="15573" y="16401"/>
                </a:lnTo>
                <a:lnTo>
                  <a:pt x="15427" y="16230"/>
                </a:lnTo>
                <a:lnTo>
                  <a:pt x="15281" y="16109"/>
                </a:lnTo>
                <a:lnTo>
                  <a:pt x="15086" y="15987"/>
                </a:lnTo>
                <a:close/>
                <a:moveTo>
                  <a:pt x="10439" y="17666"/>
                </a:moveTo>
                <a:lnTo>
                  <a:pt x="10342" y="17787"/>
                </a:lnTo>
                <a:lnTo>
                  <a:pt x="10293" y="17909"/>
                </a:lnTo>
                <a:lnTo>
                  <a:pt x="10244" y="18055"/>
                </a:lnTo>
                <a:lnTo>
                  <a:pt x="10244" y="18201"/>
                </a:lnTo>
                <a:lnTo>
                  <a:pt x="10196" y="18517"/>
                </a:lnTo>
                <a:lnTo>
                  <a:pt x="10196" y="18688"/>
                </a:lnTo>
                <a:lnTo>
                  <a:pt x="10244" y="18834"/>
                </a:lnTo>
                <a:lnTo>
                  <a:pt x="10293" y="18882"/>
                </a:lnTo>
                <a:lnTo>
                  <a:pt x="10342" y="18907"/>
                </a:lnTo>
                <a:lnTo>
                  <a:pt x="10415" y="18882"/>
                </a:lnTo>
                <a:lnTo>
                  <a:pt x="10463" y="18858"/>
                </a:lnTo>
                <a:lnTo>
                  <a:pt x="10512" y="18809"/>
                </a:lnTo>
                <a:lnTo>
                  <a:pt x="10561" y="18736"/>
                </a:lnTo>
                <a:lnTo>
                  <a:pt x="10585" y="18615"/>
                </a:lnTo>
                <a:lnTo>
                  <a:pt x="10585" y="18323"/>
                </a:lnTo>
                <a:lnTo>
                  <a:pt x="10609" y="18031"/>
                </a:lnTo>
                <a:lnTo>
                  <a:pt x="10609" y="17885"/>
                </a:lnTo>
                <a:lnTo>
                  <a:pt x="10585" y="17739"/>
                </a:lnTo>
                <a:lnTo>
                  <a:pt x="10561" y="17690"/>
                </a:lnTo>
                <a:lnTo>
                  <a:pt x="10536" y="17666"/>
                </a:lnTo>
                <a:close/>
                <a:moveTo>
                  <a:pt x="8638" y="17349"/>
                </a:moveTo>
                <a:lnTo>
                  <a:pt x="8492" y="17471"/>
                </a:lnTo>
                <a:lnTo>
                  <a:pt x="8395" y="17593"/>
                </a:lnTo>
                <a:lnTo>
                  <a:pt x="8322" y="17739"/>
                </a:lnTo>
                <a:lnTo>
                  <a:pt x="8249" y="17909"/>
                </a:lnTo>
                <a:lnTo>
                  <a:pt x="8176" y="18250"/>
                </a:lnTo>
                <a:lnTo>
                  <a:pt x="8103" y="18590"/>
                </a:lnTo>
                <a:lnTo>
                  <a:pt x="7908" y="19369"/>
                </a:lnTo>
                <a:lnTo>
                  <a:pt x="7860" y="19758"/>
                </a:lnTo>
                <a:lnTo>
                  <a:pt x="7835" y="19953"/>
                </a:lnTo>
                <a:lnTo>
                  <a:pt x="7835" y="20148"/>
                </a:lnTo>
                <a:lnTo>
                  <a:pt x="7860" y="20221"/>
                </a:lnTo>
                <a:lnTo>
                  <a:pt x="7908" y="20269"/>
                </a:lnTo>
                <a:lnTo>
                  <a:pt x="7933" y="20318"/>
                </a:lnTo>
                <a:lnTo>
                  <a:pt x="8006" y="20342"/>
                </a:lnTo>
                <a:lnTo>
                  <a:pt x="8103" y="20342"/>
                </a:lnTo>
                <a:lnTo>
                  <a:pt x="8176" y="20318"/>
                </a:lnTo>
                <a:lnTo>
                  <a:pt x="8200" y="20245"/>
                </a:lnTo>
                <a:lnTo>
                  <a:pt x="8273" y="20099"/>
                </a:lnTo>
                <a:lnTo>
                  <a:pt x="8346" y="19929"/>
                </a:lnTo>
                <a:lnTo>
                  <a:pt x="8419" y="19588"/>
                </a:lnTo>
                <a:lnTo>
                  <a:pt x="8517" y="18882"/>
                </a:lnTo>
                <a:lnTo>
                  <a:pt x="8614" y="18517"/>
                </a:lnTo>
                <a:lnTo>
                  <a:pt x="8711" y="18152"/>
                </a:lnTo>
                <a:lnTo>
                  <a:pt x="8760" y="17958"/>
                </a:lnTo>
                <a:lnTo>
                  <a:pt x="8784" y="17763"/>
                </a:lnTo>
                <a:lnTo>
                  <a:pt x="8784" y="17593"/>
                </a:lnTo>
                <a:lnTo>
                  <a:pt x="8784" y="17422"/>
                </a:lnTo>
                <a:lnTo>
                  <a:pt x="8760" y="17374"/>
                </a:lnTo>
                <a:lnTo>
                  <a:pt x="8711" y="17349"/>
                </a:lnTo>
                <a:close/>
                <a:moveTo>
                  <a:pt x="12093" y="17374"/>
                </a:moveTo>
                <a:lnTo>
                  <a:pt x="12045" y="17398"/>
                </a:lnTo>
                <a:lnTo>
                  <a:pt x="11996" y="17398"/>
                </a:lnTo>
                <a:lnTo>
                  <a:pt x="11947" y="17447"/>
                </a:lnTo>
                <a:lnTo>
                  <a:pt x="11923" y="17495"/>
                </a:lnTo>
                <a:lnTo>
                  <a:pt x="11923" y="17544"/>
                </a:lnTo>
                <a:lnTo>
                  <a:pt x="11947" y="17836"/>
                </a:lnTo>
                <a:lnTo>
                  <a:pt x="11972" y="18152"/>
                </a:lnTo>
                <a:lnTo>
                  <a:pt x="12093" y="18761"/>
                </a:lnTo>
                <a:lnTo>
                  <a:pt x="12166" y="19199"/>
                </a:lnTo>
                <a:lnTo>
                  <a:pt x="12215" y="19661"/>
                </a:lnTo>
                <a:lnTo>
                  <a:pt x="12239" y="19904"/>
                </a:lnTo>
                <a:lnTo>
                  <a:pt x="12288" y="20123"/>
                </a:lnTo>
                <a:lnTo>
                  <a:pt x="12337" y="20342"/>
                </a:lnTo>
                <a:lnTo>
                  <a:pt x="12434" y="20561"/>
                </a:lnTo>
                <a:lnTo>
                  <a:pt x="12483" y="20610"/>
                </a:lnTo>
                <a:lnTo>
                  <a:pt x="12556" y="20659"/>
                </a:lnTo>
                <a:lnTo>
                  <a:pt x="12629" y="20659"/>
                </a:lnTo>
                <a:lnTo>
                  <a:pt x="12702" y="20634"/>
                </a:lnTo>
                <a:lnTo>
                  <a:pt x="12775" y="20610"/>
                </a:lnTo>
                <a:lnTo>
                  <a:pt x="12823" y="20537"/>
                </a:lnTo>
                <a:lnTo>
                  <a:pt x="12848" y="20464"/>
                </a:lnTo>
                <a:lnTo>
                  <a:pt x="12848" y="20391"/>
                </a:lnTo>
                <a:lnTo>
                  <a:pt x="12750" y="19953"/>
                </a:lnTo>
                <a:lnTo>
                  <a:pt x="12702" y="19491"/>
                </a:lnTo>
                <a:lnTo>
                  <a:pt x="12629" y="19053"/>
                </a:lnTo>
                <a:lnTo>
                  <a:pt x="12556" y="18639"/>
                </a:lnTo>
                <a:lnTo>
                  <a:pt x="12483" y="18323"/>
                </a:lnTo>
                <a:lnTo>
                  <a:pt x="12434" y="18031"/>
                </a:lnTo>
                <a:lnTo>
                  <a:pt x="12361" y="17739"/>
                </a:lnTo>
                <a:lnTo>
                  <a:pt x="12288" y="17593"/>
                </a:lnTo>
                <a:lnTo>
                  <a:pt x="12239" y="17471"/>
                </a:lnTo>
                <a:lnTo>
                  <a:pt x="12191" y="17422"/>
                </a:lnTo>
                <a:lnTo>
                  <a:pt x="12142" y="17398"/>
                </a:lnTo>
                <a:lnTo>
                  <a:pt x="12093" y="17374"/>
                </a:lnTo>
                <a:close/>
              </a:path>
            </a:pathLst>
          </a:cu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27;p38"/>
          <p:cNvSpPr/>
          <p:nvPr/>
        </p:nvSpPr>
        <p:spPr>
          <a:xfrm>
            <a:off x="8091609" y="686130"/>
            <a:ext cx="1052391" cy="643569"/>
          </a:xfrm>
          <a:custGeom>
            <a:avLst/>
            <a:gdLst/>
            <a:ahLst/>
            <a:cxnLst/>
            <a:rect l="l" t="t" r="r" b="b"/>
            <a:pathLst>
              <a:path w="19978" h="12216" extrusionOk="0">
                <a:moveTo>
                  <a:pt x="8128" y="560"/>
                </a:moveTo>
                <a:lnTo>
                  <a:pt x="8517" y="609"/>
                </a:lnTo>
                <a:lnTo>
                  <a:pt x="8055" y="925"/>
                </a:lnTo>
                <a:lnTo>
                  <a:pt x="7617" y="1193"/>
                </a:lnTo>
                <a:lnTo>
                  <a:pt x="7422" y="1339"/>
                </a:lnTo>
                <a:lnTo>
                  <a:pt x="7325" y="1436"/>
                </a:lnTo>
                <a:lnTo>
                  <a:pt x="7252" y="1534"/>
                </a:lnTo>
                <a:lnTo>
                  <a:pt x="7252" y="1582"/>
                </a:lnTo>
                <a:lnTo>
                  <a:pt x="7252" y="1655"/>
                </a:lnTo>
                <a:lnTo>
                  <a:pt x="7300" y="1680"/>
                </a:lnTo>
                <a:lnTo>
                  <a:pt x="7349" y="1704"/>
                </a:lnTo>
                <a:lnTo>
                  <a:pt x="7471" y="1704"/>
                </a:lnTo>
                <a:lnTo>
                  <a:pt x="7592" y="1680"/>
                </a:lnTo>
                <a:lnTo>
                  <a:pt x="7836" y="1582"/>
                </a:lnTo>
                <a:lnTo>
                  <a:pt x="8055" y="1436"/>
                </a:lnTo>
                <a:lnTo>
                  <a:pt x="8274" y="1315"/>
                </a:lnTo>
                <a:lnTo>
                  <a:pt x="8711" y="1023"/>
                </a:lnTo>
                <a:lnTo>
                  <a:pt x="9149" y="731"/>
                </a:lnTo>
                <a:lnTo>
                  <a:pt x="9393" y="828"/>
                </a:lnTo>
                <a:lnTo>
                  <a:pt x="9660" y="925"/>
                </a:lnTo>
                <a:lnTo>
                  <a:pt x="9320" y="1071"/>
                </a:lnTo>
                <a:lnTo>
                  <a:pt x="9003" y="1217"/>
                </a:lnTo>
                <a:lnTo>
                  <a:pt x="8736" y="1339"/>
                </a:lnTo>
                <a:lnTo>
                  <a:pt x="8492" y="1509"/>
                </a:lnTo>
                <a:lnTo>
                  <a:pt x="8371" y="1607"/>
                </a:lnTo>
                <a:lnTo>
                  <a:pt x="8274" y="1728"/>
                </a:lnTo>
                <a:lnTo>
                  <a:pt x="8201" y="1850"/>
                </a:lnTo>
                <a:lnTo>
                  <a:pt x="8152" y="1996"/>
                </a:lnTo>
                <a:lnTo>
                  <a:pt x="8152" y="2045"/>
                </a:lnTo>
                <a:lnTo>
                  <a:pt x="8176" y="2045"/>
                </a:lnTo>
                <a:lnTo>
                  <a:pt x="8201" y="2069"/>
                </a:lnTo>
                <a:lnTo>
                  <a:pt x="8225" y="2069"/>
                </a:lnTo>
                <a:lnTo>
                  <a:pt x="8492" y="1947"/>
                </a:lnTo>
                <a:lnTo>
                  <a:pt x="8711" y="1801"/>
                </a:lnTo>
                <a:lnTo>
                  <a:pt x="8955" y="1680"/>
                </a:lnTo>
                <a:lnTo>
                  <a:pt x="9198" y="1558"/>
                </a:lnTo>
                <a:lnTo>
                  <a:pt x="9417" y="1485"/>
                </a:lnTo>
                <a:lnTo>
                  <a:pt x="9660" y="1412"/>
                </a:lnTo>
                <a:lnTo>
                  <a:pt x="9904" y="1339"/>
                </a:lnTo>
                <a:lnTo>
                  <a:pt x="10123" y="1266"/>
                </a:lnTo>
                <a:lnTo>
                  <a:pt x="10463" y="1558"/>
                </a:lnTo>
                <a:lnTo>
                  <a:pt x="10269" y="1582"/>
                </a:lnTo>
                <a:lnTo>
                  <a:pt x="10050" y="1631"/>
                </a:lnTo>
                <a:lnTo>
                  <a:pt x="9660" y="1777"/>
                </a:lnTo>
                <a:lnTo>
                  <a:pt x="9490" y="1874"/>
                </a:lnTo>
                <a:lnTo>
                  <a:pt x="9295" y="1947"/>
                </a:lnTo>
                <a:lnTo>
                  <a:pt x="9101" y="2045"/>
                </a:lnTo>
                <a:lnTo>
                  <a:pt x="8955" y="2191"/>
                </a:lnTo>
                <a:lnTo>
                  <a:pt x="8930" y="2239"/>
                </a:lnTo>
                <a:lnTo>
                  <a:pt x="8930" y="2264"/>
                </a:lnTo>
                <a:lnTo>
                  <a:pt x="8930" y="2337"/>
                </a:lnTo>
                <a:lnTo>
                  <a:pt x="9003" y="2410"/>
                </a:lnTo>
                <a:lnTo>
                  <a:pt x="9076" y="2410"/>
                </a:lnTo>
                <a:lnTo>
                  <a:pt x="9320" y="2361"/>
                </a:lnTo>
                <a:lnTo>
                  <a:pt x="9539" y="2288"/>
                </a:lnTo>
                <a:lnTo>
                  <a:pt x="9977" y="2093"/>
                </a:lnTo>
                <a:lnTo>
                  <a:pt x="10147" y="2045"/>
                </a:lnTo>
                <a:lnTo>
                  <a:pt x="10317" y="1947"/>
                </a:lnTo>
                <a:lnTo>
                  <a:pt x="10463" y="1850"/>
                </a:lnTo>
                <a:lnTo>
                  <a:pt x="10585" y="1704"/>
                </a:lnTo>
                <a:lnTo>
                  <a:pt x="10804" y="1972"/>
                </a:lnTo>
                <a:lnTo>
                  <a:pt x="10390" y="2191"/>
                </a:lnTo>
                <a:lnTo>
                  <a:pt x="10196" y="2288"/>
                </a:lnTo>
                <a:lnTo>
                  <a:pt x="10001" y="2385"/>
                </a:lnTo>
                <a:lnTo>
                  <a:pt x="9904" y="2434"/>
                </a:lnTo>
                <a:lnTo>
                  <a:pt x="9831" y="2507"/>
                </a:lnTo>
                <a:lnTo>
                  <a:pt x="9758" y="2604"/>
                </a:lnTo>
                <a:lnTo>
                  <a:pt x="9709" y="2702"/>
                </a:lnTo>
                <a:lnTo>
                  <a:pt x="9709" y="2726"/>
                </a:lnTo>
                <a:lnTo>
                  <a:pt x="9733" y="2750"/>
                </a:lnTo>
                <a:lnTo>
                  <a:pt x="9782" y="2775"/>
                </a:lnTo>
                <a:lnTo>
                  <a:pt x="10001" y="2775"/>
                </a:lnTo>
                <a:lnTo>
                  <a:pt x="10220" y="2702"/>
                </a:lnTo>
                <a:lnTo>
                  <a:pt x="10634" y="2507"/>
                </a:lnTo>
                <a:lnTo>
                  <a:pt x="10853" y="2434"/>
                </a:lnTo>
                <a:lnTo>
                  <a:pt x="11072" y="2361"/>
                </a:lnTo>
                <a:lnTo>
                  <a:pt x="11096" y="2361"/>
                </a:lnTo>
                <a:lnTo>
                  <a:pt x="11145" y="2458"/>
                </a:lnTo>
                <a:lnTo>
                  <a:pt x="10926" y="2556"/>
                </a:lnTo>
                <a:lnTo>
                  <a:pt x="10707" y="2677"/>
                </a:lnTo>
                <a:lnTo>
                  <a:pt x="10269" y="2945"/>
                </a:lnTo>
                <a:lnTo>
                  <a:pt x="10244" y="2994"/>
                </a:lnTo>
                <a:lnTo>
                  <a:pt x="10244" y="3042"/>
                </a:lnTo>
                <a:lnTo>
                  <a:pt x="10269" y="3067"/>
                </a:lnTo>
                <a:lnTo>
                  <a:pt x="10317" y="3091"/>
                </a:lnTo>
                <a:lnTo>
                  <a:pt x="10561" y="3067"/>
                </a:lnTo>
                <a:lnTo>
                  <a:pt x="10804" y="2994"/>
                </a:lnTo>
                <a:lnTo>
                  <a:pt x="11047" y="2896"/>
                </a:lnTo>
                <a:lnTo>
                  <a:pt x="11291" y="2775"/>
                </a:lnTo>
                <a:lnTo>
                  <a:pt x="11388" y="3091"/>
                </a:lnTo>
                <a:lnTo>
                  <a:pt x="11291" y="3091"/>
                </a:lnTo>
                <a:lnTo>
                  <a:pt x="11218" y="3115"/>
                </a:lnTo>
                <a:lnTo>
                  <a:pt x="11047" y="3164"/>
                </a:lnTo>
                <a:lnTo>
                  <a:pt x="10853" y="3286"/>
                </a:lnTo>
                <a:lnTo>
                  <a:pt x="10780" y="3334"/>
                </a:lnTo>
                <a:lnTo>
                  <a:pt x="10707" y="3432"/>
                </a:lnTo>
                <a:lnTo>
                  <a:pt x="10707" y="3505"/>
                </a:lnTo>
                <a:lnTo>
                  <a:pt x="10731" y="3553"/>
                </a:lnTo>
                <a:lnTo>
                  <a:pt x="10780" y="3602"/>
                </a:lnTo>
                <a:lnTo>
                  <a:pt x="10828" y="3602"/>
                </a:lnTo>
                <a:lnTo>
                  <a:pt x="10999" y="3553"/>
                </a:lnTo>
                <a:lnTo>
                  <a:pt x="11169" y="3505"/>
                </a:lnTo>
                <a:lnTo>
                  <a:pt x="11339" y="3456"/>
                </a:lnTo>
                <a:lnTo>
                  <a:pt x="11412" y="3432"/>
                </a:lnTo>
                <a:lnTo>
                  <a:pt x="11461" y="3383"/>
                </a:lnTo>
                <a:lnTo>
                  <a:pt x="11534" y="3602"/>
                </a:lnTo>
                <a:lnTo>
                  <a:pt x="11461" y="3626"/>
                </a:lnTo>
                <a:lnTo>
                  <a:pt x="11388" y="3675"/>
                </a:lnTo>
                <a:lnTo>
                  <a:pt x="11291" y="3724"/>
                </a:lnTo>
                <a:lnTo>
                  <a:pt x="11193" y="3772"/>
                </a:lnTo>
                <a:lnTo>
                  <a:pt x="11193" y="3821"/>
                </a:lnTo>
                <a:lnTo>
                  <a:pt x="11193" y="3845"/>
                </a:lnTo>
                <a:lnTo>
                  <a:pt x="11291" y="3894"/>
                </a:lnTo>
                <a:lnTo>
                  <a:pt x="11412" y="3943"/>
                </a:lnTo>
                <a:lnTo>
                  <a:pt x="11534" y="3943"/>
                </a:lnTo>
                <a:lnTo>
                  <a:pt x="11631" y="3894"/>
                </a:lnTo>
                <a:lnTo>
                  <a:pt x="11680" y="3967"/>
                </a:lnTo>
                <a:lnTo>
                  <a:pt x="11777" y="4016"/>
                </a:lnTo>
                <a:lnTo>
                  <a:pt x="11850" y="4040"/>
                </a:lnTo>
                <a:lnTo>
                  <a:pt x="11948" y="4040"/>
                </a:lnTo>
                <a:lnTo>
                  <a:pt x="12021" y="4016"/>
                </a:lnTo>
                <a:lnTo>
                  <a:pt x="12094" y="3967"/>
                </a:lnTo>
                <a:lnTo>
                  <a:pt x="12142" y="3894"/>
                </a:lnTo>
                <a:lnTo>
                  <a:pt x="12142" y="3797"/>
                </a:lnTo>
                <a:lnTo>
                  <a:pt x="12069" y="3359"/>
                </a:lnTo>
                <a:lnTo>
                  <a:pt x="11972" y="2945"/>
                </a:lnTo>
                <a:lnTo>
                  <a:pt x="12240" y="2726"/>
                </a:lnTo>
                <a:lnTo>
                  <a:pt x="12507" y="2531"/>
                </a:lnTo>
                <a:lnTo>
                  <a:pt x="12653" y="2458"/>
                </a:lnTo>
                <a:lnTo>
                  <a:pt x="12824" y="2410"/>
                </a:lnTo>
                <a:lnTo>
                  <a:pt x="12994" y="2361"/>
                </a:lnTo>
                <a:lnTo>
                  <a:pt x="13164" y="2337"/>
                </a:lnTo>
                <a:lnTo>
                  <a:pt x="13383" y="2337"/>
                </a:lnTo>
                <a:lnTo>
                  <a:pt x="13627" y="2385"/>
                </a:lnTo>
                <a:lnTo>
                  <a:pt x="13481" y="2458"/>
                </a:lnTo>
                <a:lnTo>
                  <a:pt x="13359" y="2556"/>
                </a:lnTo>
                <a:lnTo>
                  <a:pt x="13262" y="2702"/>
                </a:lnTo>
                <a:lnTo>
                  <a:pt x="13237" y="2775"/>
                </a:lnTo>
                <a:lnTo>
                  <a:pt x="13213" y="2848"/>
                </a:lnTo>
                <a:lnTo>
                  <a:pt x="13213" y="2896"/>
                </a:lnTo>
                <a:lnTo>
                  <a:pt x="13237" y="2921"/>
                </a:lnTo>
                <a:lnTo>
                  <a:pt x="13286" y="2945"/>
                </a:lnTo>
                <a:lnTo>
                  <a:pt x="13310" y="2921"/>
                </a:lnTo>
                <a:lnTo>
                  <a:pt x="13602" y="2750"/>
                </a:lnTo>
                <a:lnTo>
                  <a:pt x="13870" y="2604"/>
                </a:lnTo>
                <a:lnTo>
                  <a:pt x="14065" y="2507"/>
                </a:lnTo>
                <a:lnTo>
                  <a:pt x="14308" y="2629"/>
                </a:lnTo>
                <a:lnTo>
                  <a:pt x="14551" y="2750"/>
                </a:lnTo>
                <a:lnTo>
                  <a:pt x="14405" y="2775"/>
                </a:lnTo>
                <a:lnTo>
                  <a:pt x="14259" y="2823"/>
                </a:lnTo>
                <a:lnTo>
                  <a:pt x="14113" y="2872"/>
                </a:lnTo>
                <a:lnTo>
                  <a:pt x="13967" y="2945"/>
                </a:lnTo>
                <a:lnTo>
                  <a:pt x="13846" y="3018"/>
                </a:lnTo>
                <a:lnTo>
                  <a:pt x="13724" y="3115"/>
                </a:lnTo>
                <a:lnTo>
                  <a:pt x="13627" y="3213"/>
                </a:lnTo>
                <a:lnTo>
                  <a:pt x="13554" y="3310"/>
                </a:lnTo>
                <a:lnTo>
                  <a:pt x="13554" y="3359"/>
                </a:lnTo>
                <a:lnTo>
                  <a:pt x="13554" y="3407"/>
                </a:lnTo>
                <a:lnTo>
                  <a:pt x="13602" y="3456"/>
                </a:lnTo>
                <a:lnTo>
                  <a:pt x="13651" y="3480"/>
                </a:lnTo>
                <a:lnTo>
                  <a:pt x="13797" y="3456"/>
                </a:lnTo>
                <a:lnTo>
                  <a:pt x="13943" y="3407"/>
                </a:lnTo>
                <a:lnTo>
                  <a:pt x="14211" y="3286"/>
                </a:lnTo>
                <a:lnTo>
                  <a:pt x="14381" y="3237"/>
                </a:lnTo>
                <a:lnTo>
                  <a:pt x="14527" y="3188"/>
                </a:lnTo>
                <a:lnTo>
                  <a:pt x="14697" y="3140"/>
                </a:lnTo>
                <a:lnTo>
                  <a:pt x="14843" y="3091"/>
                </a:lnTo>
                <a:lnTo>
                  <a:pt x="14892" y="3067"/>
                </a:lnTo>
                <a:lnTo>
                  <a:pt x="14916" y="3018"/>
                </a:lnTo>
                <a:lnTo>
                  <a:pt x="15038" y="3140"/>
                </a:lnTo>
                <a:lnTo>
                  <a:pt x="14770" y="3213"/>
                </a:lnTo>
                <a:lnTo>
                  <a:pt x="14551" y="3261"/>
                </a:lnTo>
                <a:lnTo>
                  <a:pt x="14332" y="3359"/>
                </a:lnTo>
                <a:lnTo>
                  <a:pt x="14211" y="3432"/>
                </a:lnTo>
                <a:lnTo>
                  <a:pt x="14113" y="3505"/>
                </a:lnTo>
                <a:lnTo>
                  <a:pt x="14040" y="3578"/>
                </a:lnTo>
                <a:lnTo>
                  <a:pt x="13992" y="3675"/>
                </a:lnTo>
                <a:lnTo>
                  <a:pt x="13967" y="3748"/>
                </a:lnTo>
                <a:lnTo>
                  <a:pt x="13992" y="3821"/>
                </a:lnTo>
                <a:lnTo>
                  <a:pt x="14040" y="3845"/>
                </a:lnTo>
                <a:lnTo>
                  <a:pt x="14113" y="3845"/>
                </a:lnTo>
                <a:lnTo>
                  <a:pt x="14551" y="3724"/>
                </a:lnTo>
                <a:lnTo>
                  <a:pt x="14989" y="3602"/>
                </a:lnTo>
                <a:lnTo>
                  <a:pt x="15184" y="3578"/>
                </a:lnTo>
                <a:lnTo>
                  <a:pt x="15379" y="3505"/>
                </a:lnTo>
                <a:lnTo>
                  <a:pt x="15452" y="3602"/>
                </a:lnTo>
                <a:lnTo>
                  <a:pt x="15208" y="3675"/>
                </a:lnTo>
                <a:lnTo>
                  <a:pt x="15014" y="3748"/>
                </a:lnTo>
                <a:lnTo>
                  <a:pt x="14843" y="3845"/>
                </a:lnTo>
                <a:lnTo>
                  <a:pt x="14673" y="3967"/>
                </a:lnTo>
                <a:lnTo>
                  <a:pt x="14503" y="4089"/>
                </a:lnTo>
                <a:lnTo>
                  <a:pt x="14478" y="4113"/>
                </a:lnTo>
                <a:lnTo>
                  <a:pt x="14478" y="4162"/>
                </a:lnTo>
                <a:lnTo>
                  <a:pt x="14503" y="4210"/>
                </a:lnTo>
                <a:lnTo>
                  <a:pt x="14551" y="4259"/>
                </a:lnTo>
                <a:lnTo>
                  <a:pt x="14600" y="4259"/>
                </a:lnTo>
                <a:lnTo>
                  <a:pt x="15452" y="4016"/>
                </a:lnTo>
                <a:lnTo>
                  <a:pt x="15671" y="3967"/>
                </a:lnTo>
                <a:lnTo>
                  <a:pt x="15768" y="4186"/>
                </a:lnTo>
                <a:lnTo>
                  <a:pt x="15549" y="4259"/>
                </a:lnTo>
                <a:lnTo>
                  <a:pt x="15330" y="4332"/>
                </a:lnTo>
                <a:lnTo>
                  <a:pt x="15111" y="4429"/>
                </a:lnTo>
                <a:lnTo>
                  <a:pt x="14916" y="4551"/>
                </a:lnTo>
                <a:lnTo>
                  <a:pt x="14892" y="4600"/>
                </a:lnTo>
                <a:lnTo>
                  <a:pt x="14916" y="4648"/>
                </a:lnTo>
                <a:lnTo>
                  <a:pt x="14941" y="4697"/>
                </a:lnTo>
                <a:lnTo>
                  <a:pt x="15014" y="4697"/>
                </a:lnTo>
                <a:lnTo>
                  <a:pt x="15354" y="4624"/>
                </a:lnTo>
                <a:lnTo>
                  <a:pt x="15719" y="4551"/>
                </a:lnTo>
                <a:lnTo>
                  <a:pt x="15500" y="4648"/>
                </a:lnTo>
                <a:lnTo>
                  <a:pt x="15281" y="4746"/>
                </a:lnTo>
                <a:lnTo>
                  <a:pt x="15257" y="4770"/>
                </a:lnTo>
                <a:lnTo>
                  <a:pt x="15233" y="4819"/>
                </a:lnTo>
                <a:lnTo>
                  <a:pt x="15233" y="4867"/>
                </a:lnTo>
                <a:lnTo>
                  <a:pt x="15281" y="4940"/>
                </a:lnTo>
                <a:lnTo>
                  <a:pt x="15354" y="4940"/>
                </a:lnTo>
                <a:lnTo>
                  <a:pt x="15841" y="4867"/>
                </a:lnTo>
                <a:lnTo>
                  <a:pt x="15841" y="4989"/>
                </a:lnTo>
                <a:lnTo>
                  <a:pt x="15695" y="5013"/>
                </a:lnTo>
                <a:lnTo>
                  <a:pt x="15598" y="5038"/>
                </a:lnTo>
                <a:lnTo>
                  <a:pt x="15525" y="5086"/>
                </a:lnTo>
                <a:lnTo>
                  <a:pt x="15379" y="5208"/>
                </a:lnTo>
                <a:lnTo>
                  <a:pt x="15354" y="5281"/>
                </a:lnTo>
                <a:lnTo>
                  <a:pt x="15379" y="5330"/>
                </a:lnTo>
                <a:lnTo>
                  <a:pt x="15427" y="5378"/>
                </a:lnTo>
                <a:lnTo>
                  <a:pt x="15476" y="5378"/>
                </a:lnTo>
                <a:lnTo>
                  <a:pt x="15622" y="5354"/>
                </a:lnTo>
                <a:lnTo>
                  <a:pt x="15768" y="5378"/>
                </a:lnTo>
                <a:lnTo>
                  <a:pt x="15768" y="5427"/>
                </a:lnTo>
                <a:lnTo>
                  <a:pt x="15768" y="5524"/>
                </a:lnTo>
                <a:lnTo>
                  <a:pt x="15792" y="5622"/>
                </a:lnTo>
                <a:lnTo>
                  <a:pt x="15865" y="5695"/>
                </a:lnTo>
                <a:lnTo>
                  <a:pt x="15938" y="5768"/>
                </a:lnTo>
                <a:lnTo>
                  <a:pt x="16036" y="5792"/>
                </a:lnTo>
                <a:lnTo>
                  <a:pt x="16133" y="5792"/>
                </a:lnTo>
                <a:lnTo>
                  <a:pt x="16206" y="5768"/>
                </a:lnTo>
                <a:lnTo>
                  <a:pt x="16279" y="5695"/>
                </a:lnTo>
                <a:lnTo>
                  <a:pt x="16328" y="5695"/>
                </a:lnTo>
                <a:lnTo>
                  <a:pt x="16619" y="5622"/>
                </a:lnTo>
                <a:lnTo>
                  <a:pt x="16911" y="5597"/>
                </a:lnTo>
                <a:lnTo>
                  <a:pt x="17179" y="5597"/>
                </a:lnTo>
                <a:lnTo>
                  <a:pt x="17422" y="5646"/>
                </a:lnTo>
                <a:lnTo>
                  <a:pt x="17276" y="5695"/>
                </a:lnTo>
                <a:lnTo>
                  <a:pt x="17106" y="5768"/>
                </a:lnTo>
                <a:lnTo>
                  <a:pt x="16936" y="5865"/>
                </a:lnTo>
                <a:lnTo>
                  <a:pt x="16814" y="5987"/>
                </a:lnTo>
                <a:lnTo>
                  <a:pt x="16765" y="6060"/>
                </a:lnTo>
                <a:lnTo>
                  <a:pt x="16717" y="6133"/>
                </a:lnTo>
                <a:lnTo>
                  <a:pt x="16717" y="6206"/>
                </a:lnTo>
                <a:lnTo>
                  <a:pt x="16765" y="6279"/>
                </a:lnTo>
                <a:lnTo>
                  <a:pt x="16838" y="6303"/>
                </a:lnTo>
                <a:lnTo>
                  <a:pt x="16911" y="6279"/>
                </a:lnTo>
                <a:lnTo>
                  <a:pt x="17179" y="6157"/>
                </a:lnTo>
                <a:lnTo>
                  <a:pt x="17447" y="6060"/>
                </a:lnTo>
                <a:lnTo>
                  <a:pt x="17739" y="6011"/>
                </a:lnTo>
                <a:lnTo>
                  <a:pt x="17909" y="5962"/>
                </a:lnTo>
                <a:lnTo>
                  <a:pt x="18031" y="5914"/>
                </a:lnTo>
                <a:lnTo>
                  <a:pt x="18298" y="6133"/>
                </a:lnTo>
                <a:lnTo>
                  <a:pt x="18152" y="6181"/>
                </a:lnTo>
                <a:lnTo>
                  <a:pt x="17933" y="6254"/>
                </a:lnTo>
                <a:lnTo>
                  <a:pt x="17739" y="6352"/>
                </a:lnTo>
                <a:lnTo>
                  <a:pt x="17544" y="6473"/>
                </a:lnTo>
                <a:lnTo>
                  <a:pt x="17349" y="6595"/>
                </a:lnTo>
                <a:lnTo>
                  <a:pt x="17325" y="6668"/>
                </a:lnTo>
                <a:lnTo>
                  <a:pt x="17325" y="6741"/>
                </a:lnTo>
                <a:lnTo>
                  <a:pt x="17374" y="6790"/>
                </a:lnTo>
                <a:lnTo>
                  <a:pt x="17422" y="6814"/>
                </a:lnTo>
                <a:lnTo>
                  <a:pt x="17641" y="6765"/>
                </a:lnTo>
                <a:lnTo>
                  <a:pt x="17860" y="6717"/>
                </a:lnTo>
                <a:lnTo>
                  <a:pt x="18274" y="6595"/>
                </a:lnTo>
                <a:lnTo>
                  <a:pt x="18639" y="6473"/>
                </a:lnTo>
                <a:lnTo>
                  <a:pt x="18761" y="6644"/>
                </a:lnTo>
                <a:lnTo>
                  <a:pt x="18493" y="6717"/>
                </a:lnTo>
                <a:lnTo>
                  <a:pt x="18250" y="6814"/>
                </a:lnTo>
                <a:lnTo>
                  <a:pt x="18006" y="6960"/>
                </a:lnTo>
                <a:lnTo>
                  <a:pt x="17812" y="7130"/>
                </a:lnTo>
                <a:lnTo>
                  <a:pt x="17787" y="7155"/>
                </a:lnTo>
                <a:lnTo>
                  <a:pt x="17787" y="7179"/>
                </a:lnTo>
                <a:lnTo>
                  <a:pt x="17812" y="7252"/>
                </a:lnTo>
                <a:lnTo>
                  <a:pt x="17860" y="7276"/>
                </a:lnTo>
                <a:lnTo>
                  <a:pt x="17933" y="7276"/>
                </a:lnTo>
                <a:lnTo>
                  <a:pt x="18177" y="7179"/>
                </a:lnTo>
                <a:lnTo>
                  <a:pt x="18444" y="7130"/>
                </a:lnTo>
                <a:lnTo>
                  <a:pt x="18955" y="7033"/>
                </a:lnTo>
                <a:lnTo>
                  <a:pt x="19004" y="7106"/>
                </a:lnTo>
                <a:lnTo>
                  <a:pt x="18785" y="7155"/>
                </a:lnTo>
                <a:lnTo>
                  <a:pt x="18566" y="7203"/>
                </a:lnTo>
                <a:lnTo>
                  <a:pt x="18371" y="7301"/>
                </a:lnTo>
                <a:lnTo>
                  <a:pt x="18177" y="7398"/>
                </a:lnTo>
                <a:lnTo>
                  <a:pt x="18177" y="7447"/>
                </a:lnTo>
                <a:lnTo>
                  <a:pt x="18177" y="7471"/>
                </a:lnTo>
                <a:lnTo>
                  <a:pt x="18201" y="7471"/>
                </a:lnTo>
                <a:lnTo>
                  <a:pt x="18396" y="7495"/>
                </a:lnTo>
                <a:lnTo>
                  <a:pt x="18590" y="7495"/>
                </a:lnTo>
                <a:lnTo>
                  <a:pt x="18955" y="7447"/>
                </a:lnTo>
                <a:lnTo>
                  <a:pt x="19126" y="7422"/>
                </a:lnTo>
                <a:lnTo>
                  <a:pt x="19174" y="7544"/>
                </a:lnTo>
                <a:lnTo>
                  <a:pt x="18980" y="7568"/>
                </a:lnTo>
                <a:lnTo>
                  <a:pt x="18761" y="7617"/>
                </a:lnTo>
                <a:lnTo>
                  <a:pt x="18444" y="7714"/>
                </a:lnTo>
                <a:lnTo>
                  <a:pt x="18396" y="7763"/>
                </a:lnTo>
                <a:lnTo>
                  <a:pt x="18371" y="7836"/>
                </a:lnTo>
                <a:lnTo>
                  <a:pt x="18371" y="7909"/>
                </a:lnTo>
                <a:lnTo>
                  <a:pt x="18396" y="7933"/>
                </a:lnTo>
                <a:lnTo>
                  <a:pt x="18444" y="7957"/>
                </a:lnTo>
                <a:lnTo>
                  <a:pt x="18809" y="7982"/>
                </a:lnTo>
                <a:lnTo>
                  <a:pt x="19296" y="7982"/>
                </a:lnTo>
                <a:lnTo>
                  <a:pt x="19320" y="8201"/>
                </a:lnTo>
                <a:lnTo>
                  <a:pt x="19272" y="8201"/>
                </a:lnTo>
                <a:lnTo>
                  <a:pt x="19101" y="8176"/>
                </a:lnTo>
                <a:lnTo>
                  <a:pt x="18907" y="8201"/>
                </a:lnTo>
                <a:lnTo>
                  <a:pt x="18736" y="8225"/>
                </a:lnTo>
                <a:lnTo>
                  <a:pt x="18566" y="8274"/>
                </a:lnTo>
                <a:lnTo>
                  <a:pt x="18542" y="8298"/>
                </a:lnTo>
                <a:lnTo>
                  <a:pt x="18517" y="8322"/>
                </a:lnTo>
                <a:lnTo>
                  <a:pt x="18493" y="8420"/>
                </a:lnTo>
                <a:lnTo>
                  <a:pt x="18542" y="8468"/>
                </a:lnTo>
                <a:lnTo>
                  <a:pt x="18566" y="8493"/>
                </a:lnTo>
                <a:lnTo>
                  <a:pt x="18907" y="8493"/>
                </a:lnTo>
                <a:lnTo>
                  <a:pt x="19223" y="8517"/>
                </a:lnTo>
                <a:lnTo>
                  <a:pt x="19345" y="8541"/>
                </a:lnTo>
                <a:lnTo>
                  <a:pt x="19345" y="8833"/>
                </a:lnTo>
                <a:lnTo>
                  <a:pt x="19199" y="8785"/>
                </a:lnTo>
                <a:lnTo>
                  <a:pt x="18882" y="8785"/>
                </a:lnTo>
                <a:lnTo>
                  <a:pt x="18736" y="8809"/>
                </a:lnTo>
                <a:lnTo>
                  <a:pt x="18688" y="8833"/>
                </a:lnTo>
                <a:lnTo>
                  <a:pt x="18663" y="8858"/>
                </a:lnTo>
                <a:lnTo>
                  <a:pt x="18663" y="8931"/>
                </a:lnTo>
                <a:lnTo>
                  <a:pt x="18688" y="9004"/>
                </a:lnTo>
                <a:lnTo>
                  <a:pt x="18712" y="9004"/>
                </a:lnTo>
                <a:lnTo>
                  <a:pt x="18761" y="9028"/>
                </a:lnTo>
                <a:lnTo>
                  <a:pt x="18882" y="9028"/>
                </a:lnTo>
                <a:lnTo>
                  <a:pt x="19028" y="9077"/>
                </a:lnTo>
                <a:lnTo>
                  <a:pt x="19150" y="9125"/>
                </a:lnTo>
                <a:lnTo>
                  <a:pt x="19296" y="9174"/>
                </a:lnTo>
                <a:lnTo>
                  <a:pt x="19199" y="9466"/>
                </a:lnTo>
                <a:lnTo>
                  <a:pt x="18980" y="9417"/>
                </a:lnTo>
                <a:lnTo>
                  <a:pt x="18736" y="9417"/>
                </a:lnTo>
                <a:lnTo>
                  <a:pt x="18688" y="9442"/>
                </a:lnTo>
                <a:lnTo>
                  <a:pt x="18663" y="9466"/>
                </a:lnTo>
                <a:lnTo>
                  <a:pt x="18663" y="9515"/>
                </a:lnTo>
                <a:lnTo>
                  <a:pt x="18663" y="9563"/>
                </a:lnTo>
                <a:lnTo>
                  <a:pt x="18663" y="9612"/>
                </a:lnTo>
                <a:lnTo>
                  <a:pt x="18712" y="9636"/>
                </a:lnTo>
                <a:lnTo>
                  <a:pt x="18736" y="9661"/>
                </a:lnTo>
                <a:lnTo>
                  <a:pt x="18907" y="9709"/>
                </a:lnTo>
                <a:lnTo>
                  <a:pt x="19053" y="9758"/>
                </a:lnTo>
                <a:lnTo>
                  <a:pt x="18955" y="9928"/>
                </a:lnTo>
                <a:lnTo>
                  <a:pt x="18834" y="10099"/>
                </a:lnTo>
                <a:lnTo>
                  <a:pt x="18663" y="10074"/>
                </a:lnTo>
                <a:lnTo>
                  <a:pt x="18444" y="10074"/>
                </a:lnTo>
                <a:lnTo>
                  <a:pt x="18420" y="10099"/>
                </a:lnTo>
                <a:lnTo>
                  <a:pt x="18396" y="10172"/>
                </a:lnTo>
                <a:lnTo>
                  <a:pt x="18420" y="10220"/>
                </a:lnTo>
                <a:lnTo>
                  <a:pt x="18444" y="10245"/>
                </a:lnTo>
                <a:lnTo>
                  <a:pt x="18493" y="10245"/>
                </a:lnTo>
                <a:lnTo>
                  <a:pt x="18663" y="10269"/>
                </a:lnTo>
                <a:lnTo>
                  <a:pt x="18542" y="10391"/>
                </a:lnTo>
                <a:lnTo>
                  <a:pt x="18371" y="10512"/>
                </a:lnTo>
                <a:lnTo>
                  <a:pt x="18274" y="10464"/>
                </a:lnTo>
                <a:lnTo>
                  <a:pt x="18225" y="10439"/>
                </a:lnTo>
                <a:lnTo>
                  <a:pt x="18152" y="10439"/>
                </a:lnTo>
                <a:lnTo>
                  <a:pt x="18104" y="10488"/>
                </a:lnTo>
                <a:lnTo>
                  <a:pt x="18079" y="10537"/>
                </a:lnTo>
                <a:lnTo>
                  <a:pt x="18079" y="10610"/>
                </a:lnTo>
                <a:lnTo>
                  <a:pt x="18104" y="10658"/>
                </a:lnTo>
                <a:lnTo>
                  <a:pt x="17739" y="10829"/>
                </a:lnTo>
                <a:lnTo>
                  <a:pt x="17349" y="10950"/>
                </a:lnTo>
                <a:lnTo>
                  <a:pt x="16960" y="11023"/>
                </a:lnTo>
                <a:lnTo>
                  <a:pt x="16546" y="11096"/>
                </a:lnTo>
                <a:lnTo>
                  <a:pt x="16133" y="11121"/>
                </a:lnTo>
                <a:lnTo>
                  <a:pt x="15719" y="11145"/>
                </a:lnTo>
                <a:lnTo>
                  <a:pt x="14916" y="11169"/>
                </a:lnTo>
                <a:lnTo>
                  <a:pt x="13140" y="11194"/>
                </a:lnTo>
                <a:lnTo>
                  <a:pt x="12264" y="11242"/>
                </a:lnTo>
                <a:lnTo>
                  <a:pt x="11364" y="11340"/>
                </a:lnTo>
                <a:lnTo>
                  <a:pt x="10244" y="11461"/>
                </a:lnTo>
                <a:lnTo>
                  <a:pt x="9125" y="11559"/>
                </a:lnTo>
                <a:lnTo>
                  <a:pt x="8565" y="11583"/>
                </a:lnTo>
                <a:lnTo>
                  <a:pt x="8006" y="11583"/>
                </a:lnTo>
                <a:lnTo>
                  <a:pt x="7446" y="11559"/>
                </a:lnTo>
                <a:lnTo>
                  <a:pt x="6862" y="11510"/>
                </a:lnTo>
                <a:lnTo>
                  <a:pt x="5086" y="11364"/>
                </a:lnTo>
                <a:lnTo>
                  <a:pt x="4210" y="11242"/>
                </a:lnTo>
                <a:lnTo>
                  <a:pt x="3772" y="11169"/>
                </a:lnTo>
                <a:lnTo>
                  <a:pt x="3334" y="11072"/>
                </a:lnTo>
                <a:lnTo>
                  <a:pt x="2993" y="10999"/>
                </a:lnTo>
                <a:lnTo>
                  <a:pt x="2653" y="10877"/>
                </a:lnTo>
                <a:lnTo>
                  <a:pt x="2336" y="10756"/>
                </a:lnTo>
                <a:lnTo>
                  <a:pt x="2020" y="10610"/>
                </a:lnTo>
                <a:lnTo>
                  <a:pt x="1704" y="10439"/>
                </a:lnTo>
                <a:lnTo>
                  <a:pt x="1436" y="10245"/>
                </a:lnTo>
                <a:lnTo>
                  <a:pt x="1168" y="10001"/>
                </a:lnTo>
                <a:lnTo>
                  <a:pt x="949" y="9734"/>
                </a:lnTo>
                <a:lnTo>
                  <a:pt x="852" y="9588"/>
                </a:lnTo>
                <a:lnTo>
                  <a:pt x="779" y="9417"/>
                </a:lnTo>
                <a:lnTo>
                  <a:pt x="706" y="9271"/>
                </a:lnTo>
                <a:lnTo>
                  <a:pt x="657" y="9101"/>
                </a:lnTo>
                <a:lnTo>
                  <a:pt x="633" y="8931"/>
                </a:lnTo>
                <a:lnTo>
                  <a:pt x="609" y="8760"/>
                </a:lnTo>
                <a:lnTo>
                  <a:pt x="633" y="8420"/>
                </a:lnTo>
                <a:lnTo>
                  <a:pt x="682" y="8103"/>
                </a:lnTo>
                <a:lnTo>
                  <a:pt x="803" y="7763"/>
                </a:lnTo>
                <a:lnTo>
                  <a:pt x="949" y="7447"/>
                </a:lnTo>
                <a:lnTo>
                  <a:pt x="1120" y="7155"/>
                </a:lnTo>
                <a:lnTo>
                  <a:pt x="1387" y="6814"/>
                </a:lnTo>
                <a:lnTo>
                  <a:pt x="1679" y="6498"/>
                </a:lnTo>
                <a:lnTo>
                  <a:pt x="1996" y="6230"/>
                </a:lnTo>
                <a:lnTo>
                  <a:pt x="2336" y="5962"/>
                </a:lnTo>
                <a:lnTo>
                  <a:pt x="2336" y="5962"/>
                </a:lnTo>
                <a:lnTo>
                  <a:pt x="2117" y="6279"/>
                </a:lnTo>
                <a:lnTo>
                  <a:pt x="1898" y="6571"/>
                </a:lnTo>
                <a:lnTo>
                  <a:pt x="1874" y="6644"/>
                </a:lnTo>
                <a:lnTo>
                  <a:pt x="1898" y="6717"/>
                </a:lnTo>
                <a:lnTo>
                  <a:pt x="1947" y="6765"/>
                </a:lnTo>
                <a:lnTo>
                  <a:pt x="2044" y="6765"/>
                </a:lnTo>
                <a:lnTo>
                  <a:pt x="2117" y="6741"/>
                </a:lnTo>
                <a:lnTo>
                  <a:pt x="2190" y="6692"/>
                </a:lnTo>
                <a:lnTo>
                  <a:pt x="2336" y="6595"/>
                </a:lnTo>
                <a:lnTo>
                  <a:pt x="2458" y="6449"/>
                </a:lnTo>
                <a:lnTo>
                  <a:pt x="2555" y="6303"/>
                </a:lnTo>
                <a:lnTo>
                  <a:pt x="2847" y="5987"/>
                </a:lnTo>
                <a:lnTo>
                  <a:pt x="3164" y="5695"/>
                </a:lnTo>
                <a:lnTo>
                  <a:pt x="3188" y="5646"/>
                </a:lnTo>
                <a:lnTo>
                  <a:pt x="3212" y="5646"/>
                </a:lnTo>
                <a:lnTo>
                  <a:pt x="3091" y="5792"/>
                </a:lnTo>
                <a:lnTo>
                  <a:pt x="2847" y="6133"/>
                </a:lnTo>
                <a:lnTo>
                  <a:pt x="2774" y="6303"/>
                </a:lnTo>
                <a:lnTo>
                  <a:pt x="2677" y="6498"/>
                </a:lnTo>
                <a:lnTo>
                  <a:pt x="2677" y="6546"/>
                </a:lnTo>
                <a:lnTo>
                  <a:pt x="2726" y="6546"/>
                </a:lnTo>
                <a:lnTo>
                  <a:pt x="2896" y="6449"/>
                </a:lnTo>
                <a:lnTo>
                  <a:pt x="3066" y="6327"/>
                </a:lnTo>
                <a:lnTo>
                  <a:pt x="3212" y="6206"/>
                </a:lnTo>
                <a:lnTo>
                  <a:pt x="3334" y="6035"/>
                </a:lnTo>
                <a:lnTo>
                  <a:pt x="3480" y="5889"/>
                </a:lnTo>
                <a:lnTo>
                  <a:pt x="3626" y="5695"/>
                </a:lnTo>
                <a:lnTo>
                  <a:pt x="3650" y="5719"/>
                </a:lnTo>
                <a:lnTo>
                  <a:pt x="3699" y="5816"/>
                </a:lnTo>
                <a:lnTo>
                  <a:pt x="3577" y="5938"/>
                </a:lnTo>
                <a:lnTo>
                  <a:pt x="3456" y="6108"/>
                </a:lnTo>
                <a:lnTo>
                  <a:pt x="3407" y="6230"/>
                </a:lnTo>
                <a:lnTo>
                  <a:pt x="3407" y="6327"/>
                </a:lnTo>
                <a:lnTo>
                  <a:pt x="3407" y="6352"/>
                </a:lnTo>
                <a:lnTo>
                  <a:pt x="3456" y="6376"/>
                </a:lnTo>
                <a:lnTo>
                  <a:pt x="3529" y="6376"/>
                </a:lnTo>
                <a:lnTo>
                  <a:pt x="3626" y="6327"/>
                </a:lnTo>
                <a:lnTo>
                  <a:pt x="3772" y="6206"/>
                </a:lnTo>
                <a:lnTo>
                  <a:pt x="3869" y="6108"/>
                </a:lnTo>
                <a:lnTo>
                  <a:pt x="3967" y="6157"/>
                </a:lnTo>
                <a:lnTo>
                  <a:pt x="4064" y="6181"/>
                </a:lnTo>
                <a:lnTo>
                  <a:pt x="4186" y="6157"/>
                </a:lnTo>
                <a:lnTo>
                  <a:pt x="4283" y="6084"/>
                </a:lnTo>
                <a:lnTo>
                  <a:pt x="4307" y="6035"/>
                </a:lnTo>
                <a:lnTo>
                  <a:pt x="4307" y="5987"/>
                </a:lnTo>
                <a:lnTo>
                  <a:pt x="4137" y="5719"/>
                </a:lnTo>
                <a:lnTo>
                  <a:pt x="4015" y="5403"/>
                </a:lnTo>
                <a:lnTo>
                  <a:pt x="3918" y="5062"/>
                </a:lnTo>
                <a:lnTo>
                  <a:pt x="3845" y="4697"/>
                </a:lnTo>
                <a:lnTo>
                  <a:pt x="3821" y="4356"/>
                </a:lnTo>
                <a:lnTo>
                  <a:pt x="3821" y="3991"/>
                </a:lnTo>
                <a:lnTo>
                  <a:pt x="3845" y="3651"/>
                </a:lnTo>
                <a:lnTo>
                  <a:pt x="3894" y="3334"/>
                </a:lnTo>
                <a:lnTo>
                  <a:pt x="3942" y="3115"/>
                </a:lnTo>
                <a:lnTo>
                  <a:pt x="4015" y="2896"/>
                </a:lnTo>
                <a:lnTo>
                  <a:pt x="4113" y="2677"/>
                </a:lnTo>
                <a:lnTo>
                  <a:pt x="4210" y="2483"/>
                </a:lnTo>
                <a:lnTo>
                  <a:pt x="4332" y="2288"/>
                </a:lnTo>
                <a:lnTo>
                  <a:pt x="4478" y="2093"/>
                </a:lnTo>
                <a:lnTo>
                  <a:pt x="4599" y="1923"/>
                </a:lnTo>
                <a:lnTo>
                  <a:pt x="4770" y="1753"/>
                </a:lnTo>
                <a:lnTo>
                  <a:pt x="5110" y="1461"/>
                </a:lnTo>
                <a:lnTo>
                  <a:pt x="5475" y="1193"/>
                </a:lnTo>
                <a:lnTo>
                  <a:pt x="5865" y="974"/>
                </a:lnTo>
                <a:lnTo>
                  <a:pt x="6303" y="828"/>
                </a:lnTo>
                <a:lnTo>
                  <a:pt x="6716" y="706"/>
                </a:lnTo>
                <a:lnTo>
                  <a:pt x="7179" y="633"/>
                </a:lnTo>
                <a:lnTo>
                  <a:pt x="7008" y="731"/>
                </a:lnTo>
                <a:lnTo>
                  <a:pt x="6789" y="852"/>
                </a:lnTo>
                <a:lnTo>
                  <a:pt x="6546" y="998"/>
                </a:lnTo>
                <a:lnTo>
                  <a:pt x="6424" y="1071"/>
                </a:lnTo>
                <a:lnTo>
                  <a:pt x="6327" y="1169"/>
                </a:lnTo>
                <a:lnTo>
                  <a:pt x="6278" y="1266"/>
                </a:lnTo>
                <a:lnTo>
                  <a:pt x="6230" y="1363"/>
                </a:lnTo>
                <a:lnTo>
                  <a:pt x="6254" y="1412"/>
                </a:lnTo>
                <a:lnTo>
                  <a:pt x="6303" y="1461"/>
                </a:lnTo>
                <a:lnTo>
                  <a:pt x="6400" y="1485"/>
                </a:lnTo>
                <a:lnTo>
                  <a:pt x="6522" y="1461"/>
                </a:lnTo>
                <a:lnTo>
                  <a:pt x="6643" y="1436"/>
                </a:lnTo>
                <a:lnTo>
                  <a:pt x="6765" y="1363"/>
                </a:lnTo>
                <a:lnTo>
                  <a:pt x="7033" y="1217"/>
                </a:lnTo>
                <a:lnTo>
                  <a:pt x="7203" y="1096"/>
                </a:lnTo>
                <a:lnTo>
                  <a:pt x="7811" y="779"/>
                </a:lnTo>
                <a:lnTo>
                  <a:pt x="7982" y="682"/>
                </a:lnTo>
                <a:lnTo>
                  <a:pt x="8055" y="633"/>
                </a:lnTo>
                <a:lnTo>
                  <a:pt x="8128" y="560"/>
                </a:lnTo>
                <a:close/>
                <a:moveTo>
                  <a:pt x="7933" y="1"/>
                </a:moveTo>
                <a:lnTo>
                  <a:pt x="7349" y="49"/>
                </a:lnTo>
                <a:lnTo>
                  <a:pt x="6789" y="147"/>
                </a:lnTo>
                <a:lnTo>
                  <a:pt x="6254" y="268"/>
                </a:lnTo>
                <a:lnTo>
                  <a:pt x="5767" y="439"/>
                </a:lnTo>
                <a:lnTo>
                  <a:pt x="5524" y="536"/>
                </a:lnTo>
                <a:lnTo>
                  <a:pt x="5281" y="658"/>
                </a:lnTo>
                <a:lnTo>
                  <a:pt x="5062" y="804"/>
                </a:lnTo>
                <a:lnTo>
                  <a:pt x="4843" y="950"/>
                </a:lnTo>
                <a:lnTo>
                  <a:pt x="4624" y="1120"/>
                </a:lnTo>
                <a:lnTo>
                  <a:pt x="4429" y="1315"/>
                </a:lnTo>
                <a:lnTo>
                  <a:pt x="4259" y="1509"/>
                </a:lnTo>
                <a:lnTo>
                  <a:pt x="4088" y="1728"/>
                </a:lnTo>
                <a:lnTo>
                  <a:pt x="3942" y="1947"/>
                </a:lnTo>
                <a:lnTo>
                  <a:pt x="3796" y="2166"/>
                </a:lnTo>
                <a:lnTo>
                  <a:pt x="3675" y="2410"/>
                </a:lnTo>
                <a:lnTo>
                  <a:pt x="3577" y="2653"/>
                </a:lnTo>
                <a:lnTo>
                  <a:pt x="3480" y="2896"/>
                </a:lnTo>
                <a:lnTo>
                  <a:pt x="3407" y="3164"/>
                </a:lnTo>
                <a:lnTo>
                  <a:pt x="3358" y="3407"/>
                </a:lnTo>
                <a:lnTo>
                  <a:pt x="3310" y="3675"/>
                </a:lnTo>
                <a:lnTo>
                  <a:pt x="3310" y="3870"/>
                </a:lnTo>
                <a:lnTo>
                  <a:pt x="3334" y="4210"/>
                </a:lnTo>
                <a:lnTo>
                  <a:pt x="3383" y="4624"/>
                </a:lnTo>
                <a:lnTo>
                  <a:pt x="3480" y="5086"/>
                </a:lnTo>
                <a:lnTo>
                  <a:pt x="3285" y="5086"/>
                </a:lnTo>
                <a:lnTo>
                  <a:pt x="3115" y="5111"/>
                </a:lnTo>
                <a:lnTo>
                  <a:pt x="2726" y="5184"/>
                </a:lnTo>
                <a:lnTo>
                  <a:pt x="2409" y="5305"/>
                </a:lnTo>
                <a:lnTo>
                  <a:pt x="2166" y="5427"/>
                </a:lnTo>
                <a:lnTo>
                  <a:pt x="1825" y="5622"/>
                </a:lnTo>
                <a:lnTo>
                  <a:pt x="1485" y="5889"/>
                </a:lnTo>
                <a:lnTo>
                  <a:pt x="1193" y="6157"/>
                </a:lnTo>
                <a:lnTo>
                  <a:pt x="901" y="6473"/>
                </a:lnTo>
                <a:lnTo>
                  <a:pt x="657" y="6814"/>
                </a:lnTo>
                <a:lnTo>
                  <a:pt x="439" y="7179"/>
                </a:lnTo>
                <a:lnTo>
                  <a:pt x="268" y="7544"/>
                </a:lnTo>
                <a:lnTo>
                  <a:pt x="122" y="7909"/>
                </a:lnTo>
                <a:lnTo>
                  <a:pt x="25" y="8274"/>
                </a:lnTo>
                <a:lnTo>
                  <a:pt x="1" y="8614"/>
                </a:lnTo>
                <a:lnTo>
                  <a:pt x="1" y="8931"/>
                </a:lnTo>
                <a:lnTo>
                  <a:pt x="74" y="9247"/>
                </a:lnTo>
                <a:lnTo>
                  <a:pt x="171" y="9539"/>
                </a:lnTo>
                <a:lnTo>
                  <a:pt x="293" y="9807"/>
                </a:lnTo>
                <a:lnTo>
                  <a:pt x="487" y="10074"/>
                </a:lnTo>
                <a:lnTo>
                  <a:pt x="682" y="10318"/>
                </a:lnTo>
                <a:lnTo>
                  <a:pt x="925" y="10561"/>
                </a:lnTo>
                <a:lnTo>
                  <a:pt x="1168" y="10756"/>
                </a:lnTo>
                <a:lnTo>
                  <a:pt x="1436" y="10950"/>
                </a:lnTo>
                <a:lnTo>
                  <a:pt x="1728" y="11121"/>
                </a:lnTo>
                <a:lnTo>
                  <a:pt x="2020" y="11267"/>
                </a:lnTo>
                <a:lnTo>
                  <a:pt x="2336" y="11413"/>
                </a:lnTo>
                <a:lnTo>
                  <a:pt x="2628" y="11534"/>
                </a:lnTo>
                <a:lnTo>
                  <a:pt x="2945" y="11632"/>
                </a:lnTo>
                <a:lnTo>
                  <a:pt x="3334" y="11729"/>
                </a:lnTo>
                <a:lnTo>
                  <a:pt x="3723" y="11802"/>
                </a:lnTo>
                <a:lnTo>
                  <a:pt x="4526" y="11924"/>
                </a:lnTo>
                <a:lnTo>
                  <a:pt x="6132" y="12070"/>
                </a:lnTo>
                <a:lnTo>
                  <a:pt x="7276" y="12167"/>
                </a:lnTo>
                <a:lnTo>
                  <a:pt x="7836" y="12191"/>
                </a:lnTo>
                <a:lnTo>
                  <a:pt x="8395" y="12216"/>
                </a:lnTo>
                <a:lnTo>
                  <a:pt x="8955" y="12191"/>
                </a:lnTo>
                <a:lnTo>
                  <a:pt x="9514" y="12167"/>
                </a:lnTo>
                <a:lnTo>
                  <a:pt x="10098" y="12118"/>
                </a:lnTo>
                <a:lnTo>
                  <a:pt x="10658" y="12070"/>
                </a:lnTo>
                <a:lnTo>
                  <a:pt x="11583" y="11948"/>
                </a:lnTo>
                <a:lnTo>
                  <a:pt x="12507" y="11875"/>
                </a:lnTo>
                <a:lnTo>
                  <a:pt x="13432" y="11826"/>
                </a:lnTo>
                <a:lnTo>
                  <a:pt x="14357" y="11802"/>
                </a:lnTo>
                <a:lnTo>
                  <a:pt x="15208" y="11802"/>
                </a:lnTo>
                <a:lnTo>
                  <a:pt x="16060" y="11753"/>
                </a:lnTo>
                <a:lnTo>
                  <a:pt x="16498" y="11729"/>
                </a:lnTo>
                <a:lnTo>
                  <a:pt x="16911" y="11656"/>
                </a:lnTo>
                <a:lnTo>
                  <a:pt x="17325" y="11583"/>
                </a:lnTo>
                <a:lnTo>
                  <a:pt x="17739" y="11486"/>
                </a:lnTo>
                <a:lnTo>
                  <a:pt x="18079" y="11364"/>
                </a:lnTo>
                <a:lnTo>
                  <a:pt x="18396" y="11218"/>
                </a:lnTo>
                <a:lnTo>
                  <a:pt x="18688" y="11048"/>
                </a:lnTo>
                <a:lnTo>
                  <a:pt x="18931" y="10853"/>
                </a:lnTo>
                <a:lnTo>
                  <a:pt x="19174" y="10634"/>
                </a:lnTo>
                <a:lnTo>
                  <a:pt x="19369" y="10415"/>
                </a:lnTo>
                <a:lnTo>
                  <a:pt x="19539" y="10147"/>
                </a:lnTo>
                <a:lnTo>
                  <a:pt x="19685" y="9880"/>
                </a:lnTo>
                <a:lnTo>
                  <a:pt x="19807" y="9588"/>
                </a:lnTo>
                <a:lnTo>
                  <a:pt x="19904" y="9296"/>
                </a:lnTo>
                <a:lnTo>
                  <a:pt x="19953" y="8979"/>
                </a:lnTo>
                <a:lnTo>
                  <a:pt x="19977" y="8663"/>
                </a:lnTo>
                <a:lnTo>
                  <a:pt x="19977" y="8322"/>
                </a:lnTo>
                <a:lnTo>
                  <a:pt x="19953" y="8006"/>
                </a:lnTo>
                <a:lnTo>
                  <a:pt x="19880" y="7665"/>
                </a:lnTo>
                <a:lnTo>
                  <a:pt x="19783" y="7325"/>
                </a:lnTo>
                <a:lnTo>
                  <a:pt x="19710" y="7057"/>
                </a:lnTo>
                <a:lnTo>
                  <a:pt x="19588" y="6790"/>
                </a:lnTo>
                <a:lnTo>
                  <a:pt x="19442" y="6546"/>
                </a:lnTo>
                <a:lnTo>
                  <a:pt x="19296" y="6303"/>
                </a:lnTo>
                <a:lnTo>
                  <a:pt x="19126" y="6060"/>
                </a:lnTo>
                <a:lnTo>
                  <a:pt x="18955" y="5865"/>
                </a:lnTo>
                <a:lnTo>
                  <a:pt x="18761" y="5670"/>
                </a:lnTo>
                <a:lnTo>
                  <a:pt x="18542" y="5476"/>
                </a:lnTo>
                <a:lnTo>
                  <a:pt x="18323" y="5330"/>
                </a:lnTo>
                <a:lnTo>
                  <a:pt x="18104" y="5208"/>
                </a:lnTo>
                <a:lnTo>
                  <a:pt x="17860" y="5086"/>
                </a:lnTo>
                <a:lnTo>
                  <a:pt x="17593" y="5013"/>
                </a:lnTo>
                <a:lnTo>
                  <a:pt x="17325" y="4965"/>
                </a:lnTo>
                <a:lnTo>
                  <a:pt x="17057" y="4940"/>
                </a:lnTo>
                <a:lnTo>
                  <a:pt x="16790" y="4965"/>
                </a:lnTo>
                <a:lnTo>
                  <a:pt x="16522" y="5013"/>
                </a:lnTo>
                <a:lnTo>
                  <a:pt x="16522" y="4794"/>
                </a:lnTo>
                <a:lnTo>
                  <a:pt x="16522" y="4600"/>
                </a:lnTo>
                <a:lnTo>
                  <a:pt x="16473" y="4381"/>
                </a:lnTo>
                <a:lnTo>
                  <a:pt x="16425" y="4186"/>
                </a:lnTo>
                <a:lnTo>
                  <a:pt x="16352" y="3991"/>
                </a:lnTo>
                <a:lnTo>
                  <a:pt x="16279" y="3797"/>
                </a:lnTo>
                <a:lnTo>
                  <a:pt x="16182" y="3602"/>
                </a:lnTo>
                <a:lnTo>
                  <a:pt x="16060" y="3407"/>
                </a:lnTo>
                <a:lnTo>
                  <a:pt x="15792" y="3067"/>
                </a:lnTo>
                <a:lnTo>
                  <a:pt x="15500" y="2750"/>
                </a:lnTo>
                <a:lnTo>
                  <a:pt x="15184" y="2483"/>
                </a:lnTo>
                <a:lnTo>
                  <a:pt x="14843" y="2239"/>
                </a:lnTo>
                <a:lnTo>
                  <a:pt x="14673" y="2142"/>
                </a:lnTo>
                <a:lnTo>
                  <a:pt x="14478" y="2045"/>
                </a:lnTo>
                <a:lnTo>
                  <a:pt x="14284" y="1972"/>
                </a:lnTo>
                <a:lnTo>
                  <a:pt x="14089" y="1899"/>
                </a:lnTo>
                <a:lnTo>
                  <a:pt x="13870" y="1850"/>
                </a:lnTo>
                <a:lnTo>
                  <a:pt x="13651" y="1801"/>
                </a:lnTo>
                <a:lnTo>
                  <a:pt x="13432" y="1777"/>
                </a:lnTo>
                <a:lnTo>
                  <a:pt x="13213" y="1777"/>
                </a:lnTo>
                <a:lnTo>
                  <a:pt x="12994" y="1801"/>
                </a:lnTo>
                <a:lnTo>
                  <a:pt x="12775" y="1826"/>
                </a:lnTo>
                <a:lnTo>
                  <a:pt x="12580" y="1899"/>
                </a:lnTo>
                <a:lnTo>
                  <a:pt x="12386" y="1972"/>
                </a:lnTo>
                <a:lnTo>
                  <a:pt x="12215" y="2069"/>
                </a:lnTo>
                <a:lnTo>
                  <a:pt x="12069" y="2191"/>
                </a:lnTo>
                <a:lnTo>
                  <a:pt x="11923" y="2361"/>
                </a:lnTo>
                <a:lnTo>
                  <a:pt x="11802" y="2531"/>
                </a:lnTo>
                <a:lnTo>
                  <a:pt x="11656" y="2239"/>
                </a:lnTo>
                <a:lnTo>
                  <a:pt x="11485" y="1947"/>
                </a:lnTo>
                <a:lnTo>
                  <a:pt x="11291" y="1680"/>
                </a:lnTo>
                <a:lnTo>
                  <a:pt x="11072" y="1412"/>
                </a:lnTo>
                <a:lnTo>
                  <a:pt x="10828" y="1169"/>
                </a:lnTo>
                <a:lnTo>
                  <a:pt x="10585" y="925"/>
                </a:lnTo>
                <a:lnTo>
                  <a:pt x="10317" y="731"/>
                </a:lnTo>
                <a:lnTo>
                  <a:pt x="10050" y="536"/>
                </a:lnTo>
                <a:lnTo>
                  <a:pt x="9806" y="390"/>
                </a:lnTo>
                <a:lnTo>
                  <a:pt x="9563" y="268"/>
                </a:lnTo>
                <a:lnTo>
                  <a:pt x="9320" y="195"/>
                </a:lnTo>
                <a:lnTo>
                  <a:pt x="9052" y="122"/>
                </a:lnTo>
                <a:lnTo>
                  <a:pt x="8784" y="74"/>
                </a:lnTo>
                <a:lnTo>
                  <a:pt x="8492" y="25"/>
                </a:lnTo>
                <a:lnTo>
                  <a:pt x="8225" y="1"/>
                </a:lnTo>
                <a:close/>
              </a:path>
            </a:pathLst>
          </a:cu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83;p38"/>
          <p:cNvSpPr/>
          <p:nvPr/>
        </p:nvSpPr>
        <p:spPr>
          <a:xfrm>
            <a:off x="189731" y="141946"/>
            <a:ext cx="862649" cy="918228"/>
          </a:xfrm>
          <a:custGeom>
            <a:avLst/>
            <a:gdLst/>
            <a:ahLst/>
            <a:cxnLst/>
            <a:rect l="l" t="t" r="r" b="b"/>
            <a:pathLst>
              <a:path w="15817" h="18981" extrusionOk="0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54;p11"/>
          <p:cNvSpPr/>
          <p:nvPr/>
        </p:nvSpPr>
        <p:spPr>
          <a:xfrm>
            <a:off x="4355325" y="3191808"/>
            <a:ext cx="1442481" cy="102978"/>
          </a:xfrm>
          <a:custGeom>
            <a:avLst/>
            <a:gdLst/>
            <a:ahLst/>
            <a:cxnLst/>
            <a:rect l="l" t="t" r="r" b="b"/>
            <a:pathLst>
              <a:path w="27831" h="2831" extrusionOk="0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372553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ctrTitle" idx="4294967295"/>
          </p:nvPr>
        </p:nvSpPr>
        <p:spPr>
          <a:xfrm>
            <a:off x="1833561" y="99553"/>
            <a:ext cx="5457000" cy="9438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Tema da aula:</a:t>
            </a:r>
            <a:endParaRPr sz="3800" dirty="0"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4294967295"/>
          </p:nvPr>
        </p:nvSpPr>
        <p:spPr>
          <a:xfrm>
            <a:off x="145774" y="1030743"/>
            <a:ext cx="8832574" cy="38659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dirty="0" smtClean="0"/>
              <a:t>O que vamos aprender hoje?</a:t>
            </a: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600" dirty="0" smtClean="0"/>
          </a:p>
          <a:p>
            <a:pPr marL="0" lvl="0" indent="0" defTabSz="536575">
              <a:buNone/>
            </a:pPr>
            <a:r>
              <a:rPr lang="pt-BR" sz="1600" dirty="0" smtClean="0"/>
              <a:t>	01 – Características dos algoritmos;</a:t>
            </a:r>
          </a:p>
          <a:p>
            <a:pPr marL="0" lvl="0" indent="0" defTabSz="536575">
              <a:buNone/>
            </a:pPr>
            <a:endParaRPr lang="pt-BR" sz="1600" dirty="0" smtClean="0"/>
          </a:p>
          <a:p>
            <a:pPr marL="0" lvl="0" indent="0" defTabSz="536575">
              <a:buNone/>
            </a:pPr>
            <a:r>
              <a:rPr lang="pt-BR" sz="1600" dirty="0"/>
              <a:t>	</a:t>
            </a:r>
            <a:r>
              <a:rPr lang="pt-BR" sz="1600" dirty="0" smtClean="0"/>
              <a:t>02 – Tipos de representação de algoritmos;</a:t>
            </a:r>
            <a:endParaRPr lang="pt-BR" sz="1600" dirty="0"/>
          </a:p>
        </p:txBody>
      </p:sp>
      <p:sp>
        <p:nvSpPr>
          <p:cNvPr id="74" name="Google Shape;74;p13"/>
          <p:cNvSpPr/>
          <p:nvPr/>
        </p:nvSpPr>
        <p:spPr>
          <a:xfrm>
            <a:off x="3739765" y="781066"/>
            <a:ext cx="1442481" cy="102978"/>
          </a:xfrm>
          <a:custGeom>
            <a:avLst/>
            <a:gdLst/>
            <a:ahLst/>
            <a:cxnLst/>
            <a:rect l="l" t="t" r="r" b="b"/>
            <a:pathLst>
              <a:path w="27831" h="2831" extrusionOk="0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4" name="Google Shape;97;p16"/>
          <p:cNvSpPr/>
          <p:nvPr/>
        </p:nvSpPr>
        <p:spPr>
          <a:xfrm>
            <a:off x="1935264" y="175231"/>
            <a:ext cx="788695" cy="805193"/>
          </a:xfrm>
          <a:custGeom>
            <a:avLst/>
            <a:gdLst/>
            <a:ahLst/>
            <a:cxnLst/>
            <a:rect l="l" t="t" r="r" b="b"/>
            <a:pathLst>
              <a:path w="67641" h="69056" extrusionOk="0">
                <a:moveTo>
                  <a:pt x="49622" y="2736"/>
                </a:moveTo>
                <a:lnTo>
                  <a:pt x="49622" y="2736"/>
                </a:lnTo>
                <a:lnTo>
                  <a:pt x="49622" y="2736"/>
                </a:lnTo>
                <a:close/>
                <a:moveTo>
                  <a:pt x="59622" y="55565"/>
                </a:moveTo>
                <a:lnTo>
                  <a:pt x="59622" y="55565"/>
                </a:lnTo>
                <a:lnTo>
                  <a:pt x="59622" y="55565"/>
                </a:lnTo>
                <a:close/>
                <a:moveTo>
                  <a:pt x="35471" y="0"/>
                </a:moveTo>
                <a:lnTo>
                  <a:pt x="34433" y="95"/>
                </a:lnTo>
                <a:lnTo>
                  <a:pt x="33584" y="189"/>
                </a:lnTo>
                <a:lnTo>
                  <a:pt x="32735" y="378"/>
                </a:lnTo>
                <a:lnTo>
                  <a:pt x="32169" y="566"/>
                </a:lnTo>
                <a:lnTo>
                  <a:pt x="31509" y="472"/>
                </a:lnTo>
                <a:lnTo>
                  <a:pt x="30754" y="472"/>
                </a:lnTo>
                <a:lnTo>
                  <a:pt x="29339" y="566"/>
                </a:lnTo>
                <a:lnTo>
                  <a:pt x="27830" y="849"/>
                </a:lnTo>
                <a:lnTo>
                  <a:pt x="26320" y="1321"/>
                </a:lnTo>
                <a:lnTo>
                  <a:pt x="24811" y="1981"/>
                </a:lnTo>
                <a:lnTo>
                  <a:pt x="23207" y="2736"/>
                </a:lnTo>
                <a:lnTo>
                  <a:pt x="21698" y="3585"/>
                </a:lnTo>
                <a:lnTo>
                  <a:pt x="20188" y="4623"/>
                </a:lnTo>
                <a:lnTo>
                  <a:pt x="18679" y="5661"/>
                </a:lnTo>
                <a:lnTo>
                  <a:pt x="17170" y="6793"/>
                </a:lnTo>
                <a:lnTo>
                  <a:pt x="15754" y="8019"/>
                </a:lnTo>
                <a:lnTo>
                  <a:pt x="14434" y="9151"/>
                </a:lnTo>
                <a:lnTo>
                  <a:pt x="11981" y="11510"/>
                </a:lnTo>
                <a:lnTo>
                  <a:pt x="10000" y="13774"/>
                </a:lnTo>
                <a:lnTo>
                  <a:pt x="7736" y="16981"/>
                </a:lnTo>
                <a:lnTo>
                  <a:pt x="8019" y="16321"/>
                </a:lnTo>
                <a:lnTo>
                  <a:pt x="8302" y="15660"/>
                </a:lnTo>
                <a:lnTo>
                  <a:pt x="7736" y="16604"/>
                </a:lnTo>
                <a:lnTo>
                  <a:pt x="7075" y="17642"/>
                </a:lnTo>
                <a:lnTo>
                  <a:pt x="7170" y="17830"/>
                </a:lnTo>
                <a:lnTo>
                  <a:pt x="6509" y="18868"/>
                </a:lnTo>
                <a:lnTo>
                  <a:pt x="7075" y="17359"/>
                </a:lnTo>
                <a:lnTo>
                  <a:pt x="6132" y="19057"/>
                </a:lnTo>
                <a:lnTo>
                  <a:pt x="5189" y="20849"/>
                </a:lnTo>
                <a:lnTo>
                  <a:pt x="4434" y="22736"/>
                </a:lnTo>
                <a:lnTo>
                  <a:pt x="3679" y="24622"/>
                </a:lnTo>
                <a:lnTo>
                  <a:pt x="2453" y="28490"/>
                </a:lnTo>
                <a:lnTo>
                  <a:pt x="1321" y="32169"/>
                </a:lnTo>
                <a:lnTo>
                  <a:pt x="1509" y="32264"/>
                </a:lnTo>
                <a:lnTo>
                  <a:pt x="1604" y="32453"/>
                </a:lnTo>
                <a:lnTo>
                  <a:pt x="1604" y="32641"/>
                </a:lnTo>
                <a:lnTo>
                  <a:pt x="1509" y="32924"/>
                </a:lnTo>
                <a:lnTo>
                  <a:pt x="1226" y="33396"/>
                </a:lnTo>
                <a:lnTo>
                  <a:pt x="1038" y="33585"/>
                </a:lnTo>
                <a:lnTo>
                  <a:pt x="1038" y="33773"/>
                </a:lnTo>
                <a:lnTo>
                  <a:pt x="1038" y="35000"/>
                </a:lnTo>
                <a:lnTo>
                  <a:pt x="849" y="36132"/>
                </a:lnTo>
                <a:lnTo>
                  <a:pt x="660" y="37358"/>
                </a:lnTo>
                <a:lnTo>
                  <a:pt x="472" y="38867"/>
                </a:lnTo>
                <a:lnTo>
                  <a:pt x="283" y="38301"/>
                </a:lnTo>
                <a:lnTo>
                  <a:pt x="94" y="39811"/>
                </a:lnTo>
                <a:lnTo>
                  <a:pt x="0" y="41509"/>
                </a:lnTo>
                <a:lnTo>
                  <a:pt x="94" y="43301"/>
                </a:lnTo>
                <a:lnTo>
                  <a:pt x="283" y="44056"/>
                </a:lnTo>
                <a:lnTo>
                  <a:pt x="472" y="44622"/>
                </a:lnTo>
                <a:lnTo>
                  <a:pt x="566" y="45660"/>
                </a:lnTo>
                <a:lnTo>
                  <a:pt x="755" y="46792"/>
                </a:lnTo>
                <a:lnTo>
                  <a:pt x="1226" y="48962"/>
                </a:lnTo>
                <a:lnTo>
                  <a:pt x="1981" y="51037"/>
                </a:lnTo>
                <a:lnTo>
                  <a:pt x="2924" y="53112"/>
                </a:lnTo>
                <a:lnTo>
                  <a:pt x="4057" y="55094"/>
                </a:lnTo>
                <a:lnTo>
                  <a:pt x="5283" y="56980"/>
                </a:lnTo>
                <a:lnTo>
                  <a:pt x="6698" y="58678"/>
                </a:lnTo>
                <a:lnTo>
                  <a:pt x="8113" y="60282"/>
                </a:lnTo>
                <a:lnTo>
                  <a:pt x="9056" y="61131"/>
                </a:lnTo>
                <a:lnTo>
                  <a:pt x="10000" y="61980"/>
                </a:lnTo>
                <a:lnTo>
                  <a:pt x="11038" y="62829"/>
                </a:lnTo>
                <a:lnTo>
                  <a:pt x="12075" y="63584"/>
                </a:lnTo>
                <a:lnTo>
                  <a:pt x="14339" y="64905"/>
                </a:lnTo>
                <a:lnTo>
                  <a:pt x="16604" y="66131"/>
                </a:lnTo>
                <a:lnTo>
                  <a:pt x="19056" y="67169"/>
                </a:lnTo>
                <a:lnTo>
                  <a:pt x="21509" y="67923"/>
                </a:lnTo>
                <a:lnTo>
                  <a:pt x="24056" y="68584"/>
                </a:lnTo>
                <a:lnTo>
                  <a:pt x="26603" y="69055"/>
                </a:lnTo>
                <a:lnTo>
                  <a:pt x="27830" y="69055"/>
                </a:lnTo>
                <a:lnTo>
                  <a:pt x="30188" y="68867"/>
                </a:lnTo>
                <a:lnTo>
                  <a:pt x="33113" y="68678"/>
                </a:lnTo>
                <a:lnTo>
                  <a:pt x="36509" y="68301"/>
                </a:lnTo>
                <a:lnTo>
                  <a:pt x="39811" y="67923"/>
                </a:lnTo>
                <a:lnTo>
                  <a:pt x="42735" y="67452"/>
                </a:lnTo>
                <a:lnTo>
                  <a:pt x="44905" y="66980"/>
                </a:lnTo>
                <a:lnTo>
                  <a:pt x="45565" y="66791"/>
                </a:lnTo>
                <a:lnTo>
                  <a:pt x="45943" y="66508"/>
                </a:lnTo>
                <a:lnTo>
                  <a:pt x="47358" y="65942"/>
                </a:lnTo>
                <a:lnTo>
                  <a:pt x="48018" y="65565"/>
                </a:lnTo>
                <a:lnTo>
                  <a:pt x="48678" y="65188"/>
                </a:lnTo>
                <a:lnTo>
                  <a:pt x="47924" y="65471"/>
                </a:lnTo>
                <a:lnTo>
                  <a:pt x="51509" y="62924"/>
                </a:lnTo>
                <a:lnTo>
                  <a:pt x="53301" y="61508"/>
                </a:lnTo>
                <a:lnTo>
                  <a:pt x="55093" y="59905"/>
                </a:lnTo>
                <a:lnTo>
                  <a:pt x="55093" y="59905"/>
                </a:lnTo>
                <a:lnTo>
                  <a:pt x="54810" y="60376"/>
                </a:lnTo>
                <a:lnTo>
                  <a:pt x="54339" y="60754"/>
                </a:lnTo>
                <a:lnTo>
                  <a:pt x="55376" y="59999"/>
                </a:lnTo>
                <a:lnTo>
                  <a:pt x="56320" y="59056"/>
                </a:lnTo>
                <a:lnTo>
                  <a:pt x="57075" y="58395"/>
                </a:lnTo>
                <a:lnTo>
                  <a:pt x="57169" y="58207"/>
                </a:lnTo>
                <a:lnTo>
                  <a:pt x="57075" y="58207"/>
                </a:lnTo>
                <a:lnTo>
                  <a:pt x="57924" y="57546"/>
                </a:lnTo>
                <a:lnTo>
                  <a:pt x="58678" y="56697"/>
                </a:lnTo>
                <a:lnTo>
                  <a:pt x="59339" y="55754"/>
                </a:lnTo>
                <a:lnTo>
                  <a:pt x="59905" y="54905"/>
                </a:lnTo>
                <a:lnTo>
                  <a:pt x="59716" y="54999"/>
                </a:lnTo>
                <a:lnTo>
                  <a:pt x="59622" y="54999"/>
                </a:lnTo>
                <a:lnTo>
                  <a:pt x="59810" y="54622"/>
                </a:lnTo>
                <a:lnTo>
                  <a:pt x="59150" y="55565"/>
                </a:lnTo>
                <a:lnTo>
                  <a:pt x="59527" y="55094"/>
                </a:lnTo>
                <a:lnTo>
                  <a:pt x="59433" y="55377"/>
                </a:lnTo>
                <a:lnTo>
                  <a:pt x="58867" y="56037"/>
                </a:lnTo>
                <a:lnTo>
                  <a:pt x="59056" y="55660"/>
                </a:lnTo>
                <a:lnTo>
                  <a:pt x="59056" y="55660"/>
                </a:lnTo>
                <a:lnTo>
                  <a:pt x="58678" y="56037"/>
                </a:lnTo>
                <a:lnTo>
                  <a:pt x="59810" y="54339"/>
                </a:lnTo>
                <a:lnTo>
                  <a:pt x="60282" y="53490"/>
                </a:lnTo>
                <a:lnTo>
                  <a:pt x="60282" y="53301"/>
                </a:lnTo>
                <a:lnTo>
                  <a:pt x="60188" y="53395"/>
                </a:lnTo>
                <a:lnTo>
                  <a:pt x="60188" y="53395"/>
                </a:lnTo>
                <a:lnTo>
                  <a:pt x="60565" y="52924"/>
                </a:lnTo>
                <a:lnTo>
                  <a:pt x="61037" y="52452"/>
                </a:lnTo>
                <a:lnTo>
                  <a:pt x="61886" y="51509"/>
                </a:lnTo>
                <a:lnTo>
                  <a:pt x="61508" y="52452"/>
                </a:lnTo>
                <a:lnTo>
                  <a:pt x="60848" y="53584"/>
                </a:lnTo>
                <a:lnTo>
                  <a:pt x="59622" y="55565"/>
                </a:lnTo>
                <a:lnTo>
                  <a:pt x="60376" y="54528"/>
                </a:lnTo>
                <a:lnTo>
                  <a:pt x="60942" y="53678"/>
                </a:lnTo>
                <a:lnTo>
                  <a:pt x="61980" y="51792"/>
                </a:lnTo>
                <a:lnTo>
                  <a:pt x="61886" y="51886"/>
                </a:lnTo>
                <a:lnTo>
                  <a:pt x="61886" y="51697"/>
                </a:lnTo>
                <a:lnTo>
                  <a:pt x="62169" y="51037"/>
                </a:lnTo>
                <a:lnTo>
                  <a:pt x="62735" y="49999"/>
                </a:lnTo>
                <a:lnTo>
                  <a:pt x="61508" y="51603"/>
                </a:lnTo>
                <a:lnTo>
                  <a:pt x="61603" y="51037"/>
                </a:lnTo>
                <a:lnTo>
                  <a:pt x="61697" y="50377"/>
                </a:lnTo>
                <a:lnTo>
                  <a:pt x="62169" y="48962"/>
                </a:lnTo>
                <a:lnTo>
                  <a:pt x="62829" y="47358"/>
                </a:lnTo>
                <a:lnTo>
                  <a:pt x="63678" y="45565"/>
                </a:lnTo>
                <a:lnTo>
                  <a:pt x="65376" y="42169"/>
                </a:lnTo>
                <a:lnTo>
                  <a:pt x="66131" y="40660"/>
                </a:lnTo>
                <a:lnTo>
                  <a:pt x="66697" y="39339"/>
                </a:lnTo>
                <a:lnTo>
                  <a:pt x="66603" y="39528"/>
                </a:lnTo>
                <a:lnTo>
                  <a:pt x="66697" y="39056"/>
                </a:lnTo>
                <a:lnTo>
                  <a:pt x="66791" y="38962"/>
                </a:lnTo>
                <a:lnTo>
                  <a:pt x="66791" y="39056"/>
                </a:lnTo>
                <a:lnTo>
                  <a:pt x="66886" y="38584"/>
                </a:lnTo>
                <a:lnTo>
                  <a:pt x="66791" y="38867"/>
                </a:lnTo>
                <a:lnTo>
                  <a:pt x="66980" y="38207"/>
                </a:lnTo>
                <a:lnTo>
                  <a:pt x="67169" y="37264"/>
                </a:lnTo>
                <a:lnTo>
                  <a:pt x="67263" y="36415"/>
                </a:lnTo>
                <a:lnTo>
                  <a:pt x="67357" y="36509"/>
                </a:lnTo>
                <a:lnTo>
                  <a:pt x="67452" y="36509"/>
                </a:lnTo>
                <a:lnTo>
                  <a:pt x="67546" y="35943"/>
                </a:lnTo>
                <a:lnTo>
                  <a:pt x="67546" y="34811"/>
                </a:lnTo>
                <a:lnTo>
                  <a:pt x="67640" y="31037"/>
                </a:lnTo>
                <a:lnTo>
                  <a:pt x="67640" y="28490"/>
                </a:lnTo>
                <a:lnTo>
                  <a:pt x="67546" y="27736"/>
                </a:lnTo>
                <a:lnTo>
                  <a:pt x="67546" y="27547"/>
                </a:lnTo>
                <a:lnTo>
                  <a:pt x="67452" y="27547"/>
                </a:lnTo>
                <a:lnTo>
                  <a:pt x="67074" y="26792"/>
                </a:lnTo>
                <a:lnTo>
                  <a:pt x="66791" y="25660"/>
                </a:lnTo>
                <a:lnTo>
                  <a:pt x="66508" y="24528"/>
                </a:lnTo>
                <a:lnTo>
                  <a:pt x="66414" y="23585"/>
                </a:lnTo>
                <a:lnTo>
                  <a:pt x="66320" y="23679"/>
                </a:lnTo>
                <a:lnTo>
                  <a:pt x="66320" y="23490"/>
                </a:lnTo>
                <a:lnTo>
                  <a:pt x="65942" y="22924"/>
                </a:lnTo>
                <a:lnTo>
                  <a:pt x="65565" y="22358"/>
                </a:lnTo>
                <a:lnTo>
                  <a:pt x="64527" y="21132"/>
                </a:lnTo>
                <a:lnTo>
                  <a:pt x="63584" y="19906"/>
                </a:lnTo>
                <a:lnTo>
                  <a:pt x="63207" y="19340"/>
                </a:lnTo>
                <a:lnTo>
                  <a:pt x="63018" y="18774"/>
                </a:lnTo>
                <a:lnTo>
                  <a:pt x="63112" y="18962"/>
                </a:lnTo>
                <a:lnTo>
                  <a:pt x="63301" y="19057"/>
                </a:lnTo>
                <a:lnTo>
                  <a:pt x="63301" y="19057"/>
                </a:lnTo>
                <a:lnTo>
                  <a:pt x="63207" y="18868"/>
                </a:lnTo>
                <a:lnTo>
                  <a:pt x="62923" y="18491"/>
                </a:lnTo>
                <a:lnTo>
                  <a:pt x="61980" y="17453"/>
                </a:lnTo>
                <a:lnTo>
                  <a:pt x="61037" y="16509"/>
                </a:lnTo>
                <a:lnTo>
                  <a:pt x="61037" y="16698"/>
                </a:lnTo>
                <a:lnTo>
                  <a:pt x="61037" y="16887"/>
                </a:lnTo>
                <a:lnTo>
                  <a:pt x="60093" y="15943"/>
                </a:lnTo>
                <a:lnTo>
                  <a:pt x="60376" y="16321"/>
                </a:lnTo>
                <a:lnTo>
                  <a:pt x="59527" y="15377"/>
                </a:lnTo>
                <a:lnTo>
                  <a:pt x="59056" y="14906"/>
                </a:lnTo>
                <a:lnTo>
                  <a:pt x="59244" y="14906"/>
                </a:lnTo>
                <a:lnTo>
                  <a:pt x="59905" y="15472"/>
                </a:lnTo>
                <a:lnTo>
                  <a:pt x="59905" y="15472"/>
                </a:lnTo>
                <a:lnTo>
                  <a:pt x="57641" y="13396"/>
                </a:lnTo>
                <a:lnTo>
                  <a:pt x="58112" y="13868"/>
                </a:lnTo>
                <a:lnTo>
                  <a:pt x="56886" y="13019"/>
                </a:lnTo>
                <a:lnTo>
                  <a:pt x="55754" y="12453"/>
                </a:lnTo>
                <a:lnTo>
                  <a:pt x="56603" y="13113"/>
                </a:lnTo>
                <a:lnTo>
                  <a:pt x="57452" y="13774"/>
                </a:lnTo>
                <a:lnTo>
                  <a:pt x="58961" y="15283"/>
                </a:lnTo>
                <a:lnTo>
                  <a:pt x="60376" y="16604"/>
                </a:lnTo>
                <a:lnTo>
                  <a:pt x="61225" y="17264"/>
                </a:lnTo>
                <a:lnTo>
                  <a:pt x="62074" y="17925"/>
                </a:lnTo>
                <a:lnTo>
                  <a:pt x="62074" y="17925"/>
                </a:lnTo>
                <a:lnTo>
                  <a:pt x="61414" y="17547"/>
                </a:lnTo>
                <a:lnTo>
                  <a:pt x="60659" y="16981"/>
                </a:lnTo>
                <a:lnTo>
                  <a:pt x="60754" y="17264"/>
                </a:lnTo>
                <a:lnTo>
                  <a:pt x="60942" y="17642"/>
                </a:lnTo>
                <a:lnTo>
                  <a:pt x="61980" y="19151"/>
                </a:lnTo>
                <a:lnTo>
                  <a:pt x="63301" y="20943"/>
                </a:lnTo>
                <a:lnTo>
                  <a:pt x="63207" y="20943"/>
                </a:lnTo>
                <a:lnTo>
                  <a:pt x="63395" y="21038"/>
                </a:lnTo>
                <a:lnTo>
                  <a:pt x="63490" y="21321"/>
                </a:lnTo>
                <a:lnTo>
                  <a:pt x="63678" y="21604"/>
                </a:lnTo>
                <a:lnTo>
                  <a:pt x="63773" y="21698"/>
                </a:lnTo>
                <a:lnTo>
                  <a:pt x="63584" y="21321"/>
                </a:lnTo>
                <a:lnTo>
                  <a:pt x="63584" y="21321"/>
                </a:lnTo>
                <a:lnTo>
                  <a:pt x="64244" y="22170"/>
                </a:lnTo>
                <a:lnTo>
                  <a:pt x="64716" y="22641"/>
                </a:lnTo>
                <a:lnTo>
                  <a:pt x="64905" y="22830"/>
                </a:lnTo>
                <a:lnTo>
                  <a:pt x="64999" y="22830"/>
                </a:lnTo>
                <a:lnTo>
                  <a:pt x="64999" y="22641"/>
                </a:lnTo>
                <a:lnTo>
                  <a:pt x="64905" y="22358"/>
                </a:lnTo>
                <a:lnTo>
                  <a:pt x="65282" y="23207"/>
                </a:lnTo>
                <a:lnTo>
                  <a:pt x="65565" y="24056"/>
                </a:lnTo>
                <a:lnTo>
                  <a:pt x="66225" y="25943"/>
                </a:lnTo>
                <a:lnTo>
                  <a:pt x="66697" y="27830"/>
                </a:lnTo>
                <a:lnTo>
                  <a:pt x="66886" y="28490"/>
                </a:lnTo>
                <a:lnTo>
                  <a:pt x="66980" y="28868"/>
                </a:lnTo>
                <a:lnTo>
                  <a:pt x="66886" y="28962"/>
                </a:lnTo>
                <a:lnTo>
                  <a:pt x="66697" y="28679"/>
                </a:lnTo>
                <a:lnTo>
                  <a:pt x="66697" y="29245"/>
                </a:lnTo>
                <a:lnTo>
                  <a:pt x="66791" y="29905"/>
                </a:lnTo>
                <a:lnTo>
                  <a:pt x="66886" y="29905"/>
                </a:lnTo>
                <a:lnTo>
                  <a:pt x="66886" y="30094"/>
                </a:lnTo>
                <a:lnTo>
                  <a:pt x="66886" y="30566"/>
                </a:lnTo>
                <a:lnTo>
                  <a:pt x="66697" y="30377"/>
                </a:lnTo>
                <a:lnTo>
                  <a:pt x="66603" y="30188"/>
                </a:lnTo>
                <a:lnTo>
                  <a:pt x="66603" y="30094"/>
                </a:lnTo>
                <a:lnTo>
                  <a:pt x="66697" y="29905"/>
                </a:lnTo>
                <a:lnTo>
                  <a:pt x="66508" y="28679"/>
                </a:lnTo>
                <a:lnTo>
                  <a:pt x="66225" y="27358"/>
                </a:lnTo>
                <a:lnTo>
                  <a:pt x="66603" y="30283"/>
                </a:lnTo>
                <a:lnTo>
                  <a:pt x="66697" y="31792"/>
                </a:lnTo>
                <a:lnTo>
                  <a:pt x="66697" y="33302"/>
                </a:lnTo>
                <a:lnTo>
                  <a:pt x="66603" y="34717"/>
                </a:lnTo>
                <a:lnTo>
                  <a:pt x="66414" y="36226"/>
                </a:lnTo>
                <a:lnTo>
                  <a:pt x="66131" y="37547"/>
                </a:lnTo>
                <a:lnTo>
                  <a:pt x="65659" y="38962"/>
                </a:lnTo>
                <a:lnTo>
                  <a:pt x="65848" y="38584"/>
                </a:lnTo>
                <a:lnTo>
                  <a:pt x="65942" y="38584"/>
                </a:lnTo>
                <a:lnTo>
                  <a:pt x="65848" y="39245"/>
                </a:lnTo>
                <a:lnTo>
                  <a:pt x="65565" y="40188"/>
                </a:lnTo>
                <a:lnTo>
                  <a:pt x="65471" y="40471"/>
                </a:lnTo>
                <a:lnTo>
                  <a:pt x="65282" y="40660"/>
                </a:lnTo>
                <a:lnTo>
                  <a:pt x="65282" y="40566"/>
                </a:lnTo>
                <a:lnTo>
                  <a:pt x="65093" y="41132"/>
                </a:lnTo>
                <a:lnTo>
                  <a:pt x="64433" y="43018"/>
                </a:lnTo>
                <a:lnTo>
                  <a:pt x="63678" y="45282"/>
                </a:lnTo>
                <a:lnTo>
                  <a:pt x="62735" y="47264"/>
                </a:lnTo>
                <a:lnTo>
                  <a:pt x="61697" y="49056"/>
                </a:lnTo>
                <a:lnTo>
                  <a:pt x="60659" y="50943"/>
                </a:lnTo>
                <a:lnTo>
                  <a:pt x="59433" y="52735"/>
                </a:lnTo>
                <a:lnTo>
                  <a:pt x="58207" y="54433"/>
                </a:lnTo>
                <a:lnTo>
                  <a:pt x="56886" y="56037"/>
                </a:lnTo>
                <a:lnTo>
                  <a:pt x="55376" y="57641"/>
                </a:lnTo>
                <a:lnTo>
                  <a:pt x="53867" y="59150"/>
                </a:lnTo>
                <a:lnTo>
                  <a:pt x="52169" y="60376"/>
                </a:lnTo>
                <a:lnTo>
                  <a:pt x="48961" y="62452"/>
                </a:lnTo>
                <a:lnTo>
                  <a:pt x="44528" y="65282"/>
                </a:lnTo>
                <a:lnTo>
                  <a:pt x="44622" y="65188"/>
                </a:lnTo>
                <a:lnTo>
                  <a:pt x="44716" y="65093"/>
                </a:lnTo>
                <a:lnTo>
                  <a:pt x="45094" y="64810"/>
                </a:lnTo>
                <a:lnTo>
                  <a:pt x="45660" y="64527"/>
                </a:lnTo>
                <a:lnTo>
                  <a:pt x="43867" y="65376"/>
                </a:lnTo>
                <a:lnTo>
                  <a:pt x="43113" y="65754"/>
                </a:lnTo>
                <a:lnTo>
                  <a:pt x="42924" y="65754"/>
                </a:lnTo>
                <a:lnTo>
                  <a:pt x="43113" y="65659"/>
                </a:lnTo>
                <a:lnTo>
                  <a:pt x="41603" y="66037"/>
                </a:lnTo>
                <a:lnTo>
                  <a:pt x="39999" y="66320"/>
                </a:lnTo>
                <a:lnTo>
                  <a:pt x="38396" y="66508"/>
                </a:lnTo>
                <a:lnTo>
                  <a:pt x="36792" y="66697"/>
                </a:lnTo>
                <a:lnTo>
                  <a:pt x="33584" y="66980"/>
                </a:lnTo>
                <a:lnTo>
                  <a:pt x="32169" y="67169"/>
                </a:lnTo>
                <a:lnTo>
                  <a:pt x="30754" y="67357"/>
                </a:lnTo>
                <a:lnTo>
                  <a:pt x="30094" y="67357"/>
                </a:lnTo>
                <a:lnTo>
                  <a:pt x="29339" y="67263"/>
                </a:lnTo>
                <a:lnTo>
                  <a:pt x="27830" y="66886"/>
                </a:lnTo>
                <a:lnTo>
                  <a:pt x="26415" y="66508"/>
                </a:lnTo>
                <a:lnTo>
                  <a:pt x="25754" y="66414"/>
                </a:lnTo>
                <a:lnTo>
                  <a:pt x="25094" y="66414"/>
                </a:lnTo>
                <a:lnTo>
                  <a:pt x="25566" y="66980"/>
                </a:lnTo>
                <a:lnTo>
                  <a:pt x="25471" y="67074"/>
                </a:lnTo>
                <a:lnTo>
                  <a:pt x="25188" y="66980"/>
                </a:lnTo>
                <a:lnTo>
                  <a:pt x="24339" y="66791"/>
                </a:lnTo>
                <a:lnTo>
                  <a:pt x="23773" y="66508"/>
                </a:lnTo>
                <a:lnTo>
                  <a:pt x="24245" y="66414"/>
                </a:lnTo>
                <a:lnTo>
                  <a:pt x="24717" y="66603"/>
                </a:lnTo>
                <a:lnTo>
                  <a:pt x="24811" y="66414"/>
                </a:lnTo>
                <a:lnTo>
                  <a:pt x="24811" y="66320"/>
                </a:lnTo>
                <a:lnTo>
                  <a:pt x="24717" y="66225"/>
                </a:lnTo>
                <a:lnTo>
                  <a:pt x="24528" y="66131"/>
                </a:lnTo>
                <a:lnTo>
                  <a:pt x="24151" y="66225"/>
                </a:lnTo>
                <a:lnTo>
                  <a:pt x="23679" y="66320"/>
                </a:lnTo>
                <a:lnTo>
                  <a:pt x="23018" y="66414"/>
                </a:lnTo>
                <a:lnTo>
                  <a:pt x="23490" y="66225"/>
                </a:lnTo>
                <a:lnTo>
                  <a:pt x="22075" y="65942"/>
                </a:lnTo>
                <a:lnTo>
                  <a:pt x="20943" y="65659"/>
                </a:lnTo>
                <a:lnTo>
                  <a:pt x="20000" y="65282"/>
                </a:lnTo>
                <a:lnTo>
                  <a:pt x="19056" y="64810"/>
                </a:lnTo>
                <a:lnTo>
                  <a:pt x="19056" y="64810"/>
                </a:lnTo>
                <a:lnTo>
                  <a:pt x="19717" y="64999"/>
                </a:lnTo>
                <a:lnTo>
                  <a:pt x="19151" y="64716"/>
                </a:lnTo>
                <a:lnTo>
                  <a:pt x="18962" y="64810"/>
                </a:lnTo>
                <a:lnTo>
                  <a:pt x="19151" y="64905"/>
                </a:lnTo>
                <a:lnTo>
                  <a:pt x="18490" y="64905"/>
                </a:lnTo>
                <a:lnTo>
                  <a:pt x="17830" y="64716"/>
                </a:lnTo>
                <a:lnTo>
                  <a:pt x="17264" y="64527"/>
                </a:lnTo>
                <a:lnTo>
                  <a:pt x="16698" y="64150"/>
                </a:lnTo>
                <a:lnTo>
                  <a:pt x="16981" y="64056"/>
                </a:lnTo>
                <a:lnTo>
                  <a:pt x="17264" y="64150"/>
                </a:lnTo>
                <a:lnTo>
                  <a:pt x="17264" y="64150"/>
                </a:lnTo>
                <a:lnTo>
                  <a:pt x="15188" y="63207"/>
                </a:lnTo>
                <a:lnTo>
                  <a:pt x="14622" y="62829"/>
                </a:lnTo>
                <a:lnTo>
                  <a:pt x="14717" y="62924"/>
                </a:lnTo>
                <a:lnTo>
                  <a:pt x="13773" y="62546"/>
                </a:lnTo>
                <a:lnTo>
                  <a:pt x="12924" y="62075"/>
                </a:lnTo>
                <a:lnTo>
                  <a:pt x="12358" y="61697"/>
                </a:lnTo>
                <a:lnTo>
                  <a:pt x="12264" y="61508"/>
                </a:lnTo>
                <a:lnTo>
                  <a:pt x="12170" y="61320"/>
                </a:lnTo>
                <a:lnTo>
                  <a:pt x="11698" y="60942"/>
                </a:lnTo>
                <a:lnTo>
                  <a:pt x="11132" y="60471"/>
                </a:lnTo>
                <a:lnTo>
                  <a:pt x="9906" y="59244"/>
                </a:lnTo>
                <a:lnTo>
                  <a:pt x="9906" y="59244"/>
                </a:lnTo>
                <a:lnTo>
                  <a:pt x="10566" y="59527"/>
                </a:lnTo>
                <a:lnTo>
                  <a:pt x="9434" y="58584"/>
                </a:lnTo>
                <a:lnTo>
                  <a:pt x="8207" y="57546"/>
                </a:lnTo>
                <a:lnTo>
                  <a:pt x="7547" y="56886"/>
                </a:lnTo>
                <a:lnTo>
                  <a:pt x="6981" y="56131"/>
                </a:lnTo>
                <a:lnTo>
                  <a:pt x="6226" y="55094"/>
                </a:lnTo>
                <a:lnTo>
                  <a:pt x="6415" y="55377"/>
                </a:lnTo>
                <a:lnTo>
                  <a:pt x="6038" y="54905"/>
                </a:lnTo>
                <a:lnTo>
                  <a:pt x="5472" y="54244"/>
                </a:lnTo>
                <a:lnTo>
                  <a:pt x="5283" y="53961"/>
                </a:lnTo>
                <a:lnTo>
                  <a:pt x="5094" y="53867"/>
                </a:lnTo>
                <a:lnTo>
                  <a:pt x="5377" y="54622"/>
                </a:lnTo>
                <a:lnTo>
                  <a:pt x="5849" y="55282"/>
                </a:lnTo>
                <a:lnTo>
                  <a:pt x="6321" y="55943"/>
                </a:lnTo>
                <a:lnTo>
                  <a:pt x="6698" y="56603"/>
                </a:lnTo>
                <a:lnTo>
                  <a:pt x="6226" y="56226"/>
                </a:lnTo>
                <a:lnTo>
                  <a:pt x="5943" y="55848"/>
                </a:lnTo>
                <a:lnTo>
                  <a:pt x="6038" y="56037"/>
                </a:lnTo>
                <a:lnTo>
                  <a:pt x="5943" y="55943"/>
                </a:lnTo>
                <a:lnTo>
                  <a:pt x="5377" y="55188"/>
                </a:lnTo>
                <a:lnTo>
                  <a:pt x="5000" y="54716"/>
                </a:lnTo>
                <a:lnTo>
                  <a:pt x="4717" y="54150"/>
                </a:lnTo>
                <a:lnTo>
                  <a:pt x="4528" y="53678"/>
                </a:lnTo>
                <a:lnTo>
                  <a:pt x="4528" y="53584"/>
                </a:lnTo>
                <a:lnTo>
                  <a:pt x="4623" y="53395"/>
                </a:lnTo>
                <a:lnTo>
                  <a:pt x="5094" y="54244"/>
                </a:lnTo>
                <a:lnTo>
                  <a:pt x="4717" y="53301"/>
                </a:lnTo>
                <a:lnTo>
                  <a:pt x="4528" y="53018"/>
                </a:lnTo>
                <a:lnTo>
                  <a:pt x="4151" y="52263"/>
                </a:lnTo>
                <a:lnTo>
                  <a:pt x="4151" y="52169"/>
                </a:lnTo>
                <a:lnTo>
                  <a:pt x="3774" y="51509"/>
                </a:lnTo>
                <a:lnTo>
                  <a:pt x="3396" y="50660"/>
                </a:lnTo>
                <a:lnTo>
                  <a:pt x="3585" y="51603"/>
                </a:lnTo>
                <a:lnTo>
                  <a:pt x="3396" y="51226"/>
                </a:lnTo>
                <a:lnTo>
                  <a:pt x="3208" y="50848"/>
                </a:lnTo>
                <a:lnTo>
                  <a:pt x="3208" y="50471"/>
                </a:lnTo>
                <a:lnTo>
                  <a:pt x="3208" y="50094"/>
                </a:lnTo>
                <a:lnTo>
                  <a:pt x="3585" y="50754"/>
                </a:lnTo>
                <a:lnTo>
                  <a:pt x="3868" y="51509"/>
                </a:lnTo>
                <a:lnTo>
                  <a:pt x="3868" y="51509"/>
                </a:lnTo>
                <a:lnTo>
                  <a:pt x="3208" y="49528"/>
                </a:lnTo>
                <a:lnTo>
                  <a:pt x="3208" y="49528"/>
                </a:lnTo>
                <a:lnTo>
                  <a:pt x="3868" y="50754"/>
                </a:lnTo>
                <a:lnTo>
                  <a:pt x="3208" y="48962"/>
                </a:lnTo>
                <a:lnTo>
                  <a:pt x="3585" y="49339"/>
                </a:lnTo>
                <a:lnTo>
                  <a:pt x="3774" y="49433"/>
                </a:lnTo>
                <a:lnTo>
                  <a:pt x="3962" y="49528"/>
                </a:lnTo>
                <a:lnTo>
                  <a:pt x="4057" y="49905"/>
                </a:lnTo>
                <a:lnTo>
                  <a:pt x="3868" y="48962"/>
                </a:lnTo>
                <a:lnTo>
                  <a:pt x="3491" y="47924"/>
                </a:lnTo>
                <a:lnTo>
                  <a:pt x="2641" y="45565"/>
                </a:lnTo>
                <a:lnTo>
                  <a:pt x="2170" y="43867"/>
                </a:lnTo>
                <a:lnTo>
                  <a:pt x="1698" y="41886"/>
                </a:lnTo>
                <a:lnTo>
                  <a:pt x="1698" y="41886"/>
                </a:lnTo>
                <a:lnTo>
                  <a:pt x="1887" y="42075"/>
                </a:lnTo>
                <a:lnTo>
                  <a:pt x="1981" y="41981"/>
                </a:lnTo>
                <a:lnTo>
                  <a:pt x="2075" y="42075"/>
                </a:lnTo>
                <a:lnTo>
                  <a:pt x="2264" y="42169"/>
                </a:lnTo>
                <a:lnTo>
                  <a:pt x="2170" y="40283"/>
                </a:lnTo>
                <a:lnTo>
                  <a:pt x="2075" y="38301"/>
                </a:lnTo>
                <a:lnTo>
                  <a:pt x="2170" y="36415"/>
                </a:lnTo>
                <a:lnTo>
                  <a:pt x="2358" y="35566"/>
                </a:lnTo>
                <a:lnTo>
                  <a:pt x="2453" y="34811"/>
                </a:lnTo>
                <a:lnTo>
                  <a:pt x="2830" y="32830"/>
                </a:lnTo>
                <a:lnTo>
                  <a:pt x="2830" y="33207"/>
                </a:lnTo>
                <a:lnTo>
                  <a:pt x="2924" y="33490"/>
                </a:lnTo>
                <a:lnTo>
                  <a:pt x="2924" y="32453"/>
                </a:lnTo>
                <a:lnTo>
                  <a:pt x="3019" y="31415"/>
                </a:lnTo>
                <a:lnTo>
                  <a:pt x="3396" y="29245"/>
                </a:lnTo>
                <a:lnTo>
                  <a:pt x="3868" y="27075"/>
                </a:lnTo>
                <a:lnTo>
                  <a:pt x="4623" y="25000"/>
                </a:lnTo>
                <a:lnTo>
                  <a:pt x="5566" y="22830"/>
                </a:lnTo>
                <a:lnTo>
                  <a:pt x="6604" y="20849"/>
                </a:lnTo>
                <a:lnTo>
                  <a:pt x="7830" y="18868"/>
                </a:lnTo>
                <a:lnTo>
                  <a:pt x="9151" y="16887"/>
                </a:lnTo>
                <a:lnTo>
                  <a:pt x="10566" y="15094"/>
                </a:lnTo>
                <a:lnTo>
                  <a:pt x="12075" y="13302"/>
                </a:lnTo>
                <a:lnTo>
                  <a:pt x="13773" y="11698"/>
                </a:lnTo>
                <a:lnTo>
                  <a:pt x="15377" y="10095"/>
                </a:lnTo>
                <a:lnTo>
                  <a:pt x="17170" y="8679"/>
                </a:lnTo>
                <a:lnTo>
                  <a:pt x="18962" y="7453"/>
                </a:lnTo>
                <a:lnTo>
                  <a:pt x="20754" y="6321"/>
                </a:lnTo>
                <a:lnTo>
                  <a:pt x="22547" y="5378"/>
                </a:lnTo>
                <a:lnTo>
                  <a:pt x="21603" y="6227"/>
                </a:lnTo>
                <a:lnTo>
                  <a:pt x="22641" y="5472"/>
                </a:lnTo>
                <a:lnTo>
                  <a:pt x="23302" y="5095"/>
                </a:lnTo>
                <a:lnTo>
                  <a:pt x="25377" y="4151"/>
                </a:lnTo>
                <a:lnTo>
                  <a:pt x="24811" y="4151"/>
                </a:lnTo>
                <a:lnTo>
                  <a:pt x="25660" y="3774"/>
                </a:lnTo>
                <a:lnTo>
                  <a:pt x="26886" y="3208"/>
                </a:lnTo>
                <a:lnTo>
                  <a:pt x="26603" y="3585"/>
                </a:lnTo>
                <a:lnTo>
                  <a:pt x="26886" y="3585"/>
                </a:lnTo>
                <a:lnTo>
                  <a:pt x="26886" y="3680"/>
                </a:lnTo>
                <a:lnTo>
                  <a:pt x="26792" y="3774"/>
                </a:lnTo>
                <a:lnTo>
                  <a:pt x="28301" y="3302"/>
                </a:lnTo>
                <a:lnTo>
                  <a:pt x="29622" y="2736"/>
                </a:lnTo>
                <a:lnTo>
                  <a:pt x="31037" y="2264"/>
                </a:lnTo>
                <a:lnTo>
                  <a:pt x="31792" y="2076"/>
                </a:lnTo>
                <a:lnTo>
                  <a:pt x="32641" y="1981"/>
                </a:lnTo>
                <a:lnTo>
                  <a:pt x="32547" y="2076"/>
                </a:lnTo>
                <a:lnTo>
                  <a:pt x="32924" y="1981"/>
                </a:lnTo>
                <a:lnTo>
                  <a:pt x="34245" y="1793"/>
                </a:lnTo>
                <a:lnTo>
                  <a:pt x="35848" y="1415"/>
                </a:lnTo>
                <a:lnTo>
                  <a:pt x="36981" y="1132"/>
                </a:lnTo>
                <a:lnTo>
                  <a:pt x="36981" y="1415"/>
                </a:lnTo>
                <a:lnTo>
                  <a:pt x="40943" y="1227"/>
                </a:lnTo>
                <a:lnTo>
                  <a:pt x="41509" y="1038"/>
                </a:lnTo>
                <a:lnTo>
                  <a:pt x="41697" y="1132"/>
                </a:lnTo>
                <a:lnTo>
                  <a:pt x="41509" y="1227"/>
                </a:lnTo>
                <a:lnTo>
                  <a:pt x="41320" y="1321"/>
                </a:lnTo>
                <a:lnTo>
                  <a:pt x="42263" y="1321"/>
                </a:lnTo>
                <a:lnTo>
                  <a:pt x="43113" y="1227"/>
                </a:lnTo>
                <a:lnTo>
                  <a:pt x="43396" y="1415"/>
                </a:lnTo>
                <a:lnTo>
                  <a:pt x="44056" y="1604"/>
                </a:lnTo>
                <a:lnTo>
                  <a:pt x="45943" y="2076"/>
                </a:lnTo>
                <a:lnTo>
                  <a:pt x="48018" y="2359"/>
                </a:lnTo>
                <a:lnTo>
                  <a:pt x="49622" y="2736"/>
                </a:lnTo>
                <a:lnTo>
                  <a:pt x="47641" y="1981"/>
                </a:lnTo>
                <a:lnTo>
                  <a:pt x="45282" y="1321"/>
                </a:lnTo>
                <a:lnTo>
                  <a:pt x="42735" y="755"/>
                </a:lnTo>
                <a:lnTo>
                  <a:pt x="40188" y="283"/>
                </a:lnTo>
                <a:lnTo>
                  <a:pt x="37735" y="95"/>
                </a:lnTo>
                <a:lnTo>
                  <a:pt x="3547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98;p16"/>
          <p:cNvSpPr/>
          <p:nvPr/>
        </p:nvSpPr>
        <p:spPr>
          <a:xfrm>
            <a:off x="2156766" y="370420"/>
            <a:ext cx="345681" cy="414830"/>
          </a:xfrm>
          <a:custGeom>
            <a:avLst/>
            <a:gdLst/>
            <a:ahLst/>
            <a:cxnLst/>
            <a:rect l="l" t="t" r="r" b="b"/>
            <a:pathLst>
              <a:path w="15817" h="18981" extrusionOk="0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344;p38"/>
          <p:cNvSpPr/>
          <p:nvPr/>
        </p:nvSpPr>
        <p:spPr>
          <a:xfrm>
            <a:off x="4375124" y="3090238"/>
            <a:ext cx="373873" cy="479695"/>
          </a:xfrm>
          <a:custGeom>
            <a:avLst/>
            <a:gdLst/>
            <a:ahLst/>
            <a:cxnLst/>
            <a:rect l="l" t="t" r="r" b="b"/>
            <a:pathLst>
              <a:path w="17107" h="21949" extrusionOk="0">
                <a:moveTo>
                  <a:pt x="9198" y="1679"/>
                </a:moveTo>
                <a:lnTo>
                  <a:pt x="9198" y="1947"/>
                </a:lnTo>
                <a:lnTo>
                  <a:pt x="9247" y="2190"/>
                </a:lnTo>
                <a:lnTo>
                  <a:pt x="9296" y="2385"/>
                </a:lnTo>
                <a:lnTo>
                  <a:pt x="9344" y="2482"/>
                </a:lnTo>
                <a:lnTo>
                  <a:pt x="9417" y="2531"/>
                </a:lnTo>
                <a:lnTo>
                  <a:pt x="9515" y="2604"/>
                </a:lnTo>
                <a:lnTo>
                  <a:pt x="9612" y="2604"/>
                </a:lnTo>
                <a:lnTo>
                  <a:pt x="9709" y="2580"/>
                </a:lnTo>
                <a:lnTo>
                  <a:pt x="9758" y="2531"/>
                </a:lnTo>
                <a:lnTo>
                  <a:pt x="9782" y="2482"/>
                </a:lnTo>
                <a:lnTo>
                  <a:pt x="9831" y="2385"/>
                </a:lnTo>
                <a:lnTo>
                  <a:pt x="9855" y="2263"/>
                </a:lnTo>
                <a:lnTo>
                  <a:pt x="9831" y="2409"/>
                </a:lnTo>
                <a:lnTo>
                  <a:pt x="9806" y="2555"/>
                </a:lnTo>
                <a:lnTo>
                  <a:pt x="9758" y="2677"/>
                </a:lnTo>
                <a:lnTo>
                  <a:pt x="9661" y="2799"/>
                </a:lnTo>
                <a:lnTo>
                  <a:pt x="9563" y="2847"/>
                </a:lnTo>
                <a:lnTo>
                  <a:pt x="9466" y="2872"/>
                </a:lnTo>
                <a:lnTo>
                  <a:pt x="9320" y="2847"/>
                </a:lnTo>
                <a:lnTo>
                  <a:pt x="9198" y="2774"/>
                </a:lnTo>
                <a:lnTo>
                  <a:pt x="9077" y="2701"/>
                </a:lnTo>
                <a:lnTo>
                  <a:pt x="8979" y="2628"/>
                </a:lnTo>
                <a:lnTo>
                  <a:pt x="8906" y="2531"/>
                </a:lnTo>
                <a:lnTo>
                  <a:pt x="8858" y="2434"/>
                </a:lnTo>
                <a:lnTo>
                  <a:pt x="8809" y="2312"/>
                </a:lnTo>
                <a:lnTo>
                  <a:pt x="8809" y="2190"/>
                </a:lnTo>
                <a:lnTo>
                  <a:pt x="8833" y="2093"/>
                </a:lnTo>
                <a:lnTo>
                  <a:pt x="8858" y="1971"/>
                </a:lnTo>
                <a:lnTo>
                  <a:pt x="8931" y="1898"/>
                </a:lnTo>
                <a:lnTo>
                  <a:pt x="9004" y="1801"/>
                </a:lnTo>
                <a:lnTo>
                  <a:pt x="9101" y="1728"/>
                </a:lnTo>
                <a:lnTo>
                  <a:pt x="9198" y="1679"/>
                </a:lnTo>
                <a:close/>
                <a:moveTo>
                  <a:pt x="12483" y="1850"/>
                </a:moveTo>
                <a:lnTo>
                  <a:pt x="12507" y="2142"/>
                </a:lnTo>
                <a:lnTo>
                  <a:pt x="12556" y="2288"/>
                </a:lnTo>
                <a:lnTo>
                  <a:pt x="12605" y="2409"/>
                </a:lnTo>
                <a:lnTo>
                  <a:pt x="12629" y="2434"/>
                </a:lnTo>
                <a:lnTo>
                  <a:pt x="12653" y="2482"/>
                </a:lnTo>
                <a:lnTo>
                  <a:pt x="12751" y="2482"/>
                </a:lnTo>
                <a:lnTo>
                  <a:pt x="12848" y="2458"/>
                </a:lnTo>
                <a:lnTo>
                  <a:pt x="12921" y="2409"/>
                </a:lnTo>
                <a:lnTo>
                  <a:pt x="12970" y="2288"/>
                </a:lnTo>
                <a:lnTo>
                  <a:pt x="13018" y="2190"/>
                </a:lnTo>
                <a:lnTo>
                  <a:pt x="13043" y="2069"/>
                </a:lnTo>
                <a:lnTo>
                  <a:pt x="13043" y="1947"/>
                </a:lnTo>
                <a:lnTo>
                  <a:pt x="13140" y="1971"/>
                </a:lnTo>
                <a:lnTo>
                  <a:pt x="13213" y="2020"/>
                </a:lnTo>
                <a:lnTo>
                  <a:pt x="13286" y="2093"/>
                </a:lnTo>
                <a:lnTo>
                  <a:pt x="13359" y="2190"/>
                </a:lnTo>
                <a:lnTo>
                  <a:pt x="13432" y="2312"/>
                </a:lnTo>
                <a:lnTo>
                  <a:pt x="13456" y="2434"/>
                </a:lnTo>
                <a:lnTo>
                  <a:pt x="13432" y="2580"/>
                </a:lnTo>
                <a:lnTo>
                  <a:pt x="13408" y="2628"/>
                </a:lnTo>
                <a:lnTo>
                  <a:pt x="13383" y="2701"/>
                </a:lnTo>
                <a:lnTo>
                  <a:pt x="13286" y="2774"/>
                </a:lnTo>
                <a:lnTo>
                  <a:pt x="13164" y="2847"/>
                </a:lnTo>
                <a:lnTo>
                  <a:pt x="13043" y="2872"/>
                </a:lnTo>
                <a:lnTo>
                  <a:pt x="12921" y="2896"/>
                </a:lnTo>
                <a:lnTo>
                  <a:pt x="12629" y="2896"/>
                </a:lnTo>
                <a:lnTo>
                  <a:pt x="12386" y="2872"/>
                </a:lnTo>
                <a:lnTo>
                  <a:pt x="12264" y="2799"/>
                </a:lnTo>
                <a:lnTo>
                  <a:pt x="12167" y="2726"/>
                </a:lnTo>
                <a:lnTo>
                  <a:pt x="12094" y="2628"/>
                </a:lnTo>
                <a:lnTo>
                  <a:pt x="12069" y="2507"/>
                </a:lnTo>
                <a:lnTo>
                  <a:pt x="12094" y="2385"/>
                </a:lnTo>
                <a:lnTo>
                  <a:pt x="12118" y="2263"/>
                </a:lnTo>
                <a:lnTo>
                  <a:pt x="12167" y="2166"/>
                </a:lnTo>
                <a:lnTo>
                  <a:pt x="12240" y="2044"/>
                </a:lnTo>
                <a:lnTo>
                  <a:pt x="12361" y="1923"/>
                </a:lnTo>
                <a:lnTo>
                  <a:pt x="12483" y="1850"/>
                </a:lnTo>
                <a:close/>
                <a:moveTo>
                  <a:pt x="5865" y="1825"/>
                </a:moveTo>
                <a:lnTo>
                  <a:pt x="5840" y="1874"/>
                </a:lnTo>
                <a:lnTo>
                  <a:pt x="5840" y="2069"/>
                </a:lnTo>
                <a:lnTo>
                  <a:pt x="5840" y="2288"/>
                </a:lnTo>
                <a:lnTo>
                  <a:pt x="5865" y="2385"/>
                </a:lnTo>
                <a:lnTo>
                  <a:pt x="5889" y="2482"/>
                </a:lnTo>
                <a:lnTo>
                  <a:pt x="5938" y="2580"/>
                </a:lnTo>
                <a:lnTo>
                  <a:pt x="6011" y="2628"/>
                </a:lnTo>
                <a:lnTo>
                  <a:pt x="6132" y="2677"/>
                </a:lnTo>
                <a:lnTo>
                  <a:pt x="6230" y="2653"/>
                </a:lnTo>
                <a:lnTo>
                  <a:pt x="6327" y="2604"/>
                </a:lnTo>
                <a:lnTo>
                  <a:pt x="6376" y="2531"/>
                </a:lnTo>
                <a:lnTo>
                  <a:pt x="6400" y="2531"/>
                </a:lnTo>
                <a:lnTo>
                  <a:pt x="6424" y="2409"/>
                </a:lnTo>
                <a:lnTo>
                  <a:pt x="6449" y="2288"/>
                </a:lnTo>
                <a:lnTo>
                  <a:pt x="6449" y="1996"/>
                </a:lnTo>
                <a:lnTo>
                  <a:pt x="6522" y="2020"/>
                </a:lnTo>
                <a:lnTo>
                  <a:pt x="6595" y="2117"/>
                </a:lnTo>
                <a:lnTo>
                  <a:pt x="6643" y="2215"/>
                </a:lnTo>
                <a:lnTo>
                  <a:pt x="6643" y="2312"/>
                </a:lnTo>
                <a:lnTo>
                  <a:pt x="6643" y="2531"/>
                </a:lnTo>
                <a:lnTo>
                  <a:pt x="6595" y="2677"/>
                </a:lnTo>
                <a:lnTo>
                  <a:pt x="6522" y="2774"/>
                </a:lnTo>
                <a:lnTo>
                  <a:pt x="6424" y="2872"/>
                </a:lnTo>
                <a:lnTo>
                  <a:pt x="6303" y="2920"/>
                </a:lnTo>
                <a:lnTo>
                  <a:pt x="6181" y="2969"/>
                </a:lnTo>
                <a:lnTo>
                  <a:pt x="6059" y="2993"/>
                </a:lnTo>
                <a:lnTo>
                  <a:pt x="5913" y="2993"/>
                </a:lnTo>
                <a:lnTo>
                  <a:pt x="5792" y="2969"/>
                </a:lnTo>
                <a:lnTo>
                  <a:pt x="5646" y="2896"/>
                </a:lnTo>
                <a:lnTo>
                  <a:pt x="5548" y="2799"/>
                </a:lnTo>
                <a:lnTo>
                  <a:pt x="5475" y="2701"/>
                </a:lnTo>
                <a:lnTo>
                  <a:pt x="5427" y="2580"/>
                </a:lnTo>
                <a:lnTo>
                  <a:pt x="5427" y="2458"/>
                </a:lnTo>
                <a:lnTo>
                  <a:pt x="5451" y="2312"/>
                </a:lnTo>
                <a:lnTo>
                  <a:pt x="5475" y="2190"/>
                </a:lnTo>
                <a:lnTo>
                  <a:pt x="5548" y="2069"/>
                </a:lnTo>
                <a:lnTo>
                  <a:pt x="5694" y="1923"/>
                </a:lnTo>
                <a:lnTo>
                  <a:pt x="5865" y="1825"/>
                </a:lnTo>
                <a:close/>
                <a:moveTo>
                  <a:pt x="2531" y="1825"/>
                </a:moveTo>
                <a:lnTo>
                  <a:pt x="2580" y="2288"/>
                </a:lnTo>
                <a:lnTo>
                  <a:pt x="2604" y="2385"/>
                </a:lnTo>
                <a:lnTo>
                  <a:pt x="2653" y="2458"/>
                </a:lnTo>
                <a:lnTo>
                  <a:pt x="2750" y="2507"/>
                </a:lnTo>
                <a:lnTo>
                  <a:pt x="2847" y="2531"/>
                </a:lnTo>
                <a:lnTo>
                  <a:pt x="2945" y="2507"/>
                </a:lnTo>
                <a:lnTo>
                  <a:pt x="3018" y="2458"/>
                </a:lnTo>
                <a:lnTo>
                  <a:pt x="3066" y="2385"/>
                </a:lnTo>
                <a:lnTo>
                  <a:pt x="3091" y="2288"/>
                </a:lnTo>
                <a:lnTo>
                  <a:pt x="3066" y="1947"/>
                </a:lnTo>
                <a:lnTo>
                  <a:pt x="3115" y="1996"/>
                </a:lnTo>
                <a:lnTo>
                  <a:pt x="3188" y="2044"/>
                </a:lnTo>
                <a:lnTo>
                  <a:pt x="3212" y="2117"/>
                </a:lnTo>
                <a:lnTo>
                  <a:pt x="3237" y="2166"/>
                </a:lnTo>
                <a:lnTo>
                  <a:pt x="3237" y="2336"/>
                </a:lnTo>
                <a:lnTo>
                  <a:pt x="3212" y="2507"/>
                </a:lnTo>
                <a:lnTo>
                  <a:pt x="3139" y="2677"/>
                </a:lnTo>
                <a:lnTo>
                  <a:pt x="3042" y="2823"/>
                </a:lnTo>
                <a:lnTo>
                  <a:pt x="2920" y="2945"/>
                </a:lnTo>
                <a:lnTo>
                  <a:pt x="2774" y="3018"/>
                </a:lnTo>
                <a:lnTo>
                  <a:pt x="2653" y="3066"/>
                </a:lnTo>
                <a:lnTo>
                  <a:pt x="2531" y="3042"/>
                </a:lnTo>
                <a:lnTo>
                  <a:pt x="2409" y="3018"/>
                </a:lnTo>
                <a:lnTo>
                  <a:pt x="2312" y="2945"/>
                </a:lnTo>
                <a:lnTo>
                  <a:pt x="2215" y="2847"/>
                </a:lnTo>
                <a:lnTo>
                  <a:pt x="2142" y="2750"/>
                </a:lnTo>
                <a:lnTo>
                  <a:pt x="2093" y="2653"/>
                </a:lnTo>
                <a:lnTo>
                  <a:pt x="2044" y="2531"/>
                </a:lnTo>
                <a:lnTo>
                  <a:pt x="2044" y="2434"/>
                </a:lnTo>
                <a:lnTo>
                  <a:pt x="2044" y="2361"/>
                </a:lnTo>
                <a:lnTo>
                  <a:pt x="2117" y="2215"/>
                </a:lnTo>
                <a:lnTo>
                  <a:pt x="2190" y="2069"/>
                </a:lnTo>
                <a:lnTo>
                  <a:pt x="2312" y="1947"/>
                </a:lnTo>
                <a:lnTo>
                  <a:pt x="2409" y="1874"/>
                </a:lnTo>
                <a:lnTo>
                  <a:pt x="2531" y="1825"/>
                </a:lnTo>
                <a:close/>
                <a:moveTo>
                  <a:pt x="15598" y="3285"/>
                </a:moveTo>
                <a:lnTo>
                  <a:pt x="15768" y="3310"/>
                </a:lnTo>
                <a:lnTo>
                  <a:pt x="15598" y="3553"/>
                </a:lnTo>
                <a:lnTo>
                  <a:pt x="15598" y="3285"/>
                </a:lnTo>
                <a:close/>
                <a:moveTo>
                  <a:pt x="16328" y="3310"/>
                </a:moveTo>
                <a:lnTo>
                  <a:pt x="16328" y="3577"/>
                </a:lnTo>
                <a:lnTo>
                  <a:pt x="16352" y="3869"/>
                </a:lnTo>
                <a:lnTo>
                  <a:pt x="16011" y="4234"/>
                </a:lnTo>
                <a:lnTo>
                  <a:pt x="15695" y="4623"/>
                </a:lnTo>
                <a:lnTo>
                  <a:pt x="15549" y="4794"/>
                </a:lnTo>
                <a:lnTo>
                  <a:pt x="15573" y="4526"/>
                </a:lnTo>
                <a:lnTo>
                  <a:pt x="15598" y="4404"/>
                </a:lnTo>
                <a:lnTo>
                  <a:pt x="15695" y="4161"/>
                </a:lnTo>
                <a:lnTo>
                  <a:pt x="15817" y="3918"/>
                </a:lnTo>
                <a:lnTo>
                  <a:pt x="15963" y="3626"/>
                </a:lnTo>
                <a:lnTo>
                  <a:pt x="16133" y="3310"/>
                </a:lnTo>
                <a:close/>
                <a:moveTo>
                  <a:pt x="16425" y="4331"/>
                </a:moveTo>
                <a:lnTo>
                  <a:pt x="16547" y="4940"/>
                </a:lnTo>
                <a:lnTo>
                  <a:pt x="16425" y="4988"/>
                </a:lnTo>
                <a:lnTo>
                  <a:pt x="16328" y="5086"/>
                </a:lnTo>
                <a:lnTo>
                  <a:pt x="16133" y="5280"/>
                </a:lnTo>
                <a:lnTo>
                  <a:pt x="15938" y="5499"/>
                </a:lnTo>
                <a:lnTo>
                  <a:pt x="15817" y="5670"/>
                </a:lnTo>
                <a:lnTo>
                  <a:pt x="15549" y="5986"/>
                </a:lnTo>
                <a:lnTo>
                  <a:pt x="15549" y="5864"/>
                </a:lnTo>
                <a:lnTo>
                  <a:pt x="15598" y="5840"/>
                </a:lnTo>
                <a:lnTo>
                  <a:pt x="15646" y="5791"/>
                </a:lnTo>
                <a:lnTo>
                  <a:pt x="15671" y="5718"/>
                </a:lnTo>
                <a:lnTo>
                  <a:pt x="15671" y="5645"/>
                </a:lnTo>
                <a:lnTo>
                  <a:pt x="15671" y="5475"/>
                </a:lnTo>
                <a:lnTo>
                  <a:pt x="15719" y="5305"/>
                </a:lnTo>
                <a:lnTo>
                  <a:pt x="15792" y="5159"/>
                </a:lnTo>
                <a:lnTo>
                  <a:pt x="15890" y="4988"/>
                </a:lnTo>
                <a:lnTo>
                  <a:pt x="16133" y="4696"/>
                </a:lnTo>
                <a:lnTo>
                  <a:pt x="16352" y="4453"/>
                </a:lnTo>
                <a:lnTo>
                  <a:pt x="16425" y="4331"/>
                </a:lnTo>
                <a:close/>
                <a:moveTo>
                  <a:pt x="16571" y="5280"/>
                </a:moveTo>
                <a:lnTo>
                  <a:pt x="16595" y="5621"/>
                </a:lnTo>
                <a:lnTo>
                  <a:pt x="16595" y="6010"/>
                </a:lnTo>
                <a:lnTo>
                  <a:pt x="16401" y="6108"/>
                </a:lnTo>
                <a:lnTo>
                  <a:pt x="16230" y="6254"/>
                </a:lnTo>
                <a:lnTo>
                  <a:pt x="15914" y="6546"/>
                </a:lnTo>
                <a:lnTo>
                  <a:pt x="15719" y="6740"/>
                </a:lnTo>
                <a:lnTo>
                  <a:pt x="15549" y="6959"/>
                </a:lnTo>
                <a:lnTo>
                  <a:pt x="15549" y="6765"/>
                </a:lnTo>
                <a:lnTo>
                  <a:pt x="15622" y="6619"/>
                </a:lnTo>
                <a:lnTo>
                  <a:pt x="15695" y="6497"/>
                </a:lnTo>
                <a:lnTo>
                  <a:pt x="15841" y="6229"/>
                </a:lnTo>
                <a:lnTo>
                  <a:pt x="16036" y="5962"/>
                </a:lnTo>
                <a:lnTo>
                  <a:pt x="16230" y="5670"/>
                </a:lnTo>
                <a:lnTo>
                  <a:pt x="16449" y="5402"/>
                </a:lnTo>
                <a:lnTo>
                  <a:pt x="16571" y="5280"/>
                </a:lnTo>
                <a:close/>
                <a:moveTo>
                  <a:pt x="5743" y="6716"/>
                </a:moveTo>
                <a:lnTo>
                  <a:pt x="5694" y="6740"/>
                </a:lnTo>
                <a:lnTo>
                  <a:pt x="5621" y="6789"/>
                </a:lnTo>
                <a:lnTo>
                  <a:pt x="5475" y="6935"/>
                </a:lnTo>
                <a:lnTo>
                  <a:pt x="5305" y="7105"/>
                </a:lnTo>
                <a:lnTo>
                  <a:pt x="5086" y="7251"/>
                </a:lnTo>
                <a:lnTo>
                  <a:pt x="4867" y="7373"/>
                </a:lnTo>
                <a:lnTo>
                  <a:pt x="4745" y="7422"/>
                </a:lnTo>
                <a:lnTo>
                  <a:pt x="4648" y="7446"/>
                </a:lnTo>
                <a:lnTo>
                  <a:pt x="4429" y="7446"/>
                </a:lnTo>
                <a:lnTo>
                  <a:pt x="4332" y="7397"/>
                </a:lnTo>
                <a:lnTo>
                  <a:pt x="4259" y="7349"/>
                </a:lnTo>
                <a:lnTo>
                  <a:pt x="4186" y="7251"/>
                </a:lnTo>
                <a:lnTo>
                  <a:pt x="4113" y="7130"/>
                </a:lnTo>
                <a:lnTo>
                  <a:pt x="4064" y="7057"/>
                </a:lnTo>
                <a:lnTo>
                  <a:pt x="3991" y="7032"/>
                </a:lnTo>
                <a:lnTo>
                  <a:pt x="3894" y="7032"/>
                </a:lnTo>
                <a:lnTo>
                  <a:pt x="3821" y="7057"/>
                </a:lnTo>
                <a:lnTo>
                  <a:pt x="3553" y="7227"/>
                </a:lnTo>
                <a:lnTo>
                  <a:pt x="3358" y="7324"/>
                </a:lnTo>
                <a:lnTo>
                  <a:pt x="3188" y="7422"/>
                </a:lnTo>
                <a:lnTo>
                  <a:pt x="3042" y="7470"/>
                </a:lnTo>
                <a:lnTo>
                  <a:pt x="2969" y="7470"/>
                </a:lnTo>
                <a:lnTo>
                  <a:pt x="2896" y="7446"/>
                </a:lnTo>
                <a:lnTo>
                  <a:pt x="2847" y="7422"/>
                </a:lnTo>
                <a:lnTo>
                  <a:pt x="2823" y="7349"/>
                </a:lnTo>
                <a:lnTo>
                  <a:pt x="2799" y="7276"/>
                </a:lnTo>
                <a:lnTo>
                  <a:pt x="2799" y="7178"/>
                </a:lnTo>
                <a:lnTo>
                  <a:pt x="2799" y="7130"/>
                </a:lnTo>
                <a:lnTo>
                  <a:pt x="2774" y="7105"/>
                </a:lnTo>
                <a:lnTo>
                  <a:pt x="2726" y="7081"/>
                </a:lnTo>
                <a:lnTo>
                  <a:pt x="2653" y="7081"/>
                </a:lnTo>
                <a:lnTo>
                  <a:pt x="2604" y="7154"/>
                </a:lnTo>
                <a:lnTo>
                  <a:pt x="2555" y="7373"/>
                </a:lnTo>
                <a:lnTo>
                  <a:pt x="2531" y="7470"/>
                </a:lnTo>
                <a:lnTo>
                  <a:pt x="2531" y="7568"/>
                </a:lnTo>
                <a:lnTo>
                  <a:pt x="2555" y="7665"/>
                </a:lnTo>
                <a:lnTo>
                  <a:pt x="2628" y="7762"/>
                </a:lnTo>
                <a:lnTo>
                  <a:pt x="2701" y="7811"/>
                </a:lnTo>
                <a:lnTo>
                  <a:pt x="2823" y="7860"/>
                </a:lnTo>
                <a:lnTo>
                  <a:pt x="2945" y="7884"/>
                </a:lnTo>
                <a:lnTo>
                  <a:pt x="3091" y="7860"/>
                </a:lnTo>
                <a:lnTo>
                  <a:pt x="3212" y="7835"/>
                </a:lnTo>
                <a:lnTo>
                  <a:pt x="3358" y="7787"/>
                </a:lnTo>
                <a:lnTo>
                  <a:pt x="3602" y="7665"/>
                </a:lnTo>
                <a:lnTo>
                  <a:pt x="3845" y="7519"/>
                </a:lnTo>
                <a:lnTo>
                  <a:pt x="3942" y="7641"/>
                </a:lnTo>
                <a:lnTo>
                  <a:pt x="4040" y="7714"/>
                </a:lnTo>
                <a:lnTo>
                  <a:pt x="4137" y="7787"/>
                </a:lnTo>
                <a:lnTo>
                  <a:pt x="4259" y="7835"/>
                </a:lnTo>
                <a:lnTo>
                  <a:pt x="4356" y="7860"/>
                </a:lnTo>
                <a:lnTo>
                  <a:pt x="4478" y="7860"/>
                </a:lnTo>
                <a:lnTo>
                  <a:pt x="4745" y="7835"/>
                </a:lnTo>
                <a:lnTo>
                  <a:pt x="4989" y="7762"/>
                </a:lnTo>
                <a:lnTo>
                  <a:pt x="5232" y="7641"/>
                </a:lnTo>
                <a:lnTo>
                  <a:pt x="5475" y="7495"/>
                </a:lnTo>
                <a:lnTo>
                  <a:pt x="5694" y="7324"/>
                </a:lnTo>
                <a:lnTo>
                  <a:pt x="5816" y="7470"/>
                </a:lnTo>
                <a:lnTo>
                  <a:pt x="5962" y="7592"/>
                </a:lnTo>
                <a:lnTo>
                  <a:pt x="6132" y="7665"/>
                </a:lnTo>
                <a:lnTo>
                  <a:pt x="6327" y="7738"/>
                </a:lnTo>
                <a:lnTo>
                  <a:pt x="6741" y="7738"/>
                </a:lnTo>
                <a:lnTo>
                  <a:pt x="6862" y="7689"/>
                </a:lnTo>
                <a:lnTo>
                  <a:pt x="6984" y="7641"/>
                </a:lnTo>
                <a:lnTo>
                  <a:pt x="7106" y="7592"/>
                </a:lnTo>
                <a:lnTo>
                  <a:pt x="7300" y="7422"/>
                </a:lnTo>
                <a:lnTo>
                  <a:pt x="7422" y="7568"/>
                </a:lnTo>
                <a:lnTo>
                  <a:pt x="7592" y="7665"/>
                </a:lnTo>
                <a:lnTo>
                  <a:pt x="7787" y="7714"/>
                </a:lnTo>
                <a:lnTo>
                  <a:pt x="7982" y="7738"/>
                </a:lnTo>
                <a:lnTo>
                  <a:pt x="8201" y="7714"/>
                </a:lnTo>
                <a:lnTo>
                  <a:pt x="8395" y="7665"/>
                </a:lnTo>
                <a:lnTo>
                  <a:pt x="8590" y="7568"/>
                </a:lnTo>
                <a:lnTo>
                  <a:pt x="8785" y="7446"/>
                </a:lnTo>
                <a:lnTo>
                  <a:pt x="8931" y="7568"/>
                </a:lnTo>
                <a:lnTo>
                  <a:pt x="9101" y="7665"/>
                </a:lnTo>
                <a:lnTo>
                  <a:pt x="9271" y="7738"/>
                </a:lnTo>
                <a:lnTo>
                  <a:pt x="9466" y="7787"/>
                </a:lnTo>
                <a:lnTo>
                  <a:pt x="9636" y="7787"/>
                </a:lnTo>
                <a:lnTo>
                  <a:pt x="9806" y="7762"/>
                </a:lnTo>
                <a:lnTo>
                  <a:pt x="9977" y="7714"/>
                </a:lnTo>
                <a:lnTo>
                  <a:pt x="10098" y="7616"/>
                </a:lnTo>
                <a:lnTo>
                  <a:pt x="10196" y="7714"/>
                </a:lnTo>
                <a:lnTo>
                  <a:pt x="10293" y="7787"/>
                </a:lnTo>
                <a:lnTo>
                  <a:pt x="10415" y="7860"/>
                </a:lnTo>
                <a:lnTo>
                  <a:pt x="10536" y="7908"/>
                </a:lnTo>
                <a:lnTo>
                  <a:pt x="10658" y="7957"/>
                </a:lnTo>
                <a:lnTo>
                  <a:pt x="10780" y="7957"/>
                </a:lnTo>
                <a:lnTo>
                  <a:pt x="10901" y="7908"/>
                </a:lnTo>
                <a:lnTo>
                  <a:pt x="10999" y="7860"/>
                </a:lnTo>
                <a:lnTo>
                  <a:pt x="11120" y="7811"/>
                </a:lnTo>
                <a:lnTo>
                  <a:pt x="11193" y="7714"/>
                </a:lnTo>
                <a:lnTo>
                  <a:pt x="11364" y="7543"/>
                </a:lnTo>
                <a:lnTo>
                  <a:pt x="11607" y="7689"/>
                </a:lnTo>
                <a:lnTo>
                  <a:pt x="11729" y="7762"/>
                </a:lnTo>
                <a:lnTo>
                  <a:pt x="11850" y="7811"/>
                </a:lnTo>
                <a:lnTo>
                  <a:pt x="11972" y="7835"/>
                </a:lnTo>
                <a:lnTo>
                  <a:pt x="12094" y="7835"/>
                </a:lnTo>
                <a:lnTo>
                  <a:pt x="12191" y="7811"/>
                </a:lnTo>
                <a:lnTo>
                  <a:pt x="12288" y="7738"/>
                </a:lnTo>
                <a:lnTo>
                  <a:pt x="12410" y="7835"/>
                </a:lnTo>
                <a:lnTo>
                  <a:pt x="12556" y="7884"/>
                </a:lnTo>
                <a:lnTo>
                  <a:pt x="12726" y="7908"/>
                </a:lnTo>
                <a:lnTo>
                  <a:pt x="12872" y="7884"/>
                </a:lnTo>
                <a:lnTo>
                  <a:pt x="13018" y="7860"/>
                </a:lnTo>
                <a:lnTo>
                  <a:pt x="13164" y="7762"/>
                </a:lnTo>
                <a:lnTo>
                  <a:pt x="13262" y="7665"/>
                </a:lnTo>
                <a:lnTo>
                  <a:pt x="13335" y="7519"/>
                </a:lnTo>
                <a:lnTo>
                  <a:pt x="13335" y="7470"/>
                </a:lnTo>
                <a:lnTo>
                  <a:pt x="13335" y="7446"/>
                </a:lnTo>
                <a:lnTo>
                  <a:pt x="13286" y="7422"/>
                </a:lnTo>
                <a:lnTo>
                  <a:pt x="13262" y="7422"/>
                </a:lnTo>
                <a:lnTo>
                  <a:pt x="13043" y="7470"/>
                </a:lnTo>
                <a:lnTo>
                  <a:pt x="12775" y="7543"/>
                </a:lnTo>
                <a:lnTo>
                  <a:pt x="12653" y="7543"/>
                </a:lnTo>
                <a:lnTo>
                  <a:pt x="12532" y="7519"/>
                </a:lnTo>
                <a:lnTo>
                  <a:pt x="12459" y="7470"/>
                </a:lnTo>
                <a:lnTo>
                  <a:pt x="12434" y="7422"/>
                </a:lnTo>
                <a:lnTo>
                  <a:pt x="12410" y="7373"/>
                </a:lnTo>
                <a:lnTo>
                  <a:pt x="12386" y="7300"/>
                </a:lnTo>
                <a:lnTo>
                  <a:pt x="12337" y="7251"/>
                </a:lnTo>
                <a:lnTo>
                  <a:pt x="12288" y="7203"/>
                </a:lnTo>
                <a:lnTo>
                  <a:pt x="12167" y="7203"/>
                </a:lnTo>
                <a:lnTo>
                  <a:pt x="12118" y="7251"/>
                </a:lnTo>
                <a:lnTo>
                  <a:pt x="12094" y="7300"/>
                </a:lnTo>
                <a:lnTo>
                  <a:pt x="12069" y="7373"/>
                </a:lnTo>
                <a:lnTo>
                  <a:pt x="12069" y="7422"/>
                </a:lnTo>
                <a:lnTo>
                  <a:pt x="12045" y="7470"/>
                </a:lnTo>
                <a:lnTo>
                  <a:pt x="12021" y="7495"/>
                </a:lnTo>
                <a:lnTo>
                  <a:pt x="11899" y="7495"/>
                </a:lnTo>
                <a:lnTo>
                  <a:pt x="11777" y="7446"/>
                </a:lnTo>
                <a:lnTo>
                  <a:pt x="11583" y="7300"/>
                </a:lnTo>
                <a:lnTo>
                  <a:pt x="11461" y="7178"/>
                </a:lnTo>
                <a:lnTo>
                  <a:pt x="11388" y="7154"/>
                </a:lnTo>
                <a:lnTo>
                  <a:pt x="11339" y="7130"/>
                </a:lnTo>
                <a:lnTo>
                  <a:pt x="11266" y="7154"/>
                </a:lnTo>
                <a:lnTo>
                  <a:pt x="11218" y="7178"/>
                </a:lnTo>
                <a:lnTo>
                  <a:pt x="11047" y="7397"/>
                </a:lnTo>
                <a:lnTo>
                  <a:pt x="10926" y="7495"/>
                </a:lnTo>
                <a:lnTo>
                  <a:pt x="10804" y="7543"/>
                </a:lnTo>
                <a:lnTo>
                  <a:pt x="10707" y="7568"/>
                </a:lnTo>
                <a:lnTo>
                  <a:pt x="10609" y="7568"/>
                </a:lnTo>
                <a:lnTo>
                  <a:pt x="10536" y="7519"/>
                </a:lnTo>
                <a:lnTo>
                  <a:pt x="10463" y="7422"/>
                </a:lnTo>
                <a:lnTo>
                  <a:pt x="10390" y="7324"/>
                </a:lnTo>
                <a:lnTo>
                  <a:pt x="10342" y="7178"/>
                </a:lnTo>
                <a:lnTo>
                  <a:pt x="10342" y="7105"/>
                </a:lnTo>
                <a:lnTo>
                  <a:pt x="10293" y="7032"/>
                </a:lnTo>
                <a:lnTo>
                  <a:pt x="10244" y="7008"/>
                </a:lnTo>
                <a:lnTo>
                  <a:pt x="10196" y="6984"/>
                </a:lnTo>
                <a:lnTo>
                  <a:pt x="10123" y="6984"/>
                </a:lnTo>
                <a:lnTo>
                  <a:pt x="10074" y="7008"/>
                </a:lnTo>
                <a:lnTo>
                  <a:pt x="10025" y="7057"/>
                </a:lnTo>
                <a:lnTo>
                  <a:pt x="9977" y="7130"/>
                </a:lnTo>
                <a:lnTo>
                  <a:pt x="9952" y="7227"/>
                </a:lnTo>
                <a:lnTo>
                  <a:pt x="9904" y="7300"/>
                </a:lnTo>
                <a:lnTo>
                  <a:pt x="9831" y="7349"/>
                </a:lnTo>
                <a:lnTo>
                  <a:pt x="9782" y="7397"/>
                </a:lnTo>
                <a:lnTo>
                  <a:pt x="9709" y="7422"/>
                </a:lnTo>
                <a:lnTo>
                  <a:pt x="9636" y="7422"/>
                </a:lnTo>
                <a:lnTo>
                  <a:pt x="9466" y="7397"/>
                </a:lnTo>
                <a:lnTo>
                  <a:pt x="9320" y="7349"/>
                </a:lnTo>
                <a:lnTo>
                  <a:pt x="9174" y="7251"/>
                </a:lnTo>
                <a:lnTo>
                  <a:pt x="9028" y="7154"/>
                </a:lnTo>
                <a:lnTo>
                  <a:pt x="8906" y="7032"/>
                </a:lnTo>
                <a:lnTo>
                  <a:pt x="8858" y="6984"/>
                </a:lnTo>
                <a:lnTo>
                  <a:pt x="8687" y="6984"/>
                </a:lnTo>
                <a:lnTo>
                  <a:pt x="8639" y="7032"/>
                </a:lnTo>
                <a:lnTo>
                  <a:pt x="8517" y="7130"/>
                </a:lnTo>
                <a:lnTo>
                  <a:pt x="8371" y="7227"/>
                </a:lnTo>
                <a:lnTo>
                  <a:pt x="8201" y="7300"/>
                </a:lnTo>
                <a:lnTo>
                  <a:pt x="8030" y="7349"/>
                </a:lnTo>
                <a:lnTo>
                  <a:pt x="7860" y="7349"/>
                </a:lnTo>
                <a:lnTo>
                  <a:pt x="7787" y="7324"/>
                </a:lnTo>
                <a:lnTo>
                  <a:pt x="7738" y="7300"/>
                </a:lnTo>
                <a:lnTo>
                  <a:pt x="7665" y="7251"/>
                </a:lnTo>
                <a:lnTo>
                  <a:pt x="7641" y="7178"/>
                </a:lnTo>
                <a:lnTo>
                  <a:pt x="7592" y="7105"/>
                </a:lnTo>
                <a:lnTo>
                  <a:pt x="7592" y="7008"/>
                </a:lnTo>
                <a:lnTo>
                  <a:pt x="7568" y="6935"/>
                </a:lnTo>
                <a:lnTo>
                  <a:pt x="7544" y="6886"/>
                </a:lnTo>
                <a:lnTo>
                  <a:pt x="7495" y="6838"/>
                </a:lnTo>
                <a:lnTo>
                  <a:pt x="7446" y="6813"/>
                </a:lnTo>
                <a:lnTo>
                  <a:pt x="7398" y="6789"/>
                </a:lnTo>
                <a:lnTo>
                  <a:pt x="7325" y="6789"/>
                </a:lnTo>
                <a:lnTo>
                  <a:pt x="7276" y="6813"/>
                </a:lnTo>
                <a:lnTo>
                  <a:pt x="7227" y="6862"/>
                </a:lnTo>
                <a:lnTo>
                  <a:pt x="7057" y="7057"/>
                </a:lnTo>
                <a:lnTo>
                  <a:pt x="6960" y="7154"/>
                </a:lnTo>
                <a:lnTo>
                  <a:pt x="6862" y="7251"/>
                </a:lnTo>
                <a:lnTo>
                  <a:pt x="6741" y="7300"/>
                </a:lnTo>
                <a:lnTo>
                  <a:pt x="6619" y="7324"/>
                </a:lnTo>
                <a:lnTo>
                  <a:pt x="6473" y="7324"/>
                </a:lnTo>
                <a:lnTo>
                  <a:pt x="6351" y="7300"/>
                </a:lnTo>
                <a:lnTo>
                  <a:pt x="6230" y="7251"/>
                </a:lnTo>
                <a:lnTo>
                  <a:pt x="6108" y="7178"/>
                </a:lnTo>
                <a:lnTo>
                  <a:pt x="6035" y="7057"/>
                </a:lnTo>
                <a:lnTo>
                  <a:pt x="5986" y="6935"/>
                </a:lnTo>
                <a:lnTo>
                  <a:pt x="5986" y="6886"/>
                </a:lnTo>
                <a:lnTo>
                  <a:pt x="5962" y="6838"/>
                </a:lnTo>
                <a:lnTo>
                  <a:pt x="5913" y="6789"/>
                </a:lnTo>
                <a:lnTo>
                  <a:pt x="5865" y="6740"/>
                </a:lnTo>
                <a:lnTo>
                  <a:pt x="5792" y="6716"/>
                </a:lnTo>
                <a:close/>
                <a:moveTo>
                  <a:pt x="16595" y="6302"/>
                </a:moveTo>
                <a:lnTo>
                  <a:pt x="16547" y="7081"/>
                </a:lnTo>
                <a:lnTo>
                  <a:pt x="16401" y="7203"/>
                </a:lnTo>
                <a:lnTo>
                  <a:pt x="16279" y="7349"/>
                </a:lnTo>
                <a:lnTo>
                  <a:pt x="16011" y="7665"/>
                </a:lnTo>
                <a:lnTo>
                  <a:pt x="15792" y="7908"/>
                </a:lnTo>
                <a:lnTo>
                  <a:pt x="15573" y="8200"/>
                </a:lnTo>
                <a:lnTo>
                  <a:pt x="15573" y="7689"/>
                </a:lnTo>
                <a:lnTo>
                  <a:pt x="15573" y="7665"/>
                </a:lnTo>
                <a:lnTo>
                  <a:pt x="15671" y="7470"/>
                </a:lnTo>
                <a:lnTo>
                  <a:pt x="15768" y="7276"/>
                </a:lnTo>
                <a:lnTo>
                  <a:pt x="16011" y="6935"/>
                </a:lnTo>
                <a:lnTo>
                  <a:pt x="16303" y="6619"/>
                </a:lnTo>
                <a:lnTo>
                  <a:pt x="16595" y="6302"/>
                </a:lnTo>
                <a:close/>
                <a:moveTo>
                  <a:pt x="16547" y="7592"/>
                </a:moveTo>
                <a:lnTo>
                  <a:pt x="16522" y="8663"/>
                </a:lnTo>
                <a:lnTo>
                  <a:pt x="16425" y="8711"/>
                </a:lnTo>
                <a:lnTo>
                  <a:pt x="16328" y="8760"/>
                </a:lnTo>
                <a:lnTo>
                  <a:pt x="16157" y="8930"/>
                </a:lnTo>
                <a:lnTo>
                  <a:pt x="15841" y="9271"/>
                </a:lnTo>
                <a:lnTo>
                  <a:pt x="15719" y="9417"/>
                </a:lnTo>
                <a:lnTo>
                  <a:pt x="15573" y="9612"/>
                </a:lnTo>
                <a:lnTo>
                  <a:pt x="15573" y="8882"/>
                </a:lnTo>
                <a:lnTo>
                  <a:pt x="15671" y="8857"/>
                </a:lnTo>
                <a:lnTo>
                  <a:pt x="15744" y="8784"/>
                </a:lnTo>
                <a:lnTo>
                  <a:pt x="15890" y="8517"/>
                </a:lnTo>
                <a:lnTo>
                  <a:pt x="16060" y="8273"/>
                </a:lnTo>
                <a:lnTo>
                  <a:pt x="16401" y="7811"/>
                </a:lnTo>
                <a:lnTo>
                  <a:pt x="16547" y="7592"/>
                </a:lnTo>
                <a:close/>
                <a:moveTo>
                  <a:pt x="9734" y="9149"/>
                </a:moveTo>
                <a:lnTo>
                  <a:pt x="9661" y="9174"/>
                </a:lnTo>
                <a:lnTo>
                  <a:pt x="9588" y="9198"/>
                </a:lnTo>
                <a:lnTo>
                  <a:pt x="9539" y="9247"/>
                </a:lnTo>
                <a:lnTo>
                  <a:pt x="9466" y="9368"/>
                </a:lnTo>
                <a:lnTo>
                  <a:pt x="9442" y="9490"/>
                </a:lnTo>
                <a:lnTo>
                  <a:pt x="9320" y="9587"/>
                </a:lnTo>
                <a:lnTo>
                  <a:pt x="9174" y="9660"/>
                </a:lnTo>
                <a:lnTo>
                  <a:pt x="9052" y="9685"/>
                </a:lnTo>
                <a:lnTo>
                  <a:pt x="8882" y="9685"/>
                </a:lnTo>
                <a:lnTo>
                  <a:pt x="8785" y="9660"/>
                </a:lnTo>
                <a:lnTo>
                  <a:pt x="8736" y="9636"/>
                </a:lnTo>
                <a:lnTo>
                  <a:pt x="8687" y="9587"/>
                </a:lnTo>
                <a:lnTo>
                  <a:pt x="8663" y="9539"/>
                </a:lnTo>
                <a:lnTo>
                  <a:pt x="8663" y="9441"/>
                </a:lnTo>
                <a:lnTo>
                  <a:pt x="8639" y="9368"/>
                </a:lnTo>
                <a:lnTo>
                  <a:pt x="8590" y="9320"/>
                </a:lnTo>
                <a:lnTo>
                  <a:pt x="8517" y="9295"/>
                </a:lnTo>
                <a:lnTo>
                  <a:pt x="8444" y="9271"/>
                </a:lnTo>
                <a:lnTo>
                  <a:pt x="8395" y="9295"/>
                </a:lnTo>
                <a:lnTo>
                  <a:pt x="8322" y="9344"/>
                </a:lnTo>
                <a:lnTo>
                  <a:pt x="8274" y="9417"/>
                </a:lnTo>
                <a:lnTo>
                  <a:pt x="8249" y="9466"/>
                </a:lnTo>
                <a:lnTo>
                  <a:pt x="8201" y="9514"/>
                </a:lnTo>
                <a:lnTo>
                  <a:pt x="8079" y="9587"/>
                </a:lnTo>
                <a:lnTo>
                  <a:pt x="7933" y="9612"/>
                </a:lnTo>
                <a:lnTo>
                  <a:pt x="7738" y="9636"/>
                </a:lnTo>
                <a:lnTo>
                  <a:pt x="7568" y="9636"/>
                </a:lnTo>
                <a:lnTo>
                  <a:pt x="7422" y="9587"/>
                </a:lnTo>
                <a:lnTo>
                  <a:pt x="7325" y="9514"/>
                </a:lnTo>
                <a:lnTo>
                  <a:pt x="7276" y="9466"/>
                </a:lnTo>
                <a:lnTo>
                  <a:pt x="7252" y="9417"/>
                </a:lnTo>
                <a:lnTo>
                  <a:pt x="7252" y="9344"/>
                </a:lnTo>
                <a:lnTo>
                  <a:pt x="7227" y="9295"/>
                </a:lnTo>
                <a:lnTo>
                  <a:pt x="7179" y="9247"/>
                </a:lnTo>
                <a:lnTo>
                  <a:pt x="7130" y="9222"/>
                </a:lnTo>
                <a:lnTo>
                  <a:pt x="7081" y="9198"/>
                </a:lnTo>
                <a:lnTo>
                  <a:pt x="7008" y="9198"/>
                </a:lnTo>
                <a:lnTo>
                  <a:pt x="6960" y="9222"/>
                </a:lnTo>
                <a:lnTo>
                  <a:pt x="6887" y="9247"/>
                </a:lnTo>
                <a:lnTo>
                  <a:pt x="6765" y="9417"/>
                </a:lnTo>
                <a:lnTo>
                  <a:pt x="6643" y="9563"/>
                </a:lnTo>
                <a:lnTo>
                  <a:pt x="6570" y="9636"/>
                </a:lnTo>
                <a:lnTo>
                  <a:pt x="6449" y="9685"/>
                </a:lnTo>
                <a:lnTo>
                  <a:pt x="6327" y="9733"/>
                </a:lnTo>
                <a:lnTo>
                  <a:pt x="6205" y="9758"/>
                </a:lnTo>
                <a:lnTo>
                  <a:pt x="6084" y="9758"/>
                </a:lnTo>
                <a:lnTo>
                  <a:pt x="6035" y="9733"/>
                </a:lnTo>
                <a:lnTo>
                  <a:pt x="5986" y="9709"/>
                </a:lnTo>
                <a:lnTo>
                  <a:pt x="5962" y="9660"/>
                </a:lnTo>
                <a:lnTo>
                  <a:pt x="5938" y="9612"/>
                </a:lnTo>
                <a:lnTo>
                  <a:pt x="5938" y="9514"/>
                </a:lnTo>
                <a:lnTo>
                  <a:pt x="5962" y="9441"/>
                </a:lnTo>
                <a:lnTo>
                  <a:pt x="5962" y="9344"/>
                </a:lnTo>
                <a:lnTo>
                  <a:pt x="5938" y="9271"/>
                </a:lnTo>
                <a:lnTo>
                  <a:pt x="5865" y="9198"/>
                </a:lnTo>
                <a:lnTo>
                  <a:pt x="5792" y="9174"/>
                </a:lnTo>
                <a:lnTo>
                  <a:pt x="5646" y="9174"/>
                </a:lnTo>
                <a:lnTo>
                  <a:pt x="5573" y="9247"/>
                </a:lnTo>
                <a:lnTo>
                  <a:pt x="5548" y="9320"/>
                </a:lnTo>
                <a:lnTo>
                  <a:pt x="5500" y="9417"/>
                </a:lnTo>
                <a:lnTo>
                  <a:pt x="5451" y="9490"/>
                </a:lnTo>
                <a:lnTo>
                  <a:pt x="5378" y="9587"/>
                </a:lnTo>
                <a:lnTo>
                  <a:pt x="5305" y="9636"/>
                </a:lnTo>
                <a:lnTo>
                  <a:pt x="5183" y="9685"/>
                </a:lnTo>
                <a:lnTo>
                  <a:pt x="5086" y="9733"/>
                </a:lnTo>
                <a:lnTo>
                  <a:pt x="4843" y="9782"/>
                </a:lnTo>
                <a:lnTo>
                  <a:pt x="4624" y="9782"/>
                </a:lnTo>
                <a:lnTo>
                  <a:pt x="4502" y="9733"/>
                </a:lnTo>
                <a:lnTo>
                  <a:pt x="4405" y="9709"/>
                </a:lnTo>
                <a:lnTo>
                  <a:pt x="4332" y="9636"/>
                </a:lnTo>
                <a:lnTo>
                  <a:pt x="4259" y="9587"/>
                </a:lnTo>
                <a:lnTo>
                  <a:pt x="4210" y="9490"/>
                </a:lnTo>
                <a:lnTo>
                  <a:pt x="4161" y="9393"/>
                </a:lnTo>
                <a:lnTo>
                  <a:pt x="4161" y="9344"/>
                </a:lnTo>
                <a:lnTo>
                  <a:pt x="4137" y="9295"/>
                </a:lnTo>
                <a:lnTo>
                  <a:pt x="4040" y="9247"/>
                </a:lnTo>
                <a:lnTo>
                  <a:pt x="3942" y="9222"/>
                </a:lnTo>
                <a:lnTo>
                  <a:pt x="3869" y="9247"/>
                </a:lnTo>
                <a:lnTo>
                  <a:pt x="3602" y="9417"/>
                </a:lnTo>
                <a:lnTo>
                  <a:pt x="3407" y="9539"/>
                </a:lnTo>
                <a:lnTo>
                  <a:pt x="3212" y="9660"/>
                </a:lnTo>
                <a:lnTo>
                  <a:pt x="3018" y="9733"/>
                </a:lnTo>
                <a:lnTo>
                  <a:pt x="2872" y="9733"/>
                </a:lnTo>
                <a:lnTo>
                  <a:pt x="2823" y="9709"/>
                </a:lnTo>
                <a:lnTo>
                  <a:pt x="2774" y="9660"/>
                </a:lnTo>
                <a:lnTo>
                  <a:pt x="2774" y="9587"/>
                </a:lnTo>
                <a:lnTo>
                  <a:pt x="2774" y="9490"/>
                </a:lnTo>
                <a:lnTo>
                  <a:pt x="2774" y="9417"/>
                </a:lnTo>
                <a:lnTo>
                  <a:pt x="2750" y="9368"/>
                </a:lnTo>
                <a:lnTo>
                  <a:pt x="2726" y="9344"/>
                </a:lnTo>
                <a:lnTo>
                  <a:pt x="2677" y="9320"/>
                </a:lnTo>
                <a:lnTo>
                  <a:pt x="2653" y="9295"/>
                </a:lnTo>
                <a:lnTo>
                  <a:pt x="2604" y="9320"/>
                </a:lnTo>
                <a:lnTo>
                  <a:pt x="2555" y="9320"/>
                </a:lnTo>
                <a:lnTo>
                  <a:pt x="2507" y="9368"/>
                </a:lnTo>
                <a:lnTo>
                  <a:pt x="2458" y="9490"/>
                </a:lnTo>
                <a:lnTo>
                  <a:pt x="2434" y="9612"/>
                </a:lnTo>
                <a:lnTo>
                  <a:pt x="2434" y="9733"/>
                </a:lnTo>
                <a:lnTo>
                  <a:pt x="2458" y="9831"/>
                </a:lnTo>
                <a:lnTo>
                  <a:pt x="2531" y="9928"/>
                </a:lnTo>
                <a:lnTo>
                  <a:pt x="2604" y="10025"/>
                </a:lnTo>
                <a:lnTo>
                  <a:pt x="2726" y="10098"/>
                </a:lnTo>
                <a:lnTo>
                  <a:pt x="2847" y="10147"/>
                </a:lnTo>
                <a:lnTo>
                  <a:pt x="2969" y="10171"/>
                </a:lnTo>
                <a:lnTo>
                  <a:pt x="3115" y="10147"/>
                </a:lnTo>
                <a:lnTo>
                  <a:pt x="3237" y="10123"/>
                </a:lnTo>
                <a:lnTo>
                  <a:pt x="3358" y="10074"/>
                </a:lnTo>
                <a:lnTo>
                  <a:pt x="3626" y="9928"/>
                </a:lnTo>
                <a:lnTo>
                  <a:pt x="3845" y="9758"/>
                </a:lnTo>
                <a:lnTo>
                  <a:pt x="3918" y="9855"/>
                </a:lnTo>
                <a:lnTo>
                  <a:pt x="3991" y="9952"/>
                </a:lnTo>
                <a:lnTo>
                  <a:pt x="4088" y="10025"/>
                </a:lnTo>
                <a:lnTo>
                  <a:pt x="4186" y="10074"/>
                </a:lnTo>
                <a:lnTo>
                  <a:pt x="4429" y="10171"/>
                </a:lnTo>
                <a:lnTo>
                  <a:pt x="4672" y="10196"/>
                </a:lnTo>
                <a:lnTo>
                  <a:pt x="4940" y="10196"/>
                </a:lnTo>
                <a:lnTo>
                  <a:pt x="5208" y="10147"/>
                </a:lnTo>
                <a:lnTo>
                  <a:pt x="5427" y="10050"/>
                </a:lnTo>
                <a:lnTo>
                  <a:pt x="5646" y="9928"/>
                </a:lnTo>
                <a:lnTo>
                  <a:pt x="5743" y="10001"/>
                </a:lnTo>
                <a:lnTo>
                  <a:pt x="5840" y="10098"/>
                </a:lnTo>
                <a:lnTo>
                  <a:pt x="5986" y="10147"/>
                </a:lnTo>
                <a:lnTo>
                  <a:pt x="6132" y="10196"/>
                </a:lnTo>
                <a:lnTo>
                  <a:pt x="6278" y="10220"/>
                </a:lnTo>
                <a:lnTo>
                  <a:pt x="6424" y="10196"/>
                </a:lnTo>
                <a:lnTo>
                  <a:pt x="6546" y="10171"/>
                </a:lnTo>
                <a:lnTo>
                  <a:pt x="6643" y="10123"/>
                </a:lnTo>
                <a:lnTo>
                  <a:pt x="6741" y="10050"/>
                </a:lnTo>
                <a:lnTo>
                  <a:pt x="6838" y="9977"/>
                </a:lnTo>
                <a:lnTo>
                  <a:pt x="7008" y="9782"/>
                </a:lnTo>
                <a:lnTo>
                  <a:pt x="7130" y="9879"/>
                </a:lnTo>
                <a:lnTo>
                  <a:pt x="7300" y="9977"/>
                </a:lnTo>
                <a:lnTo>
                  <a:pt x="7471" y="10025"/>
                </a:lnTo>
                <a:lnTo>
                  <a:pt x="7665" y="10050"/>
                </a:lnTo>
                <a:lnTo>
                  <a:pt x="7860" y="10050"/>
                </a:lnTo>
                <a:lnTo>
                  <a:pt x="8030" y="10025"/>
                </a:lnTo>
                <a:lnTo>
                  <a:pt x="8225" y="9952"/>
                </a:lnTo>
                <a:lnTo>
                  <a:pt x="8371" y="9879"/>
                </a:lnTo>
                <a:lnTo>
                  <a:pt x="8493" y="9977"/>
                </a:lnTo>
                <a:lnTo>
                  <a:pt x="8639" y="10025"/>
                </a:lnTo>
                <a:lnTo>
                  <a:pt x="8785" y="10074"/>
                </a:lnTo>
                <a:lnTo>
                  <a:pt x="8955" y="10074"/>
                </a:lnTo>
                <a:lnTo>
                  <a:pt x="9125" y="10050"/>
                </a:lnTo>
                <a:lnTo>
                  <a:pt x="9320" y="10001"/>
                </a:lnTo>
                <a:lnTo>
                  <a:pt x="9466" y="9928"/>
                </a:lnTo>
                <a:lnTo>
                  <a:pt x="9636" y="9831"/>
                </a:lnTo>
                <a:lnTo>
                  <a:pt x="9734" y="9904"/>
                </a:lnTo>
                <a:lnTo>
                  <a:pt x="9855" y="9952"/>
                </a:lnTo>
                <a:lnTo>
                  <a:pt x="10001" y="9977"/>
                </a:lnTo>
                <a:lnTo>
                  <a:pt x="10147" y="10001"/>
                </a:lnTo>
                <a:lnTo>
                  <a:pt x="10293" y="10001"/>
                </a:lnTo>
                <a:lnTo>
                  <a:pt x="10439" y="9977"/>
                </a:lnTo>
                <a:lnTo>
                  <a:pt x="10561" y="9928"/>
                </a:lnTo>
                <a:lnTo>
                  <a:pt x="10682" y="9855"/>
                </a:lnTo>
                <a:lnTo>
                  <a:pt x="10780" y="9952"/>
                </a:lnTo>
                <a:lnTo>
                  <a:pt x="10901" y="10001"/>
                </a:lnTo>
                <a:lnTo>
                  <a:pt x="11193" y="10001"/>
                </a:lnTo>
                <a:lnTo>
                  <a:pt x="11339" y="9952"/>
                </a:lnTo>
                <a:lnTo>
                  <a:pt x="11510" y="9904"/>
                </a:lnTo>
                <a:lnTo>
                  <a:pt x="11656" y="9831"/>
                </a:lnTo>
                <a:lnTo>
                  <a:pt x="11802" y="9733"/>
                </a:lnTo>
                <a:lnTo>
                  <a:pt x="11850" y="9806"/>
                </a:lnTo>
                <a:lnTo>
                  <a:pt x="11923" y="9855"/>
                </a:lnTo>
                <a:lnTo>
                  <a:pt x="12069" y="9928"/>
                </a:lnTo>
                <a:lnTo>
                  <a:pt x="12240" y="9952"/>
                </a:lnTo>
                <a:lnTo>
                  <a:pt x="12434" y="9952"/>
                </a:lnTo>
                <a:lnTo>
                  <a:pt x="12629" y="9904"/>
                </a:lnTo>
                <a:lnTo>
                  <a:pt x="12824" y="9831"/>
                </a:lnTo>
                <a:lnTo>
                  <a:pt x="13018" y="9758"/>
                </a:lnTo>
                <a:lnTo>
                  <a:pt x="13164" y="9660"/>
                </a:lnTo>
                <a:lnTo>
                  <a:pt x="13237" y="9612"/>
                </a:lnTo>
                <a:lnTo>
                  <a:pt x="13262" y="9539"/>
                </a:lnTo>
                <a:lnTo>
                  <a:pt x="13262" y="9466"/>
                </a:lnTo>
                <a:lnTo>
                  <a:pt x="13237" y="9393"/>
                </a:lnTo>
                <a:lnTo>
                  <a:pt x="13189" y="9344"/>
                </a:lnTo>
                <a:lnTo>
                  <a:pt x="13116" y="9320"/>
                </a:lnTo>
                <a:lnTo>
                  <a:pt x="13067" y="9320"/>
                </a:lnTo>
                <a:lnTo>
                  <a:pt x="12994" y="9344"/>
                </a:lnTo>
                <a:lnTo>
                  <a:pt x="12775" y="9466"/>
                </a:lnTo>
                <a:lnTo>
                  <a:pt x="12605" y="9539"/>
                </a:lnTo>
                <a:lnTo>
                  <a:pt x="12459" y="9587"/>
                </a:lnTo>
                <a:lnTo>
                  <a:pt x="12288" y="9612"/>
                </a:lnTo>
                <a:lnTo>
                  <a:pt x="12167" y="9612"/>
                </a:lnTo>
                <a:lnTo>
                  <a:pt x="12118" y="9587"/>
                </a:lnTo>
                <a:lnTo>
                  <a:pt x="12094" y="9539"/>
                </a:lnTo>
                <a:lnTo>
                  <a:pt x="12069" y="9490"/>
                </a:lnTo>
                <a:lnTo>
                  <a:pt x="12069" y="9417"/>
                </a:lnTo>
                <a:lnTo>
                  <a:pt x="12069" y="9368"/>
                </a:lnTo>
                <a:lnTo>
                  <a:pt x="12045" y="9295"/>
                </a:lnTo>
                <a:lnTo>
                  <a:pt x="12021" y="9247"/>
                </a:lnTo>
                <a:lnTo>
                  <a:pt x="11972" y="9222"/>
                </a:lnTo>
                <a:lnTo>
                  <a:pt x="11875" y="9222"/>
                </a:lnTo>
                <a:lnTo>
                  <a:pt x="11826" y="9247"/>
                </a:lnTo>
                <a:lnTo>
                  <a:pt x="11777" y="9295"/>
                </a:lnTo>
                <a:lnTo>
                  <a:pt x="11704" y="9393"/>
                </a:lnTo>
                <a:lnTo>
                  <a:pt x="11583" y="9490"/>
                </a:lnTo>
                <a:lnTo>
                  <a:pt x="11437" y="9587"/>
                </a:lnTo>
                <a:lnTo>
                  <a:pt x="11266" y="9660"/>
                </a:lnTo>
                <a:lnTo>
                  <a:pt x="11120" y="9709"/>
                </a:lnTo>
                <a:lnTo>
                  <a:pt x="11072" y="9709"/>
                </a:lnTo>
                <a:lnTo>
                  <a:pt x="11023" y="9685"/>
                </a:lnTo>
                <a:lnTo>
                  <a:pt x="10974" y="9660"/>
                </a:lnTo>
                <a:lnTo>
                  <a:pt x="10950" y="9612"/>
                </a:lnTo>
                <a:lnTo>
                  <a:pt x="10950" y="9539"/>
                </a:lnTo>
                <a:lnTo>
                  <a:pt x="10974" y="9441"/>
                </a:lnTo>
                <a:lnTo>
                  <a:pt x="10974" y="9393"/>
                </a:lnTo>
                <a:lnTo>
                  <a:pt x="10950" y="9320"/>
                </a:lnTo>
                <a:lnTo>
                  <a:pt x="10926" y="9271"/>
                </a:lnTo>
                <a:lnTo>
                  <a:pt x="10853" y="9271"/>
                </a:lnTo>
                <a:lnTo>
                  <a:pt x="10804" y="9247"/>
                </a:lnTo>
                <a:lnTo>
                  <a:pt x="10755" y="9271"/>
                </a:lnTo>
                <a:lnTo>
                  <a:pt x="10682" y="9295"/>
                </a:lnTo>
                <a:lnTo>
                  <a:pt x="10658" y="9368"/>
                </a:lnTo>
                <a:lnTo>
                  <a:pt x="10585" y="9490"/>
                </a:lnTo>
                <a:lnTo>
                  <a:pt x="10463" y="9587"/>
                </a:lnTo>
                <a:lnTo>
                  <a:pt x="10342" y="9636"/>
                </a:lnTo>
                <a:lnTo>
                  <a:pt x="10025" y="9636"/>
                </a:lnTo>
                <a:lnTo>
                  <a:pt x="9928" y="9587"/>
                </a:lnTo>
                <a:lnTo>
                  <a:pt x="9855" y="9563"/>
                </a:lnTo>
                <a:lnTo>
                  <a:pt x="9904" y="9393"/>
                </a:lnTo>
                <a:lnTo>
                  <a:pt x="9904" y="9320"/>
                </a:lnTo>
                <a:lnTo>
                  <a:pt x="9879" y="9247"/>
                </a:lnTo>
                <a:lnTo>
                  <a:pt x="9831" y="9198"/>
                </a:lnTo>
                <a:lnTo>
                  <a:pt x="9782" y="9174"/>
                </a:lnTo>
                <a:lnTo>
                  <a:pt x="9734" y="9149"/>
                </a:lnTo>
                <a:close/>
                <a:moveTo>
                  <a:pt x="16522" y="9003"/>
                </a:moveTo>
                <a:lnTo>
                  <a:pt x="16522" y="9879"/>
                </a:lnTo>
                <a:lnTo>
                  <a:pt x="16401" y="9879"/>
                </a:lnTo>
                <a:lnTo>
                  <a:pt x="16279" y="9928"/>
                </a:lnTo>
                <a:lnTo>
                  <a:pt x="16182" y="9977"/>
                </a:lnTo>
                <a:lnTo>
                  <a:pt x="16084" y="10050"/>
                </a:lnTo>
                <a:lnTo>
                  <a:pt x="15914" y="10196"/>
                </a:lnTo>
                <a:lnTo>
                  <a:pt x="15744" y="10390"/>
                </a:lnTo>
                <a:lnTo>
                  <a:pt x="15598" y="10561"/>
                </a:lnTo>
                <a:lnTo>
                  <a:pt x="15598" y="10342"/>
                </a:lnTo>
                <a:lnTo>
                  <a:pt x="15646" y="10317"/>
                </a:lnTo>
                <a:lnTo>
                  <a:pt x="15671" y="10269"/>
                </a:lnTo>
                <a:lnTo>
                  <a:pt x="15890" y="9879"/>
                </a:lnTo>
                <a:lnTo>
                  <a:pt x="16011" y="9685"/>
                </a:lnTo>
                <a:lnTo>
                  <a:pt x="16133" y="9490"/>
                </a:lnTo>
                <a:lnTo>
                  <a:pt x="16328" y="9271"/>
                </a:lnTo>
                <a:lnTo>
                  <a:pt x="16522" y="9003"/>
                </a:lnTo>
                <a:close/>
                <a:moveTo>
                  <a:pt x="16522" y="10001"/>
                </a:moveTo>
                <a:lnTo>
                  <a:pt x="16522" y="10755"/>
                </a:lnTo>
                <a:lnTo>
                  <a:pt x="16352" y="10853"/>
                </a:lnTo>
                <a:lnTo>
                  <a:pt x="16230" y="10974"/>
                </a:lnTo>
                <a:lnTo>
                  <a:pt x="15987" y="11242"/>
                </a:lnTo>
                <a:lnTo>
                  <a:pt x="15792" y="11461"/>
                </a:lnTo>
                <a:lnTo>
                  <a:pt x="15598" y="11704"/>
                </a:lnTo>
                <a:lnTo>
                  <a:pt x="15598" y="11291"/>
                </a:lnTo>
                <a:lnTo>
                  <a:pt x="15768" y="10974"/>
                </a:lnTo>
                <a:lnTo>
                  <a:pt x="15963" y="10682"/>
                </a:lnTo>
                <a:lnTo>
                  <a:pt x="16255" y="10342"/>
                </a:lnTo>
                <a:lnTo>
                  <a:pt x="16522" y="10001"/>
                </a:lnTo>
                <a:close/>
                <a:moveTo>
                  <a:pt x="10244" y="11145"/>
                </a:moveTo>
                <a:lnTo>
                  <a:pt x="10171" y="11193"/>
                </a:lnTo>
                <a:lnTo>
                  <a:pt x="10123" y="11242"/>
                </a:lnTo>
                <a:lnTo>
                  <a:pt x="9928" y="11534"/>
                </a:lnTo>
                <a:lnTo>
                  <a:pt x="9831" y="11656"/>
                </a:lnTo>
                <a:lnTo>
                  <a:pt x="9709" y="11753"/>
                </a:lnTo>
                <a:lnTo>
                  <a:pt x="9636" y="11802"/>
                </a:lnTo>
                <a:lnTo>
                  <a:pt x="9539" y="11826"/>
                </a:lnTo>
                <a:lnTo>
                  <a:pt x="9320" y="11826"/>
                </a:lnTo>
                <a:lnTo>
                  <a:pt x="9223" y="11802"/>
                </a:lnTo>
                <a:lnTo>
                  <a:pt x="9150" y="11753"/>
                </a:lnTo>
                <a:lnTo>
                  <a:pt x="9077" y="11680"/>
                </a:lnTo>
                <a:lnTo>
                  <a:pt x="9052" y="11607"/>
                </a:lnTo>
                <a:lnTo>
                  <a:pt x="9125" y="11412"/>
                </a:lnTo>
                <a:lnTo>
                  <a:pt x="9125" y="11339"/>
                </a:lnTo>
                <a:lnTo>
                  <a:pt x="9101" y="11266"/>
                </a:lnTo>
                <a:lnTo>
                  <a:pt x="9052" y="11218"/>
                </a:lnTo>
                <a:lnTo>
                  <a:pt x="9004" y="11169"/>
                </a:lnTo>
                <a:lnTo>
                  <a:pt x="8882" y="11169"/>
                </a:lnTo>
                <a:lnTo>
                  <a:pt x="8809" y="11193"/>
                </a:lnTo>
                <a:lnTo>
                  <a:pt x="8760" y="11266"/>
                </a:lnTo>
                <a:lnTo>
                  <a:pt x="8687" y="11388"/>
                </a:lnTo>
                <a:lnTo>
                  <a:pt x="8663" y="11510"/>
                </a:lnTo>
                <a:lnTo>
                  <a:pt x="8566" y="11656"/>
                </a:lnTo>
                <a:lnTo>
                  <a:pt x="8395" y="11729"/>
                </a:lnTo>
                <a:lnTo>
                  <a:pt x="8298" y="11753"/>
                </a:lnTo>
                <a:lnTo>
                  <a:pt x="8176" y="11777"/>
                </a:lnTo>
                <a:lnTo>
                  <a:pt x="8103" y="11753"/>
                </a:lnTo>
                <a:lnTo>
                  <a:pt x="8055" y="11729"/>
                </a:lnTo>
                <a:lnTo>
                  <a:pt x="8055" y="11680"/>
                </a:lnTo>
                <a:lnTo>
                  <a:pt x="8055" y="11607"/>
                </a:lnTo>
                <a:lnTo>
                  <a:pt x="8079" y="11534"/>
                </a:lnTo>
                <a:lnTo>
                  <a:pt x="8079" y="11461"/>
                </a:lnTo>
                <a:lnTo>
                  <a:pt x="8055" y="11412"/>
                </a:lnTo>
                <a:lnTo>
                  <a:pt x="8006" y="11364"/>
                </a:lnTo>
                <a:lnTo>
                  <a:pt x="7957" y="11339"/>
                </a:lnTo>
                <a:lnTo>
                  <a:pt x="7884" y="11315"/>
                </a:lnTo>
                <a:lnTo>
                  <a:pt x="7811" y="11339"/>
                </a:lnTo>
                <a:lnTo>
                  <a:pt x="7763" y="11388"/>
                </a:lnTo>
                <a:lnTo>
                  <a:pt x="7544" y="11558"/>
                </a:lnTo>
                <a:lnTo>
                  <a:pt x="7325" y="11753"/>
                </a:lnTo>
                <a:lnTo>
                  <a:pt x="7179" y="11802"/>
                </a:lnTo>
                <a:lnTo>
                  <a:pt x="6984" y="11826"/>
                </a:lnTo>
                <a:lnTo>
                  <a:pt x="6887" y="11802"/>
                </a:lnTo>
                <a:lnTo>
                  <a:pt x="6765" y="11802"/>
                </a:lnTo>
                <a:lnTo>
                  <a:pt x="6692" y="11753"/>
                </a:lnTo>
                <a:lnTo>
                  <a:pt x="6643" y="11704"/>
                </a:lnTo>
                <a:lnTo>
                  <a:pt x="6668" y="11583"/>
                </a:lnTo>
                <a:lnTo>
                  <a:pt x="6668" y="11412"/>
                </a:lnTo>
                <a:lnTo>
                  <a:pt x="6643" y="11339"/>
                </a:lnTo>
                <a:lnTo>
                  <a:pt x="6595" y="11266"/>
                </a:lnTo>
                <a:lnTo>
                  <a:pt x="6546" y="11218"/>
                </a:lnTo>
                <a:lnTo>
                  <a:pt x="6473" y="11193"/>
                </a:lnTo>
                <a:lnTo>
                  <a:pt x="6400" y="11193"/>
                </a:lnTo>
                <a:lnTo>
                  <a:pt x="6327" y="11218"/>
                </a:lnTo>
                <a:lnTo>
                  <a:pt x="6254" y="11291"/>
                </a:lnTo>
                <a:lnTo>
                  <a:pt x="6205" y="11364"/>
                </a:lnTo>
                <a:lnTo>
                  <a:pt x="6181" y="11485"/>
                </a:lnTo>
                <a:lnTo>
                  <a:pt x="6157" y="11583"/>
                </a:lnTo>
                <a:lnTo>
                  <a:pt x="6084" y="11656"/>
                </a:lnTo>
                <a:lnTo>
                  <a:pt x="5986" y="11704"/>
                </a:lnTo>
                <a:lnTo>
                  <a:pt x="5767" y="11704"/>
                </a:lnTo>
                <a:lnTo>
                  <a:pt x="5670" y="11680"/>
                </a:lnTo>
                <a:lnTo>
                  <a:pt x="5573" y="11607"/>
                </a:lnTo>
                <a:lnTo>
                  <a:pt x="5475" y="11534"/>
                </a:lnTo>
                <a:lnTo>
                  <a:pt x="5427" y="11461"/>
                </a:lnTo>
                <a:lnTo>
                  <a:pt x="5378" y="11388"/>
                </a:lnTo>
                <a:lnTo>
                  <a:pt x="5305" y="11315"/>
                </a:lnTo>
                <a:lnTo>
                  <a:pt x="5232" y="11291"/>
                </a:lnTo>
                <a:lnTo>
                  <a:pt x="5159" y="11291"/>
                </a:lnTo>
                <a:lnTo>
                  <a:pt x="5062" y="11315"/>
                </a:lnTo>
                <a:lnTo>
                  <a:pt x="5013" y="11364"/>
                </a:lnTo>
                <a:lnTo>
                  <a:pt x="4964" y="11412"/>
                </a:lnTo>
                <a:lnTo>
                  <a:pt x="4964" y="11510"/>
                </a:lnTo>
                <a:lnTo>
                  <a:pt x="4964" y="11607"/>
                </a:lnTo>
                <a:lnTo>
                  <a:pt x="4964" y="11680"/>
                </a:lnTo>
                <a:lnTo>
                  <a:pt x="4940" y="11729"/>
                </a:lnTo>
                <a:lnTo>
                  <a:pt x="4891" y="11777"/>
                </a:lnTo>
                <a:lnTo>
                  <a:pt x="4818" y="11826"/>
                </a:lnTo>
                <a:lnTo>
                  <a:pt x="4697" y="11850"/>
                </a:lnTo>
                <a:lnTo>
                  <a:pt x="4599" y="11826"/>
                </a:lnTo>
                <a:lnTo>
                  <a:pt x="4502" y="11753"/>
                </a:lnTo>
                <a:lnTo>
                  <a:pt x="4453" y="11656"/>
                </a:lnTo>
                <a:lnTo>
                  <a:pt x="4453" y="11607"/>
                </a:lnTo>
                <a:lnTo>
                  <a:pt x="4453" y="11558"/>
                </a:lnTo>
                <a:lnTo>
                  <a:pt x="4478" y="11437"/>
                </a:lnTo>
                <a:lnTo>
                  <a:pt x="4429" y="11364"/>
                </a:lnTo>
                <a:lnTo>
                  <a:pt x="4380" y="11291"/>
                </a:lnTo>
                <a:lnTo>
                  <a:pt x="4307" y="11266"/>
                </a:lnTo>
                <a:lnTo>
                  <a:pt x="4210" y="11242"/>
                </a:lnTo>
                <a:lnTo>
                  <a:pt x="4113" y="11266"/>
                </a:lnTo>
                <a:lnTo>
                  <a:pt x="4040" y="11339"/>
                </a:lnTo>
                <a:lnTo>
                  <a:pt x="3991" y="11412"/>
                </a:lnTo>
                <a:lnTo>
                  <a:pt x="3942" y="11510"/>
                </a:lnTo>
                <a:lnTo>
                  <a:pt x="3894" y="11607"/>
                </a:lnTo>
                <a:lnTo>
                  <a:pt x="3796" y="11680"/>
                </a:lnTo>
                <a:lnTo>
                  <a:pt x="3723" y="11753"/>
                </a:lnTo>
                <a:lnTo>
                  <a:pt x="3529" y="11850"/>
                </a:lnTo>
                <a:lnTo>
                  <a:pt x="3431" y="11875"/>
                </a:lnTo>
                <a:lnTo>
                  <a:pt x="3310" y="11899"/>
                </a:lnTo>
                <a:lnTo>
                  <a:pt x="3261" y="11899"/>
                </a:lnTo>
                <a:lnTo>
                  <a:pt x="3212" y="11875"/>
                </a:lnTo>
                <a:lnTo>
                  <a:pt x="3139" y="11826"/>
                </a:lnTo>
                <a:lnTo>
                  <a:pt x="3115" y="11729"/>
                </a:lnTo>
                <a:lnTo>
                  <a:pt x="3066" y="11631"/>
                </a:lnTo>
                <a:lnTo>
                  <a:pt x="3018" y="11461"/>
                </a:lnTo>
                <a:lnTo>
                  <a:pt x="2993" y="11388"/>
                </a:lnTo>
                <a:lnTo>
                  <a:pt x="2969" y="11388"/>
                </a:lnTo>
                <a:lnTo>
                  <a:pt x="2969" y="11364"/>
                </a:lnTo>
                <a:lnTo>
                  <a:pt x="2945" y="11339"/>
                </a:lnTo>
                <a:lnTo>
                  <a:pt x="2896" y="11315"/>
                </a:lnTo>
                <a:lnTo>
                  <a:pt x="2847" y="11315"/>
                </a:lnTo>
                <a:lnTo>
                  <a:pt x="2799" y="11339"/>
                </a:lnTo>
                <a:lnTo>
                  <a:pt x="2750" y="11364"/>
                </a:lnTo>
                <a:lnTo>
                  <a:pt x="2701" y="11461"/>
                </a:lnTo>
                <a:lnTo>
                  <a:pt x="2677" y="11583"/>
                </a:lnTo>
                <a:lnTo>
                  <a:pt x="2677" y="11802"/>
                </a:lnTo>
                <a:lnTo>
                  <a:pt x="2701" y="11923"/>
                </a:lnTo>
                <a:lnTo>
                  <a:pt x="2726" y="12021"/>
                </a:lnTo>
                <a:lnTo>
                  <a:pt x="2799" y="12093"/>
                </a:lnTo>
                <a:lnTo>
                  <a:pt x="2847" y="12191"/>
                </a:lnTo>
                <a:lnTo>
                  <a:pt x="2945" y="12264"/>
                </a:lnTo>
                <a:lnTo>
                  <a:pt x="3042" y="12312"/>
                </a:lnTo>
                <a:lnTo>
                  <a:pt x="3188" y="12361"/>
                </a:lnTo>
                <a:lnTo>
                  <a:pt x="3480" y="12361"/>
                </a:lnTo>
                <a:lnTo>
                  <a:pt x="3626" y="12337"/>
                </a:lnTo>
                <a:lnTo>
                  <a:pt x="3748" y="12288"/>
                </a:lnTo>
                <a:lnTo>
                  <a:pt x="3869" y="12215"/>
                </a:lnTo>
                <a:lnTo>
                  <a:pt x="4015" y="12142"/>
                </a:lnTo>
                <a:lnTo>
                  <a:pt x="4113" y="12045"/>
                </a:lnTo>
                <a:lnTo>
                  <a:pt x="4259" y="12166"/>
                </a:lnTo>
                <a:lnTo>
                  <a:pt x="4405" y="12239"/>
                </a:lnTo>
                <a:lnTo>
                  <a:pt x="4575" y="12288"/>
                </a:lnTo>
                <a:lnTo>
                  <a:pt x="4745" y="12312"/>
                </a:lnTo>
                <a:lnTo>
                  <a:pt x="4916" y="12288"/>
                </a:lnTo>
                <a:lnTo>
                  <a:pt x="5086" y="12239"/>
                </a:lnTo>
                <a:lnTo>
                  <a:pt x="5232" y="12142"/>
                </a:lnTo>
                <a:lnTo>
                  <a:pt x="5354" y="12021"/>
                </a:lnTo>
                <a:lnTo>
                  <a:pt x="5475" y="12069"/>
                </a:lnTo>
                <a:lnTo>
                  <a:pt x="5597" y="12118"/>
                </a:lnTo>
                <a:lnTo>
                  <a:pt x="5743" y="12142"/>
                </a:lnTo>
                <a:lnTo>
                  <a:pt x="5889" y="12166"/>
                </a:lnTo>
                <a:lnTo>
                  <a:pt x="6011" y="12166"/>
                </a:lnTo>
                <a:lnTo>
                  <a:pt x="6157" y="12142"/>
                </a:lnTo>
                <a:lnTo>
                  <a:pt x="6278" y="12093"/>
                </a:lnTo>
                <a:lnTo>
                  <a:pt x="6376" y="12045"/>
                </a:lnTo>
                <a:lnTo>
                  <a:pt x="6546" y="12142"/>
                </a:lnTo>
                <a:lnTo>
                  <a:pt x="6716" y="12239"/>
                </a:lnTo>
                <a:lnTo>
                  <a:pt x="6862" y="12288"/>
                </a:lnTo>
                <a:lnTo>
                  <a:pt x="7008" y="12312"/>
                </a:lnTo>
                <a:lnTo>
                  <a:pt x="7154" y="12288"/>
                </a:lnTo>
                <a:lnTo>
                  <a:pt x="7276" y="12264"/>
                </a:lnTo>
                <a:lnTo>
                  <a:pt x="7398" y="12191"/>
                </a:lnTo>
                <a:lnTo>
                  <a:pt x="7519" y="12118"/>
                </a:lnTo>
                <a:lnTo>
                  <a:pt x="7763" y="11948"/>
                </a:lnTo>
                <a:lnTo>
                  <a:pt x="7836" y="12021"/>
                </a:lnTo>
                <a:lnTo>
                  <a:pt x="7909" y="12093"/>
                </a:lnTo>
                <a:lnTo>
                  <a:pt x="8030" y="12142"/>
                </a:lnTo>
                <a:lnTo>
                  <a:pt x="8347" y="12142"/>
                </a:lnTo>
                <a:lnTo>
                  <a:pt x="8493" y="12118"/>
                </a:lnTo>
                <a:lnTo>
                  <a:pt x="8663" y="12045"/>
                </a:lnTo>
                <a:lnTo>
                  <a:pt x="8785" y="11948"/>
                </a:lnTo>
                <a:lnTo>
                  <a:pt x="8882" y="12021"/>
                </a:lnTo>
                <a:lnTo>
                  <a:pt x="8955" y="12093"/>
                </a:lnTo>
                <a:lnTo>
                  <a:pt x="9174" y="12191"/>
                </a:lnTo>
                <a:lnTo>
                  <a:pt x="9320" y="12239"/>
                </a:lnTo>
                <a:lnTo>
                  <a:pt x="9466" y="12264"/>
                </a:lnTo>
                <a:lnTo>
                  <a:pt x="9588" y="12239"/>
                </a:lnTo>
                <a:lnTo>
                  <a:pt x="9709" y="12215"/>
                </a:lnTo>
                <a:lnTo>
                  <a:pt x="9831" y="12166"/>
                </a:lnTo>
                <a:lnTo>
                  <a:pt x="9952" y="12093"/>
                </a:lnTo>
                <a:lnTo>
                  <a:pt x="10147" y="11899"/>
                </a:lnTo>
                <a:lnTo>
                  <a:pt x="10269" y="12021"/>
                </a:lnTo>
                <a:lnTo>
                  <a:pt x="10415" y="12093"/>
                </a:lnTo>
                <a:lnTo>
                  <a:pt x="10561" y="12142"/>
                </a:lnTo>
                <a:lnTo>
                  <a:pt x="10755" y="12166"/>
                </a:lnTo>
                <a:lnTo>
                  <a:pt x="10926" y="12191"/>
                </a:lnTo>
                <a:lnTo>
                  <a:pt x="11096" y="12166"/>
                </a:lnTo>
                <a:lnTo>
                  <a:pt x="11266" y="12093"/>
                </a:lnTo>
                <a:lnTo>
                  <a:pt x="11412" y="12021"/>
                </a:lnTo>
                <a:lnTo>
                  <a:pt x="11558" y="12093"/>
                </a:lnTo>
                <a:lnTo>
                  <a:pt x="11704" y="12142"/>
                </a:lnTo>
                <a:lnTo>
                  <a:pt x="12045" y="12142"/>
                </a:lnTo>
                <a:lnTo>
                  <a:pt x="12215" y="12118"/>
                </a:lnTo>
                <a:lnTo>
                  <a:pt x="12410" y="12069"/>
                </a:lnTo>
                <a:lnTo>
                  <a:pt x="12580" y="11996"/>
                </a:lnTo>
                <a:lnTo>
                  <a:pt x="12726" y="11899"/>
                </a:lnTo>
                <a:lnTo>
                  <a:pt x="12799" y="11948"/>
                </a:lnTo>
                <a:lnTo>
                  <a:pt x="12921" y="11972"/>
                </a:lnTo>
                <a:lnTo>
                  <a:pt x="13043" y="11972"/>
                </a:lnTo>
                <a:lnTo>
                  <a:pt x="13164" y="11948"/>
                </a:lnTo>
                <a:lnTo>
                  <a:pt x="13237" y="11899"/>
                </a:lnTo>
                <a:lnTo>
                  <a:pt x="13286" y="11850"/>
                </a:lnTo>
                <a:lnTo>
                  <a:pt x="13310" y="11777"/>
                </a:lnTo>
                <a:lnTo>
                  <a:pt x="13310" y="11704"/>
                </a:lnTo>
                <a:lnTo>
                  <a:pt x="13286" y="11631"/>
                </a:lnTo>
                <a:lnTo>
                  <a:pt x="13262" y="11583"/>
                </a:lnTo>
                <a:lnTo>
                  <a:pt x="13189" y="11558"/>
                </a:lnTo>
                <a:lnTo>
                  <a:pt x="13116" y="11534"/>
                </a:lnTo>
                <a:lnTo>
                  <a:pt x="13043" y="11558"/>
                </a:lnTo>
                <a:lnTo>
                  <a:pt x="12970" y="11534"/>
                </a:lnTo>
                <a:lnTo>
                  <a:pt x="12897" y="11437"/>
                </a:lnTo>
                <a:lnTo>
                  <a:pt x="12799" y="11388"/>
                </a:lnTo>
                <a:lnTo>
                  <a:pt x="12751" y="11364"/>
                </a:lnTo>
                <a:lnTo>
                  <a:pt x="12702" y="11364"/>
                </a:lnTo>
                <a:lnTo>
                  <a:pt x="12653" y="11388"/>
                </a:lnTo>
                <a:lnTo>
                  <a:pt x="12605" y="11437"/>
                </a:lnTo>
                <a:lnTo>
                  <a:pt x="12532" y="11485"/>
                </a:lnTo>
                <a:lnTo>
                  <a:pt x="12410" y="11558"/>
                </a:lnTo>
                <a:lnTo>
                  <a:pt x="12264" y="11631"/>
                </a:lnTo>
                <a:lnTo>
                  <a:pt x="12094" y="11704"/>
                </a:lnTo>
                <a:lnTo>
                  <a:pt x="11948" y="11729"/>
                </a:lnTo>
                <a:lnTo>
                  <a:pt x="11753" y="11729"/>
                </a:lnTo>
                <a:lnTo>
                  <a:pt x="11729" y="11704"/>
                </a:lnTo>
                <a:lnTo>
                  <a:pt x="11704" y="11656"/>
                </a:lnTo>
                <a:lnTo>
                  <a:pt x="11680" y="11607"/>
                </a:lnTo>
                <a:lnTo>
                  <a:pt x="11704" y="11485"/>
                </a:lnTo>
                <a:lnTo>
                  <a:pt x="11704" y="11412"/>
                </a:lnTo>
                <a:lnTo>
                  <a:pt x="11656" y="11339"/>
                </a:lnTo>
                <a:lnTo>
                  <a:pt x="11607" y="11291"/>
                </a:lnTo>
                <a:lnTo>
                  <a:pt x="11534" y="11266"/>
                </a:lnTo>
                <a:lnTo>
                  <a:pt x="11461" y="11291"/>
                </a:lnTo>
                <a:lnTo>
                  <a:pt x="11388" y="11315"/>
                </a:lnTo>
                <a:lnTo>
                  <a:pt x="11315" y="11364"/>
                </a:lnTo>
                <a:lnTo>
                  <a:pt x="11291" y="11437"/>
                </a:lnTo>
                <a:lnTo>
                  <a:pt x="11266" y="11558"/>
                </a:lnTo>
                <a:lnTo>
                  <a:pt x="11218" y="11607"/>
                </a:lnTo>
                <a:lnTo>
                  <a:pt x="11169" y="11656"/>
                </a:lnTo>
                <a:lnTo>
                  <a:pt x="11047" y="11729"/>
                </a:lnTo>
                <a:lnTo>
                  <a:pt x="10901" y="11753"/>
                </a:lnTo>
                <a:lnTo>
                  <a:pt x="10755" y="11753"/>
                </a:lnTo>
                <a:lnTo>
                  <a:pt x="10609" y="11729"/>
                </a:lnTo>
                <a:lnTo>
                  <a:pt x="10488" y="11656"/>
                </a:lnTo>
                <a:lnTo>
                  <a:pt x="10463" y="11631"/>
                </a:lnTo>
                <a:lnTo>
                  <a:pt x="10439" y="11583"/>
                </a:lnTo>
                <a:lnTo>
                  <a:pt x="10439" y="11510"/>
                </a:lnTo>
                <a:lnTo>
                  <a:pt x="10463" y="11461"/>
                </a:lnTo>
                <a:lnTo>
                  <a:pt x="10512" y="11364"/>
                </a:lnTo>
                <a:lnTo>
                  <a:pt x="10488" y="11291"/>
                </a:lnTo>
                <a:lnTo>
                  <a:pt x="10463" y="11218"/>
                </a:lnTo>
                <a:lnTo>
                  <a:pt x="10390" y="11169"/>
                </a:lnTo>
                <a:lnTo>
                  <a:pt x="10317" y="11145"/>
                </a:lnTo>
                <a:close/>
                <a:moveTo>
                  <a:pt x="16498" y="11193"/>
                </a:moveTo>
                <a:lnTo>
                  <a:pt x="16498" y="11948"/>
                </a:lnTo>
                <a:lnTo>
                  <a:pt x="16255" y="12093"/>
                </a:lnTo>
                <a:lnTo>
                  <a:pt x="16011" y="12312"/>
                </a:lnTo>
                <a:lnTo>
                  <a:pt x="15792" y="12556"/>
                </a:lnTo>
                <a:lnTo>
                  <a:pt x="15598" y="12823"/>
                </a:lnTo>
                <a:lnTo>
                  <a:pt x="15598" y="12775"/>
                </a:lnTo>
                <a:lnTo>
                  <a:pt x="15598" y="12434"/>
                </a:lnTo>
                <a:lnTo>
                  <a:pt x="15622" y="12385"/>
                </a:lnTo>
                <a:lnTo>
                  <a:pt x="15914" y="11923"/>
                </a:lnTo>
                <a:lnTo>
                  <a:pt x="16060" y="11680"/>
                </a:lnTo>
                <a:lnTo>
                  <a:pt x="16206" y="11461"/>
                </a:lnTo>
                <a:lnTo>
                  <a:pt x="16352" y="11339"/>
                </a:lnTo>
                <a:lnTo>
                  <a:pt x="16498" y="11193"/>
                </a:lnTo>
                <a:close/>
                <a:moveTo>
                  <a:pt x="16498" y="12288"/>
                </a:moveTo>
                <a:lnTo>
                  <a:pt x="16498" y="13140"/>
                </a:lnTo>
                <a:lnTo>
                  <a:pt x="16303" y="13213"/>
                </a:lnTo>
                <a:lnTo>
                  <a:pt x="16157" y="13334"/>
                </a:lnTo>
                <a:lnTo>
                  <a:pt x="16011" y="13456"/>
                </a:lnTo>
                <a:lnTo>
                  <a:pt x="15890" y="13602"/>
                </a:lnTo>
                <a:lnTo>
                  <a:pt x="15719" y="13797"/>
                </a:lnTo>
                <a:lnTo>
                  <a:pt x="15573" y="14016"/>
                </a:lnTo>
                <a:lnTo>
                  <a:pt x="15573" y="13602"/>
                </a:lnTo>
                <a:lnTo>
                  <a:pt x="15792" y="13213"/>
                </a:lnTo>
                <a:lnTo>
                  <a:pt x="16036" y="12848"/>
                </a:lnTo>
                <a:lnTo>
                  <a:pt x="16255" y="12556"/>
                </a:lnTo>
                <a:lnTo>
                  <a:pt x="16498" y="12288"/>
                </a:lnTo>
                <a:close/>
                <a:moveTo>
                  <a:pt x="2847" y="13286"/>
                </a:moveTo>
                <a:lnTo>
                  <a:pt x="2799" y="13310"/>
                </a:lnTo>
                <a:lnTo>
                  <a:pt x="2774" y="13334"/>
                </a:lnTo>
                <a:lnTo>
                  <a:pt x="2580" y="13675"/>
                </a:lnTo>
                <a:lnTo>
                  <a:pt x="2507" y="13870"/>
                </a:lnTo>
                <a:lnTo>
                  <a:pt x="2458" y="14064"/>
                </a:lnTo>
                <a:lnTo>
                  <a:pt x="2434" y="14259"/>
                </a:lnTo>
                <a:lnTo>
                  <a:pt x="2458" y="14332"/>
                </a:lnTo>
                <a:lnTo>
                  <a:pt x="2507" y="14405"/>
                </a:lnTo>
                <a:lnTo>
                  <a:pt x="2555" y="14478"/>
                </a:lnTo>
                <a:lnTo>
                  <a:pt x="2628" y="14527"/>
                </a:lnTo>
                <a:lnTo>
                  <a:pt x="2750" y="14551"/>
                </a:lnTo>
                <a:lnTo>
                  <a:pt x="3018" y="14551"/>
                </a:lnTo>
                <a:lnTo>
                  <a:pt x="3164" y="14527"/>
                </a:lnTo>
                <a:lnTo>
                  <a:pt x="3285" y="14478"/>
                </a:lnTo>
                <a:lnTo>
                  <a:pt x="3431" y="14429"/>
                </a:lnTo>
                <a:lnTo>
                  <a:pt x="3699" y="14283"/>
                </a:lnTo>
                <a:lnTo>
                  <a:pt x="3942" y="14089"/>
                </a:lnTo>
                <a:lnTo>
                  <a:pt x="4015" y="14186"/>
                </a:lnTo>
                <a:lnTo>
                  <a:pt x="4137" y="14259"/>
                </a:lnTo>
                <a:lnTo>
                  <a:pt x="4234" y="14332"/>
                </a:lnTo>
                <a:lnTo>
                  <a:pt x="4380" y="14381"/>
                </a:lnTo>
                <a:lnTo>
                  <a:pt x="4551" y="14429"/>
                </a:lnTo>
                <a:lnTo>
                  <a:pt x="4867" y="14429"/>
                </a:lnTo>
                <a:lnTo>
                  <a:pt x="5037" y="14405"/>
                </a:lnTo>
                <a:lnTo>
                  <a:pt x="5183" y="14356"/>
                </a:lnTo>
                <a:lnTo>
                  <a:pt x="5329" y="14283"/>
                </a:lnTo>
                <a:lnTo>
                  <a:pt x="5475" y="14186"/>
                </a:lnTo>
                <a:lnTo>
                  <a:pt x="5597" y="14089"/>
                </a:lnTo>
                <a:lnTo>
                  <a:pt x="5719" y="14186"/>
                </a:lnTo>
                <a:lnTo>
                  <a:pt x="5889" y="14235"/>
                </a:lnTo>
                <a:lnTo>
                  <a:pt x="6084" y="14259"/>
                </a:lnTo>
                <a:lnTo>
                  <a:pt x="6278" y="14259"/>
                </a:lnTo>
                <a:lnTo>
                  <a:pt x="6814" y="14235"/>
                </a:lnTo>
                <a:lnTo>
                  <a:pt x="7325" y="14259"/>
                </a:lnTo>
                <a:lnTo>
                  <a:pt x="7665" y="14283"/>
                </a:lnTo>
                <a:lnTo>
                  <a:pt x="8030" y="14259"/>
                </a:lnTo>
                <a:lnTo>
                  <a:pt x="8225" y="14235"/>
                </a:lnTo>
                <a:lnTo>
                  <a:pt x="8395" y="14186"/>
                </a:lnTo>
                <a:lnTo>
                  <a:pt x="8541" y="14113"/>
                </a:lnTo>
                <a:lnTo>
                  <a:pt x="8687" y="13991"/>
                </a:lnTo>
                <a:lnTo>
                  <a:pt x="8712" y="13943"/>
                </a:lnTo>
                <a:lnTo>
                  <a:pt x="8712" y="13894"/>
                </a:lnTo>
                <a:lnTo>
                  <a:pt x="8687" y="13845"/>
                </a:lnTo>
                <a:lnTo>
                  <a:pt x="8639" y="13821"/>
                </a:lnTo>
                <a:lnTo>
                  <a:pt x="8420" y="13772"/>
                </a:lnTo>
                <a:lnTo>
                  <a:pt x="8225" y="13797"/>
                </a:lnTo>
                <a:lnTo>
                  <a:pt x="7787" y="13845"/>
                </a:lnTo>
                <a:lnTo>
                  <a:pt x="7373" y="13845"/>
                </a:lnTo>
                <a:lnTo>
                  <a:pt x="6935" y="13797"/>
                </a:lnTo>
                <a:lnTo>
                  <a:pt x="6716" y="13797"/>
                </a:lnTo>
                <a:lnTo>
                  <a:pt x="6376" y="13821"/>
                </a:lnTo>
                <a:lnTo>
                  <a:pt x="6059" y="13821"/>
                </a:lnTo>
                <a:lnTo>
                  <a:pt x="5962" y="13797"/>
                </a:lnTo>
                <a:lnTo>
                  <a:pt x="5938" y="13797"/>
                </a:lnTo>
                <a:lnTo>
                  <a:pt x="5938" y="13772"/>
                </a:lnTo>
                <a:lnTo>
                  <a:pt x="5962" y="13699"/>
                </a:lnTo>
                <a:lnTo>
                  <a:pt x="5938" y="13602"/>
                </a:lnTo>
                <a:lnTo>
                  <a:pt x="5913" y="13553"/>
                </a:lnTo>
                <a:lnTo>
                  <a:pt x="5865" y="13480"/>
                </a:lnTo>
                <a:lnTo>
                  <a:pt x="5816" y="13456"/>
                </a:lnTo>
                <a:lnTo>
                  <a:pt x="5743" y="13432"/>
                </a:lnTo>
                <a:lnTo>
                  <a:pt x="5670" y="13456"/>
                </a:lnTo>
                <a:lnTo>
                  <a:pt x="5597" y="13505"/>
                </a:lnTo>
                <a:lnTo>
                  <a:pt x="5354" y="13748"/>
                </a:lnTo>
                <a:lnTo>
                  <a:pt x="5062" y="13943"/>
                </a:lnTo>
                <a:lnTo>
                  <a:pt x="4964" y="13991"/>
                </a:lnTo>
                <a:lnTo>
                  <a:pt x="4818" y="14016"/>
                </a:lnTo>
                <a:lnTo>
                  <a:pt x="4672" y="14016"/>
                </a:lnTo>
                <a:lnTo>
                  <a:pt x="4526" y="13991"/>
                </a:lnTo>
                <a:lnTo>
                  <a:pt x="4405" y="13943"/>
                </a:lnTo>
                <a:lnTo>
                  <a:pt x="4307" y="13870"/>
                </a:lnTo>
                <a:lnTo>
                  <a:pt x="4283" y="13821"/>
                </a:lnTo>
                <a:lnTo>
                  <a:pt x="4283" y="13748"/>
                </a:lnTo>
                <a:lnTo>
                  <a:pt x="4283" y="13675"/>
                </a:lnTo>
                <a:lnTo>
                  <a:pt x="4307" y="13578"/>
                </a:lnTo>
                <a:lnTo>
                  <a:pt x="4307" y="13505"/>
                </a:lnTo>
                <a:lnTo>
                  <a:pt x="4307" y="13432"/>
                </a:lnTo>
                <a:lnTo>
                  <a:pt x="4259" y="13383"/>
                </a:lnTo>
                <a:lnTo>
                  <a:pt x="4186" y="13334"/>
                </a:lnTo>
                <a:lnTo>
                  <a:pt x="4113" y="13310"/>
                </a:lnTo>
                <a:lnTo>
                  <a:pt x="4040" y="13334"/>
                </a:lnTo>
                <a:lnTo>
                  <a:pt x="3967" y="13359"/>
                </a:lnTo>
                <a:lnTo>
                  <a:pt x="3918" y="13432"/>
                </a:lnTo>
                <a:lnTo>
                  <a:pt x="3845" y="13529"/>
                </a:lnTo>
                <a:lnTo>
                  <a:pt x="3772" y="13602"/>
                </a:lnTo>
                <a:lnTo>
                  <a:pt x="3602" y="13772"/>
                </a:lnTo>
                <a:lnTo>
                  <a:pt x="3407" y="13918"/>
                </a:lnTo>
                <a:lnTo>
                  <a:pt x="3212" y="14016"/>
                </a:lnTo>
                <a:lnTo>
                  <a:pt x="3091" y="14089"/>
                </a:lnTo>
                <a:lnTo>
                  <a:pt x="2945" y="14113"/>
                </a:lnTo>
                <a:lnTo>
                  <a:pt x="2896" y="14113"/>
                </a:lnTo>
                <a:lnTo>
                  <a:pt x="2847" y="14089"/>
                </a:lnTo>
                <a:lnTo>
                  <a:pt x="2847" y="14016"/>
                </a:lnTo>
                <a:lnTo>
                  <a:pt x="2847" y="13918"/>
                </a:lnTo>
                <a:lnTo>
                  <a:pt x="2969" y="13456"/>
                </a:lnTo>
                <a:lnTo>
                  <a:pt x="2969" y="13407"/>
                </a:lnTo>
                <a:lnTo>
                  <a:pt x="2969" y="13359"/>
                </a:lnTo>
                <a:lnTo>
                  <a:pt x="2920" y="13310"/>
                </a:lnTo>
                <a:lnTo>
                  <a:pt x="2872" y="13286"/>
                </a:lnTo>
                <a:close/>
                <a:moveTo>
                  <a:pt x="16498" y="13286"/>
                </a:moveTo>
                <a:lnTo>
                  <a:pt x="16474" y="14137"/>
                </a:lnTo>
                <a:lnTo>
                  <a:pt x="16425" y="14137"/>
                </a:lnTo>
                <a:lnTo>
                  <a:pt x="16328" y="14210"/>
                </a:lnTo>
                <a:lnTo>
                  <a:pt x="16206" y="14283"/>
                </a:lnTo>
                <a:lnTo>
                  <a:pt x="15987" y="14478"/>
                </a:lnTo>
                <a:lnTo>
                  <a:pt x="15792" y="14697"/>
                </a:lnTo>
                <a:lnTo>
                  <a:pt x="15622" y="14916"/>
                </a:lnTo>
                <a:lnTo>
                  <a:pt x="15525" y="15038"/>
                </a:lnTo>
                <a:lnTo>
                  <a:pt x="15549" y="14673"/>
                </a:lnTo>
                <a:lnTo>
                  <a:pt x="15573" y="14673"/>
                </a:lnTo>
                <a:lnTo>
                  <a:pt x="15695" y="14502"/>
                </a:lnTo>
                <a:lnTo>
                  <a:pt x="15817" y="14332"/>
                </a:lnTo>
                <a:lnTo>
                  <a:pt x="16011" y="13967"/>
                </a:lnTo>
                <a:lnTo>
                  <a:pt x="16230" y="13602"/>
                </a:lnTo>
                <a:lnTo>
                  <a:pt x="16352" y="13432"/>
                </a:lnTo>
                <a:lnTo>
                  <a:pt x="16498" y="13286"/>
                </a:lnTo>
                <a:close/>
                <a:moveTo>
                  <a:pt x="16474" y="14332"/>
                </a:moveTo>
                <a:lnTo>
                  <a:pt x="16449" y="15208"/>
                </a:lnTo>
                <a:lnTo>
                  <a:pt x="16352" y="15232"/>
                </a:lnTo>
                <a:lnTo>
                  <a:pt x="16230" y="15305"/>
                </a:lnTo>
                <a:lnTo>
                  <a:pt x="15987" y="15500"/>
                </a:lnTo>
                <a:lnTo>
                  <a:pt x="15768" y="15719"/>
                </a:lnTo>
                <a:lnTo>
                  <a:pt x="15622" y="15889"/>
                </a:lnTo>
                <a:lnTo>
                  <a:pt x="15476" y="16035"/>
                </a:lnTo>
                <a:lnTo>
                  <a:pt x="15476" y="15743"/>
                </a:lnTo>
                <a:lnTo>
                  <a:pt x="15549" y="15695"/>
                </a:lnTo>
                <a:lnTo>
                  <a:pt x="15598" y="15646"/>
                </a:lnTo>
                <a:lnTo>
                  <a:pt x="15671" y="15500"/>
                </a:lnTo>
                <a:lnTo>
                  <a:pt x="15817" y="15257"/>
                </a:lnTo>
                <a:lnTo>
                  <a:pt x="16011" y="15013"/>
                </a:lnTo>
                <a:lnTo>
                  <a:pt x="16279" y="14697"/>
                </a:lnTo>
                <a:lnTo>
                  <a:pt x="16376" y="14502"/>
                </a:lnTo>
                <a:lnTo>
                  <a:pt x="16474" y="14332"/>
                </a:lnTo>
                <a:close/>
                <a:moveTo>
                  <a:pt x="16449" y="15622"/>
                </a:moveTo>
                <a:lnTo>
                  <a:pt x="16425" y="16376"/>
                </a:lnTo>
                <a:lnTo>
                  <a:pt x="16328" y="16425"/>
                </a:lnTo>
                <a:lnTo>
                  <a:pt x="16230" y="16522"/>
                </a:lnTo>
                <a:lnTo>
                  <a:pt x="16036" y="16692"/>
                </a:lnTo>
                <a:lnTo>
                  <a:pt x="15719" y="17082"/>
                </a:lnTo>
                <a:lnTo>
                  <a:pt x="15427" y="17422"/>
                </a:lnTo>
                <a:lnTo>
                  <a:pt x="15427" y="17106"/>
                </a:lnTo>
                <a:lnTo>
                  <a:pt x="15452" y="16960"/>
                </a:lnTo>
                <a:lnTo>
                  <a:pt x="15452" y="16887"/>
                </a:lnTo>
                <a:lnTo>
                  <a:pt x="15476" y="16765"/>
                </a:lnTo>
                <a:lnTo>
                  <a:pt x="15525" y="16644"/>
                </a:lnTo>
                <a:lnTo>
                  <a:pt x="15598" y="16522"/>
                </a:lnTo>
                <a:lnTo>
                  <a:pt x="15695" y="16400"/>
                </a:lnTo>
                <a:lnTo>
                  <a:pt x="15890" y="16181"/>
                </a:lnTo>
                <a:lnTo>
                  <a:pt x="16060" y="15987"/>
                </a:lnTo>
                <a:lnTo>
                  <a:pt x="16255" y="15816"/>
                </a:lnTo>
                <a:lnTo>
                  <a:pt x="16449" y="15622"/>
                </a:lnTo>
                <a:close/>
                <a:moveTo>
                  <a:pt x="16401" y="16984"/>
                </a:moveTo>
                <a:lnTo>
                  <a:pt x="16401" y="17641"/>
                </a:lnTo>
                <a:lnTo>
                  <a:pt x="16157" y="17763"/>
                </a:lnTo>
                <a:lnTo>
                  <a:pt x="15938" y="17933"/>
                </a:lnTo>
                <a:lnTo>
                  <a:pt x="15719" y="18104"/>
                </a:lnTo>
                <a:lnTo>
                  <a:pt x="15549" y="18323"/>
                </a:lnTo>
                <a:lnTo>
                  <a:pt x="15403" y="18493"/>
                </a:lnTo>
                <a:lnTo>
                  <a:pt x="15403" y="18347"/>
                </a:lnTo>
                <a:lnTo>
                  <a:pt x="15452" y="18298"/>
                </a:lnTo>
                <a:lnTo>
                  <a:pt x="15476" y="18250"/>
                </a:lnTo>
                <a:lnTo>
                  <a:pt x="15525" y="18104"/>
                </a:lnTo>
                <a:lnTo>
                  <a:pt x="15598" y="17982"/>
                </a:lnTo>
                <a:lnTo>
                  <a:pt x="15768" y="17714"/>
                </a:lnTo>
                <a:lnTo>
                  <a:pt x="15963" y="17471"/>
                </a:lnTo>
                <a:lnTo>
                  <a:pt x="16157" y="17252"/>
                </a:lnTo>
                <a:lnTo>
                  <a:pt x="16401" y="16984"/>
                </a:lnTo>
                <a:close/>
                <a:moveTo>
                  <a:pt x="14405" y="1533"/>
                </a:moveTo>
                <a:lnTo>
                  <a:pt x="14722" y="1558"/>
                </a:lnTo>
                <a:lnTo>
                  <a:pt x="14819" y="1582"/>
                </a:lnTo>
                <a:lnTo>
                  <a:pt x="14892" y="1606"/>
                </a:lnTo>
                <a:lnTo>
                  <a:pt x="14965" y="1655"/>
                </a:lnTo>
                <a:lnTo>
                  <a:pt x="14965" y="1874"/>
                </a:lnTo>
                <a:lnTo>
                  <a:pt x="14989" y="2093"/>
                </a:lnTo>
                <a:lnTo>
                  <a:pt x="15062" y="2531"/>
                </a:lnTo>
                <a:lnTo>
                  <a:pt x="15062" y="3188"/>
                </a:lnTo>
                <a:lnTo>
                  <a:pt x="15038" y="3821"/>
                </a:lnTo>
                <a:lnTo>
                  <a:pt x="15014" y="5183"/>
                </a:lnTo>
                <a:lnTo>
                  <a:pt x="15014" y="6546"/>
                </a:lnTo>
                <a:lnTo>
                  <a:pt x="15038" y="9563"/>
                </a:lnTo>
                <a:lnTo>
                  <a:pt x="15038" y="12580"/>
                </a:lnTo>
                <a:lnTo>
                  <a:pt x="15038" y="13651"/>
                </a:lnTo>
                <a:lnTo>
                  <a:pt x="14989" y="14697"/>
                </a:lnTo>
                <a:lnTo>
                  <a:pt x="14941" y="15768"/>
                </a:lnTo>
                <a:lnTo>
                  <a:pt x="14892" y="16814"/>
                </a:lnTo>
                <a:lnTo>
                  <a:pt x="14868" y="18420"/>
                </a:lnTo>
                <a:lnTo>
                  <a:pt x="14843" y="19077"/>
                </a:lnTo>
                <a:lnTo>
                  <a:pt x="14843" y="19296"/>
                </a:lnTo>
                <a:lnTo>
                  <a:pt x="14819" y="19393"/>
                </a:lnTo>
                <a:lnTo>
                  <a:pt x="14868" y="19296"/>
                </a:lnTo>
                <a:lnTo>
                  <a:pt x="14843" y="19369"/>
                </a:lnTo>
                <a:lnTo>
                  <a:pt x="14843" y="19442"/>
                </a:lnTo>
                <a:lnTo>
                  <a:pt x="14503" y="19491"/>
                </a:lnTo>
                <a:lnTo>
                  <a:pt x="13505" y="19491"/>
                </a:lnTo>
                <a:lnTo>
                  <a:pt x="12580" y="19515"/>
                </a:lnTo>
                <a:lnTo>
                  <a:pt x="11680" y="19539"/>
                </a:lnTo>
                <a:lnTo>
                  <a:pt x="9636" y="19466"/>
                </a:lnTo>
                <a:lnTo>
                  <a:pt x="7592" y="19418"/>
                </a:lnTo>
                <a:lnTo>
                  <a:pt x="6570" y="19393"/>
                </a:lnTo>
                <a:lnTo>
                  <a:pt x="2653" y="19393"/>
                </a:lnTo>
                <a:lnTo>
                  <a:pt x="1777" y="19466"/>
                </a:lnTo>
                <a:lnTo>
                  <a:pt x="1266" y="19491"/>
                </a:lnTo>
                <a:lnTo>
                  <a:pt x="731" y="19515"/>
                </a:lnTo>
                <a:lnTo>
                  <a:pt x="731" y="19491"/>
                </a:lnTo>
                <a:lnTo>
                  <a:pt x="682" y="18955"/>
                </a:lnTo>
                <a:lnTo>
                  <a:pt x="658" y="18420"/>
                </a:lnTo>
                <a:lnTo>
                  <a:pt x="633" y="17349"/>
                </a:lnTo>
                <a:lnTo>
                  <a:pt x="658" y="16279"/>
                </a:lnTo>
                <a:lnTo>
                  <a:pt x="633" y="15743"/>
                </a:lnTo>
                <a:lnTo>
                  <a:pt x="609" y="15208"/>
                </a:lnTo>
                <a:lnTo>
                  <a:pt x="560" y="14648"/>
                </a:lnTo>
                <a:lnTo>
                  <a:pt x="560" y="14113"/>
                </a:lnTo>
                <a:lnTo>
                  <a:pt x="560" y="13553"/>
                </a:lnTo>
                <a:lnTo>
                  <a:pt x="560" y="13018"/>
                </a:lnTo>
                <a:lnTo>
                  <a:pt x="633" y="11923"/>
                </a:lnTo>
                <a:lnTo>
                  <a:pt x="682" y="10828"/>
                </a:lnTo>
                <a:lnTo>
                  <a:pt x="731" y="9685"/>
                </a:lnTo>
                <a:lnTo>
                  <a:pt x="731" y="8541"/>
                </a:lnTo>
                <a:lnTo>
                  <a:pt x="682" y="7422"/>
                </a:lnTo>
                <a:lnTo>
                  <a:pt x="658" y="6278"/>
                </a:lnTo>
                <a:lnTo>
                  <a:pt x="585" y="4015"/>
                </a:lnTo>
                <a:lnTo>
                  <a:pt x="560" y="2847"/>
                </a:lnTo>
                <a:lnTo>
                  <a:pt x="560" y="2239"/>
                </a:lnTo>
                <a:lnTo>
                  <a:pt x="512" y="1655"/>
                </a:lnTo>
                <a:lnTo>
                  <a:pt x="852" y="1679"/>
                </a:lnTo>
                <a:lnTo>
                  <a:pt x="1193" y="1704"/>
                </a:lnTo>
                <a:lnTo>
                  <a:pt x="1874" y="1679"/>
                </a:lnTo>
                <a:lnTo>
                  <a:pt x="1874" y="1679"/>
                </a:lnTo>
                <a:lnTo>
                  <a:pt x="1753" y="1850"/>
                </a:lnTo>
                <a:lnTo>
                  <a:pt x="1631" y="2020"/>
                </a:lnTo>
                <a:lnTo>
                  <a:pt x="1558" y="2190"/>
                </a:lnTo>
                <a:lnTo>
                  <a:pt x="1534" y="2409"/>
                </a:lnTo>
                <a:lnTo>
                  <a:pt x="1534" y="2507"/>
                </a:lnTo>
                <a:lnTo>
                  <a:pt x="1558" y="2628"/>
                </a:lnTo>
                <a:lnTo>
                  <a:pt x="1607" y="2872"/>
                </a:lnTo>
                <a:lnTo>
                  <a:pt x="1728" y="3066"/>
                </a:lnTo>
                <a:lnTo>
                  <a:pt x="1874" y="3261"/>
                </a:lnTo>
                <a:lnTo>
                  <a:pt x="2069" y="3407"/>
                </a:lnTo>
                <a:lnTo>
                  <a:pt x="2288" y="3529"/>
                </a:lnTo>
                <a:lnTo>
                  <a:pt x="2385" y="3553"/>
                </a:lnTo>
                <a:lnTo>
                  <a:pt x="2507" y="3577"/>
                </a:lnTo>
                <a:lnTo>
                  <a:pt x="2750" y="3577"/>
                </a:lnTo>
                <a:lnTo>
                  <a:pt x="2896" y="3529"/>
                </a:lnTo>
                <a:lnTo>
                  <a:pt x="3042" y="3480"/>
                </a:lnTo>
                <a:lnTo>
                  <a:pt x="3164" y="3407"/>
                </a:lnTo>
                <a:lnTo>
                  <a:pt x="3285" y="3310"/>
                </a:lnTo>
                <a:lnTo>
                  <a:pt x="3407" y="3188"/>
                </a:lnTo>
                <a:lnTo>
                  <a:pt x="3504" y="3066"/>
                </a:lnTo>
                <a:lnTo>
                  <a:pt x="3577" y="2945"/>
                </a:lnTo>
                <a:lnTo>
                  <a:pt x="3650" y="2799"/>
                </a:lnTo>
                <a:lnTo>
                  <a:pt x="3699" y="2653"/>
                </a:lnTo>
                <a:lnTo>
                  <a:pt x="3748" y="2482"/>
                </a:lnTo>
                <a:lnTo>
                  <a:pt x="3772" y="2336"/>
                </a:lnTo>
                <a:lnTo>
                  <a:pt x="3772" y="2190"/>
                </a:lnTo>
                <a:lnTo>
                  <a:pt x="3748" y="2044"/>
                </a:lnTo>
                <a:lnTo>
                  <a:pt x="3723" y="1923"/>
                </a:lnTo>
                <a:lnTo>
                  <a:pt x="3675" y="1801"/>
                </a:lnTo>
                <a:lnTo>
                  <a:pt x="3577" y="1679"/>
                </a:lnTo>
                <a:lnTo>
                  <a:pt x="5378" y="1679"/>
                </a:lnTo>
                <a:lnTo>
                  <a:pt x="5281" y="1777"/>
                </a:lnTo>
                <a:lnTo>
                  <a:pt x="5208" y="1874"/>
                </a:lnTo>
                <a:lnTo>
                  <a:pt x="5086" y="2069"/>
                </a:lnTo>
                <a:lnTo>
                  <a:pt x="5013" y="2288"/>
                </a:lnTo>
                <a:lnTo>
                  <a:pt x="4989" y="2507"/>
                </a:lnTo>
                <a:lnTo>
                  <a:pt x="5013" y="2726"/>
                </a:lnTo>
                <a:lnTo>
                  <a:pt x="5110" y="2920"/>
                </a:lnTo>
                <a:lnTo>
                  <a:pt x="5232" y="3091"/>
                </a:lnTo>
                <a:lnTo>
                  <a:pt x="5402" y="3261"/>
                </a:lnTo>
                <a:lnTo>
                  <a:pt x="5597" y="3358"/>
                </a:lnTo>
                <a:lnTo>
                  <a:pt x="5840" y="3431"/>
                </a:lnTo>
                <a:lnTo>
                  <a:pt x="6059" y="3456"/>
                </a:lnTo>
                <a:lnTo>
                  <a:pt x="6303" y="3431"/>
                </a:lnTo>
                <a:lnTo>
                  <a:pt x="6497" y="3358"/>
                </a:lnTo>
                <a:lnTo>
                  <a:pt x="6716" y="3237"/>
                </a:lnTo>
                <a:lnTo>
                  <a:pt x="6862" y="3091"/>
                </a:lnTo>
                <a:lnTo>
                  <a:pt x="7008" y="2896"/>
                </a:lnTo>
                <a:lnTo>
                  <a:pt x="7081" y="2653"/>
                </a:lnTo>
                <a:lnTo>
                  <a:pt x="7106" y="2531"/>
                </a:lnTo>
                <a:lnTo>
                  <a:pt x="7106" y="2409"/>
                </a:lnTo>
                <a:lnTo>
                  <a:pt x="7081" y="2142"/>
                </a:lnTo>
                <a:lnTo>
                  <a:pt x="7057" y="1996"/>
                </a:lnTo>
                <a:lnTo>
                  <a:pt x="7008" y="1874"/>
                </a:lnTo>
                <a:lnTo>
                  <a:pt x="6935" y="1777"/>
                </a:lnTo>
                <a:lnTo>
                  <a:pt x="6862" y="1679"/>
                </a:lnTo>
                <a:lnTo>
                  <a:pt x="8614" y="1631"/>
                </a:lnTo>
                <a:lnTo>
                  <a:pt x="8639" y="1631"/>
                </a:lnTo>
                <a:lnTo>
                  <a:pt x="8541" y="1801"/>
                </a:lnTo>
                <a:lnTo>
                  <a:pt x="8444" y="1971"/>
                </a:lnTo>
                <a:lnTo>
                  <a:pt x="8420" y="2142"/>
                </a:lnTo>
                <a:lnTo>
                  <a:pt x="8395" y="2336"/>
                </a:lnTo>
                <a:lnTo>
                  <a:pt x="8420" y="2458"/>
                </a:lnTo>
                <a:lnTo>
                  <a:pt x="8444" y="2580"/>
                </a:lnTo>
                <a:lnTo>
                  <a:pt x="8493" y="2677"/>
                </a:lnTo>
                <a:lnTo>
                  <a:pt x="8541" y="2774"/>
                </a:lnTo>
                <a:lnTo>
                  <a:pt x="8712" y="2969"/>
                </a:lnTo>
                <a:lnTo>
                  <a:pt x="8906" y="3115"/>
                </a:lnTo>
                <a:lnTo>
                  <a:pt x="9125" y="3237"/>
                </a:lnTo>
                <a:lnTo>
                  <a:pt x="9369" y="3310"/>
                </a:lnTo>
                <a:lnTo>
                  <a:pt x="9588" y="3310"/>
                </a:lnTo>
                <a:lnTo>
                  <a:pt x="9709" y="3285"/>
                </a:lnTo>
                <a:lnTo>
                  <a:pt x="9831" y="3237"/>
                </a:lnTo>
                <a:lnTo>
                  <a:pt x="9977" y="3139"/>
                </a:lnTo>
                <a:lnTo>
                  <a:pt x="10098" y="3018"/>
                </a:lnTo>
                <a:lnTo>
                  <a:pt x="10171" y="2872"/>
                </a:lnTo>
                <a:lnTo>
                  <a:pt x="10244" y="2701"/>
                </a:lnTo>
                <a:lnTo>
                  <a:pt x="10293" y="2507"/>
                </a:lnTo>
                <a:lnTo>
                  <a:pt x="10293" y="2336"/>
                </a:lnTo>
                <a:lnTo>
                  <a:pt x="10293" y="2142"/>
                </a:lnTo>
                <a:lnTo>
                  <a:pt x="10293" y="1971"/>
                </a:lnTo>
                <a:lnTo>
                  <a:pt x="10220" y="1777"/>
                </a:lnTo>
                <a:lnTo>
                  <a:pt x="10123" y="1582"/>
                </a:lnTo>
                <a:lnTo>
                  <a:pt x="11169" y="1558"/>
                </a:lnTo>
                <a:lnTo>
                  <a:pt x="12215" y="1533"/>
                </a:lnTo>
                <a:lnTo>
                  <a:pt x="12069" y="1631"/>
                </a:lnTo>
                <a:lnTo>
                  <a:pt x="11948" y="1728"/>
                </a:lnTo>
                <a:lnTo>
                  <a:pt x="11850" y="1850"/>
                </a:lnTo>
                <a:lnTo>
                  <a:pt x="11753" y="1996"/>
                </a:lnTo>
                <a:lnTo>
                  <a:pt x="11656" y="2190"/>
                </a:lnTo>
                <a:lnTo>
                  <a:pt x="11631" y="2409"/>
                </a:lnTo>
                <a:lnTo>
                  <a:pt x="11631" y="2604"/>
                </a:lnTo>
                <a:lnTo>
                  <a:pt x="11704" y="2799"/>
                </a:lnTo>
                <a:lnTo>
                  <a:pt x="11802" y="2969"/>
                </a:lnTo>
                <a:lnTo>
                  <a:pt x="11948" y="3115"/>
                </a:lnTo>
                <a:lnTo>
                  <a:pt x="12118" y="3237"/>
                </a:lnTo>
                <a:lnTo>
                  <a:pt x="12313" y="3310"/>
                </a:lnTo>
                <a:lnTo>
                  <a:pt x="12532" y="3358"/>
                </a:lnTo>
                <a:lnTo>
                  <a:pt x="12751" y="3383"/>
                </a:lnTo>
                <a:lnTo>
                  <a:pt x="12970" y="3358"/>
                </a:lnTo>
                <a:lnTo>
                  <a:pt x="13213" y="3310"/>
                </a:lnTo>
                <a:lnTo>
                  <a:pt x="13432" y="3237"/>
                </a:lnTo>
                <a:lnTo>
                  <a:pt x="13602" y="3115"/>
                </a:lnTo>
                <a:lnTo>
                  <a:pt x="13773" y="2969"/>
                </a:lnTo>
                <a:lnTo>
                  <a:pt x="13821" y="2872"/>
                </a:lnTo>
                <a:lnTo>
                  <a:pt x="13870" y="2774"/>
                </a:lnTo>
                <a:lnTo>
                  <a:pt x="13919" y="2628"/>
                </a:lnTo>
                <a:lnTo>
                  <a:pt x="13919" y="2458"/>
                </a:lnTo>
                <a:lnTo>
                  <a:pt x="13894" y="2288"/>
                </a:lnTo>
                <a:lnTo>
                  <a:pt x="13846" y="2117"/>
                </a:lnTo>
                <a:lnTo>
                  <a:pt x="13773" y="1947"/>
                </a:lnTo>
                <a:lnTo>
                  <a:pt x="13675" y="1801"/>
                </a:lnTo>
                <a:lnTo>
                  <a:pt x="13554" y="1655"/>
                </a:lnTo>
                <a:lnTo>
                  <a:pt x="13432" y="1558"/>
                </a:lnTo>
                <a:lnTo>
                  <a:pt x="13870" y="1533"/>
                </a:lnTo>
                <a:close/>
                <a:moveTo>
                  <a:pt x="2628" y="19904"/>
                </a:moveTo>
                <a:lnTo>
                  <a:pt x="2507" y="20002"/>
                </a:lnTo>
                <a:lnTo>
                  <a:pt x="2385" y="20099"/>
                </a:lnTo>
                <a:lnTo>
                  <a:pt x="2190" y="20318"/>
                </a:lnTo>
                <a:lnTo>
                  <a:pt x="1996" y="20464"/>
                </a:lnTo>
                <a:lnTo>
                  <a:pt x="1996" y="20196"/>
                </a:lnTo>
                <a:lnTo>
                  <a:pt x="1996" y="19953"/>
                </a:lnTo>
                <a:lnTo>
                  <a:pt x="2628" y="19904"/>
                </a:lnTo>
                <a:close/>
                <a:moveTo>
                  <a:pt x="16449" y="20220"/>
                </a:moveTo>
                <a:lnTo>
                  <a:pt x="16425" y="20658"/>
                </a:lnTo>
                <a:lnTo>
                  <a:pt x="16376" y="21121"/>
                </a:lnTo>
                <a:lnTo>
                  <a:pt x="16230" y="21145"/>
                </a:lnTo>
                <a:lnTo>
                  <a:pt x="16328" y="20683"/>
                </a:lnTo>
                <a:lnTo>
                  <a:pt x="16449" y="20220"/>
                </a:lnTo>
                <a:close/>
                <a:moveTo>
                  <a:pt x="16425" y="18955"/>
                </a:moveTo>
                <a:lnTo>
                  <a:pt x="16449" y="19880"/>
                </a:lnTo>
                <a:lnTo>
                  <a:pt x="16303" y="19977"/>
                </a:lnTo>
                <a:lnTo>
                  <a:pt x="16206" y="20099"/>
                </a:lnTo>
                <a:lnTo>
                  <a:pt x="16109" y="20245"/>
                </a:lnTo>
                <a:lnTo>
                  <a:pt x="16011" y="20415"/>
                </a:lnTo>
                <a:lnTo>
                  <a:pt x="15890" y="20780"/>
                </a:lnTo>
                <a:lnTo>
                  <a:pt x="15792" y="21194"/>
                </a:lnTo>
                <a:lnTo>
                  <a:pt x="15744" y="21194"/>
                </a:lnTo>
                <a:lnTo>
                  <a:pt x="15817" y="20926"/>
                </a:lnTo>
                <a:lnTo>
                  <a:pt x="15865" y="20658"/>
                </a:lnTo>
                <a:lnTo>
                  <a:pt x="15987" y="20172"/>
                </a:lnTo>
                <a:lnTo>
                  <a:pt x="16206" y="19564"/>
                </a:lnTo>
                <a:lnTo>
                  <a:pt x="16425" y="18955"/>
                </a:lnTo>
                <a:close/>
                <a:moveTo>
                  <a:pt x="16401" y="17787"/>
                </a:moveTo>
                <a:lnTo>
                  <a:pt x="16425" y="18517"/>
                </a:lnTo>
                <a:lnTo>
                  <a:pt x="16303" y="18663"/>
                </a:lnTo>
                <a:lnTo>
                  <a:pt x="16206" y="18834"/>
                </a:lnTo>
                <a:lnTo>
                  <a:pt x="16011" y="19174"/>
                </a:lnTo>
                <a:lnTo>
                  <a:pt x="15865" y="19564"/>
                </a:lnTo>
                <a:lnTo>
                  <a:pt x="15744" y="19929"/>
                </a:lnTo>
                <a:lnTo>
                  <a:pt x="15500" y="20537"/>
                </a:lnTo>
                <a:lnTo>
                  <a:pt x="15379" y="20877"/>
                </a:lnTo>
                <a:lnTo>
                  <a:pt x="15306" y="21218"/>
                </a:lnTo>
                <a:lnTo>
                  <a:pt x="14892" y="21242"/>
                </a:lnTo>
                <a:lnTo>
                  <a:pt x="15038" y="20926"/>
                </a:lnTo>
                <a:lnTo>
                  <a:pt x="15135" y="20585"/>
                </a:lnTo>
                <a:lnTo>
                  <a:pt x="15184" y="20220"/>
                </a:lnTo>
                <a:lnTo>
                  <a:pt x="15184" y="19856"/>
                </a:lnTo>
                <a:lnTo>
                  <a:pt x="15257" y="19831"/>
                </a:lnTo>
                <a:lnTo>
                  <a:pt x="15330" y="19807"/>
                </a:lnTo>
                <a:lnTo>
                  <a:pt x="15379" y="19758"/>
                </a:lnTo>
                <a:lnTo>
                  <a:pt x="15403" y="19710"/>
                </a:lnTo>
                <a:lnTo>
                  <a:pt x="15427" y="19661"/>
                </a:lnTo>
                <a:lnTo>
                  <a:pt x="15427" y="19539"/>
                </a:lnTo>
                <a:lnTo>
                  <a:pt x="15379" y="19418"/>
                </a:lnTo>
                <a:lnTo>
                  <a:pt x="15403" y="19296"/>
                </a:lnTo>
                <a:lnTo>
                  <a:pt x="15403" y="19150"/>
                </a:lnTo>
                <a:lnTo>
                  <a:pt x="15500" y="19053"/>
                </a:lnTo>
                <a:lnTo>
                  <a:pt x="15598" y="18931"/>
                </a:lnTo>
                <a:lnTo>
                  <a:pt x="15768" y="18663"/>
                </a:lnTo>
                <a:lnTo>
                  <a:pt x="16084" y="18225"/>
                </a:lnTo>
                <a:lnTo>
                  <a:pt x="16230" y="18006"/>
                </a:lnTo>
                <a:lnTo>
                  <a:pt x="16401" y="17787"/>
                </a:lnTo>
                <a:close/>
                <a:moveTo>
                  <a:pt x="3431" y="19904"/>
                </a:moveTo>
                <a:lnTo>
                  <a:pt x="3285" y="20002"/>
                </a:lnTo>
                <a:lnTo>
                  <a:pt x="3164" y="20123"/>
                </a:lnTo>
                <a:lnTo>
                  <a:pt x="2920" y="20342"/>
                </a:lnTo>
                <a:lnTo>
                  <a:pt x="2628" y="20683"/>
                </a:lnTo>
                <a:lnTo>
                  <a:pt x="2336" y="21023"/>
                </a:lnTo>
                <a:lnTo>
                  <a:pt x="2093" y="21291"/>
                </a:lnTo>
                <a:lnTo>
                  <a:pt x="2044" y="20902"/>
                </a:lnTo>
                <a:lnTo>
                  <a:pt x="2190" y="20853"/>
                </a:lnTo>
                <a:lnTo>
                  <a:pt x="2312" y="20756"/>
                </a:lnTo>
                <a:lnTo>
                  <a:pt x="2531" y="20585"/>
                </a:lnTo>
                <a:lnTo>
                  <a:pt x="2677" y="20464"/>
                </a:lnTo>
                <a:lnTo>
                  <a:pt x="2823" y="20318"/>
                </a:lnTo>
                <a:lnTo>
                  <a:pt x="2945" y="20172"/>
                </a:lnTo>
                <a:lnTo>
                  <a:pt x="2969" y="20075"/>
                </a:lnTo>
                <a:lnTo>
                  <a:pt x="2993" y="20002"/>
                </a:lnTo>
                <a:lnTo>
                  <a:pt x="2969" y="19953"/>
                </a:lnTo>
                <a:lnTo>
                  <a:pt x="2945" y="19904"/>
                </a:lnTo>
                <a:close/>
                <a:moveTo>
                  <a:pt x="10050" y="19977"/>
                </a:moveTo>
                <a:lnTo>
                  <a:pt x="9879" y="20148"/>
                </a:lnTo>
                <a:lnTo>
                  <a:pt x="9734" y="20293"/>
                </a:lnTo>
                <a:lnTo>
                  <a:pt x="9588" y="20537"/>
                </a:lnTo>
                <a:lnTo>
                  <a:pt x="9442" y="20756"/>
                </a:lnTo>
                <a:lnTo>
                  <a:pt x="9296" y="20975"/>
                </a:lnTo>
                <a:lnTo>
                  <a:pt x="9223" y="21072"/>
                </a:lnTo>
                <a:lnTo>
                  <a:pt x="9198" y="21194"/>
                </a:lnTo>
                <a:lnTo>
                  <a:pt x="9198" y="21242"/>
                </a:lnTo>
                <a:lnTo>
                  <a:pt x="9198" y="21291"/>
                </a:lnTo>
                <a:lnTo>
                  <a:pt x="8493" y="21291"/>
                </a:lnTo>
                <a:lnTo>
                  <a:pt x="8663" y="21072"/>
                </a:lnTo>
                <a:lnTo>
                  <a:pt x="8833" y="20853"/>
                </a:lnTo>
                <a:lnTo>
                  <a:pt x="9028" y="20537"/>
                </a:lnTo>
                <a:lnTo>
                  <a:pt x="9247" y="20245"/>
                </a:lnTo>
                <a:lnTo>
                  <a:pt x="9393" y="20099"/>
                </a:lnTo>
                <a:lnTo>
                  <a:pt x="9563" y="19977"/>
                </a:lnTo>
                <a:close/>
                <a:moveTo>
                  <a:pt x="10780" y="20002"/>
                </a:moveTo>
                <a:lnTo>
                  <a:pt x="10585" y="20342"/>
                </a:lnTo>
                <a:lnTo>
                  <a:pt x="10366" y="20731"/>
                </a:lnTo>
                <a:lnTo>
                  <a:pt x="10147" y="21145"/>
                </a:lnTo>
                <a:lnTo>
                  <a:pt x="10123" y="21218"/>
                </a:lnTo>
                <a:lnTo>
                  <a:pt x="10147" y="21291"/>
                </a:lnTo>
                <a:lnTo>
                  <a:pt x="9417" y="21291"/>
                </a:lnTo>
                <a:lnTo>
                  <a:pt x="9515" y="21242"/>
                </a:lnTo>
                <a:lnTo>
                  <a:pt x="9588" y="21169"/>
                </a:lnTo>
                <a:lnTo>
                  <a:pt x="9734" y="20975"/>
                </a:lnTo>
                <a:lnTo>
                  <a:pt x="9977" y="20610"/>
                </a:lnTo>
                <a:lnTo>
                  <a:pt x="10050" y="20512"/>
                </a:lnTo>
                <a:lnTo>
                  <a:pt x="10147" y="20415"/>
                </a:lnTo>
                <a:lnTo>
                  <a:pt x="10366" y="20220"/>
                </a:lnTo>
                <a:lnTo>
                  <a:pt x="10463" y="20123"/>
                </a:lnTo>
                <a:lnTo>
                  <a:pt x="10512" y="20002"/>
                </a:lnTo>
                <a:close/>
                <a:moveTo>
                  <a:pt x="11534" y="20026"/>
                </a:moveTo>
                <a:lnTo>
                  <a:pt x="11364" y="20269"/>
                </a:lnTo>
                <a:lnTo>
                  <a:pt x="11218" y="20512"/>
                </a:lnTo>
                <a:lnTo>
                  <a:pt x="11120" y="20683"/>
                </a:lnTo>
                <a:lnTo>
                  <a:pt x="11023" y="20877"/>
                </a:lnTo>
                <a:lnTo>
                  <a:pt x="10950" y="21096"/>
                </a:lnTo>
                <a:lnTo>
                  <a:pt x="10901" y="21291"/>
                </a:lnTo>
                <a:lnTo>
                  <a:pt x="10488" y="21291"/>
                </a:lnTo>
                <a:lnTo>
                  <a:pt x="10609" y="21145"/>
                </a:lnTo>
                <a:lnTo>
                  <a:pt x="10707" y="20975"/>
                </a:lnTo>
                <a:lnTo>
                  <a:pt x="10901" y="20658"/>
                </a:lnTo>
                <a:lnTo>
                  <a:pt x="11120" y="20342"/>
                </a:lnTo>
                <a:lnTo>
                  <a:pt x="11218" y="20196"/>
                </a:lnTo>
                <a:lnTo>
                  <a:pt x="11315" y="20026"/>
                </a:lnTo>
                <a:close/>
                <a:moveTo>
                  <a:pt x="14843" y="19953"/>
                </a:moveTo>
                <a:lnTo>
                  <a:pt x="14746" y="20220"/>
                </a:lnTo>
                <a:lnTo>
                  <a:pt x="14697" y="20512"/>
                </a:lnTo>
                <a:lnTo>
                  <a:pt x="14624" y="20780"/>
                </a:lnTo>
                <a:lnTo>
                  <a:pt x="14576" y="20926"/>
                </a:lnTo>
                <a:lnTo>
                  <a:pt x="14527" y="21048"/>
                </a:lnTo>
                <a:lnTo>
                  <a:pt x="14503" y="21121"/>
                </a:lnTo>
                <a:lnTo>
                  <a:pt x="14503" y="21169"/>
                </a:lnTo>
                <a:lnTo>
                  <a:pt x="14527" y="21267"/>
                </a:lnTo>
                <a:lnTo>
                  <a:pt x="14211" y="21291"/>
                </a:lnTo>
                <a:lnTo>
                  <a:pt x="14284" y="20999"/>
                </a:lnTo>
                <a:lnTo>
                  <a:pt x="14381" y="20658"/>
                </a:lnTo>
                <a:lnTo>
                  <a:pt x="14454" y="20293"/>
                </a:lnTo>
                <a:lnTo>
                  <a:pt x="14454" y="20123"/>
                </a:lnTo>
                <a:lnTo>
                  <a:pt x="14478" y="19977"/>
                </a:lnTo>
                <a:lnTo>
                  <a:pt x="14843" y="19953"/>
                </a:lnTo>
                <a:close/>
                <a:moveTo>
                  <a:pt x="12337" y="20026"/>
                </a:moveTo>
                <a:lnTo>
                  <a:pt x="12215" y="20220"/>
                </a:lnTo>
                <a:lnTo>
                  <a:pt x="12142" y="20391"/>
                </a:lnTo>
                <a:lnTo>
                  <a:pt x="11948" y="20829"/>
                </a:lnTo>
                <a:lnTo>
                  <a:pt x="11875" y="21072"/>
                </a:lnTo>
                <a:lnTo>
                  <a:pt x="11826" y="21315"/>
                </a:lnTo>
                <a:lnTo>
                  <a:pt x="11364" y="21291"/>
                </a:lnTo>
                <a:lnTo>
                  <a:pt x="11412" y="21121"/>
                </a:lnTo>
                <a:lnTo>
                  <a:pt x="11485" y="20950"/>
                </a:lnTo>
                <a:lnTo>
                  <a:pt x="11656" y="20634"/>
                </a:lnTo>
                <a:lnTo>
                  <a:pt x="11826" y="20342"/>
                </a:lnTo>
                <a:lnTo>
                  <a:pt x="11899" y="20196"/>
                </a:lnTo>
                <a:lnTo>
                  <a:pt x="11948" y="20026"/>
                </a:lnTo>
                <a:close/>
                <a:moveTo>
                  <a:pt x="13335" y="20002"/>
                </a:moveTo>
                <a:lnTo>
                  <a:pt x="13213" y="20148"/>
                </a:lnTo>
                <a:lnTo>
                  <a:pt x="13140" y="20293"/>
                </a:lnTo>
                <a:lnTo>
                  <a:pt x="12970" y="20585"/>
                </a:lnTo>
                <a:lnTo>
                  <a:pt x="12799" y="20950"/>
                </a:lnTo>
                <a:lnTo>
                  <a:pt x="12751" y="21121"/>
                </a:lnTo>
                <a:lnTo>
                  <a:pt x="12702" y="21315"/>
                </a:lnTo>
                <a:lnTo>
                  <a:pt x="12264" y="21315"/>
                </a:lnTo>
                <a:lnTo>
                  <a:pt x="12337" y="21023"/>
                </a:lnTo>
                <a:lnTo>
                  <a:pt x="12410" y="20756"/>
                </a:lnTo>
                <a:lnTo>
                  <a:pt x="12507" y="20366"/>
                </a:lnTo>
                <a:lnTo>
                  <a:pt x="12580" y="20172"/>
                </a:lnTo>
                <a:lnTo>
                  <a:pt x="12629" y="20075"/>
                </a:lnTo>
                <a:lnTo>
                  <a:pt x="12702" y="20026"/>
                </a:lnTo>
                <a:lnTo>
                  <a:pt x="13335" y="20002"/>
                </a:lnTo>
                <a:close/>
                <a:moveTo>
                  <a:pt x="14113" y="20002"/>
                </a:moveTo>
                <a:lnTo>
                  <a:pt x="14065" y="20196"/>
                </a:lnTo>
                <a:lnTo>
                  <a:pt x="14016" y="20366"/>
                </a:lnTo>
                <a:lnTo>
                  <a:pt x="13870" y="20804"/>
                </a:lnTo>
                <a:lnTo>
                  <a:pt x="13748" y="21242"/>
                </a:lnTo>
                <a:lnTo>
                  <a:pt x="13748" y="21291"/>
                </a:lnTo>
                <a:lnTo>
                  <a:pt x="13164" y="21315"/>
                </a:lnTo>
                <a:lnTo>
                  <a:pt x="13262" y="21023"/>
                </a:lnTo>
                <a:lnTo>
                  <a:pt x="13383" y="20731"/>
                </a:lnTo>
                <a:lnTo>
                  <a:pt x="13578" y="20391"/>
                </a:lnTo>
                <a:lnTo>
                  <a:pt x="13651" y="20196"/>
                </a:lnTo>
                <a:lnTo>
                  <a:pt x="13700" y="20002"/>
                </a:lnTo>
                <a:close/>
                <a:moveTo>
                  <a:pt x="8979" y="19953"/>
                </a:moveTo>
                <a:lnTo>
                  <a:pt x="8833" y="20148"/>
                </a:lnTo>
                <a:lnTo>
                  <a:pt x="8736" y="20318"/>
                </a:lnTo>
                <a:lnTo>
                  <a:pt x="8395" y="20804"/>
                </a:lnTo>
                <a:lnTo>
                  <a:pt x="8225" y="21048"/>
                </a:lnTo>
                <a:lnTo>
                  <a:pt x="8079" y="21315"/>
                </a:lnTo>
                <a:lnTo>
                  <a:pt x="7446" y="21340"/>
                </a:lnTo>
                <a:lnTo>
                  <a:pt x="7446" y="21340"/>
                </a:lnTo>
                <a:lnTo>
                  <a:pt x="7592" y="21194"/>
                </a:lnTo>
                <a:lnTo>
                  <a:pt x="7714" y="21023"/>
                </a:lnTo>
                <a:lnTo>
                  <a:pt x="7957" y="20683"/>
                </a:lnTo>
                <a:lnTo>
                  <a:pt x="8055" y="20561"/>
                </a:lnTo>
                <a:lnTo>
                  <a:pt x="8152" y="20464"/>
                </a:lnTo>
                <a:lnTo>
                  <a:pt x="8371" y="20293"/>
                </a:lnTo>
                <a:lnTo>
                  <a:pt x="8614" y="20123"/>
                </a:lnTo>
                <a:lnTo>
                  <a:pt x="8833" y="19953"/>
                </a:lnTo>
                <a:close/>
                <a:moveTo>
                  <a:pt x="5646" y="19929"/>
                </a:moveTo>
                <a:lnTo>
                  <a:pt x="5548" y="19977"/>
                </a:lnTo>
                <a:lnTo>
                  <a:pt x="4818" y="20658"/>
                </a:lnTo>
                <a:lnTo>
                  <a:pt x="4478" y="20975"/>
                </a:lnTo>
                <a:lnTo>
                  <a:pt x="4332" y="21145"/>
                </a:lnTo>
                <a:lnTo>
                  <a:pt x="4259" y="21242"/>
                </a:lnTo>
                <a:lnTo>
                  <a:pt x="4210" y="21340"/>
                </a:lnTo>
                <a:lnTo>
                  <a:pt x="4210" y="21364"/>
                </a:lnTo>
                <a:lnTo>
                  <a:pt x="4234" y="21364"/>
                </a:lnTo>
                <a:lnTo>
                  <a:pt x="4332" y="21340"/>
                </a:lnTo>
                <a:lnTo>
                  <a:pt x="4453" y="21291"/>
                </a:lnTo>
                <a:lnTo>
                  <a:pt x="4648" y="21194"/>
                </a:lnTo>
                <a:lnTo>
                  <a:pt x="5013" y="20926"/>
                </a:lnTo>
                <a:lnTo>
                  <a:pt x="5427" y="20610"/>
                </a:lnTo>
                <a:lnTo>
                  <a:pt x="5816" y="20245"/>
                </a:lnTo>
                <a:lnTo>
                  <a:pt x="5865" y="20172"/>
                </a:lnTo>
                <a:lnTo>
                  <a:pt x="5865" y="20075"/>
                </a:lnTo>
                <a:lnTo>
                  <a:pt x="5816" y="19977"/>
                </a:lnTo>
                <a:lnTo>
                  <a:pt x="5743" y="19929"/>
                </a:lnTo>
                <a:close/>
                <a:moveTo>
                  <a:pt x="8225" y="19929"/>
                </a:moveTo>
                <a:lnTo>
                  <a:pt x="7982" y="20123"/>
                </a:lnTo>
                <a:lnTo>
                  <a:pt x="7763" y="20342"/>
                </a:lnTo>
                <a:lnTo>
                  <a:pt x="7568" y="20585"/>
                </a:lnTo>
                <a:lnTo>
                  <a:pt x="7373" y="20829"/>
                </a:lnTo>
                <a:lnTo>
                  <a:pt x="7033" y="21364"/>
                </a:lnTo>
                <a:lnTo>
                  <a:pt x="6668" y="21388"/>
                </a:lnTo>
                <a:lnTo>
                  <a:pt x="6668" y="21388"/>
                </a:lnTo>
                <a:lnTo>
                  <a:pt x="6838" y="21169"/>
                </a:lnTo>
                <a:lnTo>
                  <a:pt x="6984" y="20950"/>
                </a:lnTo>
                <a:lnTo>
                  <a:pt x="7227" y="20585"/>
                </a:lnTo>
                <a:lnTo>
                  <a:pt x="7495" y="20220"/>
                </a:lnTo>
                <a:lnTo>
                  <a:pt x="7690" y="20050"/>
                </a:lnTo>
                <a:lnTo>
                  <a:pt x="7860" y="19929"/>
                </a:lnTo>
                <a:close/>
                <a:moveTo>
                  <a:pt x="4526" y="19904"/>
                </a:moveTo>
                <a:lnTo>
                  <a:pt x="4356" y="20050"/>
                </a:lnTo>
                <a:lnTo>
                  <a:pt x="4186" y="20196"/>
                </a:lnTo>
                <a:lnTo>
                  <a:pt x="3869" y="20512"/>
                </a:lnTo>
                <a:lnTo>
                  <a:pt x="3285" y="21023"/>
                </a:lnTo>
                <a:lnTo>
                  <a:pt x="3115" y="21194"/>
                </a:lnTo>
                <a:lnTo>
                  <a:pt x="3042" y="21267"/>
                </a:lnTo>
                <a:lnTo>
                  <a:pt x="2969" y="21315"/>
                </a:lnTo>
                <a:lnTo>
                  <a:pt x="2920" y="21364"/>
                </a:lnTo>
                <a:lnTo>
                  <a:pt x="2920" y="21388"/>
                </a:lnTo>
                <a:lnTo>
                  <a:pt x="2945" y="21437"/>
                </a:lnTo>
                <a:lnTo>
                  <a:pt x="2969" y="21461"/>
                </a:lnTo>
                <a:lnTo>
                  <a:pt x="2872" y="21461"/>
                </a:lnTo>
                <a:lnTo>
                  <a:pt x="2458" y="21413"/>
                </a:lnTo>
                <a:lnTo>
                  <a:pt x="2580" y="21315"/>
                </a:lnTo>
                <a:lnTo>
                  <a:pt x="2701" y="21169"/>
                </a:lnTo>
                <a:lnTo>
                  <a:pt x="2896" y="20950"/>
                </a:lnTo>
                <a:lnTo>
                  <a:pt x="3188" y="20683"/>
                </a:lnTo>
                <a:lnTo>
                  <a:pt x="3480" y="20415"/>
                </a:lnTo>
                <a:lnTo>
                  <a:pt x="3602" y="20318"/>
                </a:lnTo>
                <a:lnTo>
                  <a:pt x="3723" y="20245"/>
                </a:lnTo>
                <a:lnTo>
                  <a:pt x="3991" y="20148"/>
                </a:lnTo>
                <a:lnTo>
                  <a:pt x="4040" y="20099"/>
                </a:lnTo>
                <a:lnTo>
                  <a:pt x="4064" y="20026"/>
                </a:lnTo>
                <a:lnTo>
                  <a:pt x="4064" y="19977"/>
                </a:lnTo>
                <a:lnTo>
                  <a:pt x="4064" y="19904"/>
                </a:lnTo>
                <a:close/>
                <a:moveTo>
                  <a:pt x="7349" y="19904"/>
                </a:moveTo>
                <a:lnTo>
                  <a:pt x="7154" y="20148"/>
                </a:lnTo>
                <a:lnTo>
                  <a:pt x="7008" y="20366"/>
                </a:lnTo>
                <a:lnTo>
                  <a:pt x="6546" y="21072"/>
                </a:lnTo>
                <a:lnTo>
                  <a:pt x="6400" y="21242"/>
                </a:lnTo>
                <a:lnTo>
                  <a:pt x="6254" y="21413"/>
                </a:lnTo>
                <a:lnTo>
                  <a:pt x="5451" y="21461"/>
                </a:lnTo>
                <a:lnTo>
                  <a:pt x="5621" y="21315"/>
                </a:lnTo>
                <a:lnTo>
                  <a:pt x="5792" y="21145"/>
                </a:lnTo>
                <a:lnTo>
                  <a:pt x="6084" y="20829"/>
                </a:lnTo>
                <a:lnTo>
                  <a:pt x="6303" y="20634"/>
                </a:lnTo>
                <a:lnTo>
                  <a:pt x="6522" y="20415"/>
                </a:lnTo>
                <a:lnTo>
                  <a:pt x="6619" y="20293"/>
                </a:lnTo>
                <a:lnTo>
                  <a:pt x="6716" y="20172"/>
                </a:lnTo>
                <a:lnTo>
                  <a:pt x="6741" y="20026"/>
                </a:lnTo>
                <a:lnTo>
                  <a:pt x="6765" y="19904"/>
                </a:lnTo>
                <a:close/>
                <a:moveTo>
                  <a:pt x="6424" y="19904"/>
                </a:moveTo>
                <a:lnTo>
                  <a:pt x="6278" y="20026"/>
                </a:lnTo>
                <a:lnTo>
                  <a:pt x="5986" y="20318"/>
                </a:lnTo>
                <a:lnTo>
                  <a:pt x="5694" y="20610"/>
                </a:lnTo>
                <a:lnTo>
                  <a:pt x="5500" y="20804"/>
                </a:lnTo>
                <a:lnTo>
                  <a:pt x="5281" y="20999"/>
                </a:lnTo>
                <a:lnTo>
                  <a:pt x="5110" y="21242"/>
                </a:lnTo>
                <a:lnTo>
                  <a:pt x="5037" y="21364"/>
                </a:lnTo>
                <a:lnTo>
                  <a:pt x="4989" y="21486"/>
                </a:lnTo>
                <a:lnTo>
                  <a:pt x="4575" y="21510"/>
                </a:lnTo>
                <a:lnTo>
                  <a:pt x="3845" y="21510"/>
                </a:lnTo>
                <a:lnTo>
                  <a:pt x="3139" y="21486"/>
                </a:lnTo>
                <a:lnTo>
                  <a:pt x="3237" y="21437"/>
                </a:lnTo>
                <a:lnTo>
                  <a:pt x="3334" y="21388"/>
                </a:lnTo>
                <a:lnTo>
                  <a:pt x="3529" y="21242"/>
                </a:lnTo>
                <a:lnTo>
                  <a:pt x="3796" y="20999"/>
                </a:lnTo>
                <a:lnTo>
                  <a:pt x="4161" y="20683"/>
                </a:lnTo>
                <a:lnTo>
                  <a:pt x="4526" y="20342"/>
                </a:lnTo>
                <a:lnTo>
                  <a:pt x="4745" y="20123"/>
                </a:lnTo>
                <a:lnTo>
                  <a:pt x="4843" y="20026"/>
                </a:lnTo>
                <a:lnTo>
                  <a:pt x="4916" y="19904"/>
                </a:lnTo>
                <a:close/>
                <a:moveTo>
                  <a:pt x="6132" y="0"/>
                </a:moveTo>
                <a:lnTo>
                  <a:pt x="6059" y="49"/>
                </a:lnTo>
                <a:lnTo>
                  <a:pt x="6011" y="98"/>
                </a:lnTo>
                <a:lnTo>
                  <a:pt x="5986" y="146"/>
                </a:lnTo>
                <a:lnTo>
                  <a:pt x="5938" y="317"/>
                </a:lnTo>
                <a:lnTo>
                  <a:pt x="5913" y="487"/>
                </a:lnTo>
                <a:lnTo>
                  <a:pt x="5938" y="828"/>
                </a:lnTo>
                <a:lnTo>
                  <a:pt x="5913" y="1047"/>
                </a:lnTo>
                <a:lnTo>
                  <a:pt x="5913" y="1241"/>
                </a:lnTo>
                <a:lnTo>
                  <a:pt x="4745" y="1266"/>
                </a:lnTo>
                <a:lnTo>
                  <a:pt x="2969" y="1266"/>
                </a:lnTo>
                <a:lnTo>
                  <a:pt x="2945" y="1144"/>
                </a:lnTo>
                <a:lnTo>
                  <a:pt x="2945" y="901"/>
                </a:lnTo>
                <a:lnTo>
                  <a:pt x="2945" y="633"/>
                </a:lnTo>
                <a:lnTo>
                  <a:pt x="2945" y="365"/>
                </a:lnTo>
                <a:lnTo>
                  <a:pt x="2920" y="122"/>
                </a:lnTo>
                <a:lnTo>
                  <a:pt x="2896" y="73"/>
                </a:lnTo>
                <a:lnTo>
                  <a:pt x="2847" y="25"/>
                </a:lnTo>
                <a:lnTo>
                  <a:pt x="2799" y="25"/>
                </a:lnTo>
                <a:lnTo>
                  <a:pt x="2726" y="49"/>
                </a:lnTo>
                <a:lnTo>
                  <a:pt x="2653" y="122"/>
                </a:lnTo>
                <a:lnTo>
                  <a:pt x="2580" y="219"/>
                </a:lnTo>
                <a:lnTo>
                  <a:pt x="2531" y="317"/>
                </a:lnTo>
                <a:lnTo>
                  <a:pt x="2507" y="438"/>
                </a:lnTo>
                <a:lnTo>
                  <a:pt x="2482" y="682"/>
                </a:lnTo>
                <a:lnTo>
                  <a:pt x="2482" y="925"/>
                </a:lnTo>
                <a:lnTo>
                  <a:pt x="2482" y="1266"/>
                </a:lnTo>
                <a:lnTo>
                  <a:pt x="877" y="1266"/>
                </a:lnTo>
                <a:lnTo>
                  <a:pt x="366" y="1339"/>
                </a:lnTo>
                <a:lnTo>
                  <a:pt x="317" y="1363"/>
                </a:lnTo>
                <a:lnTo>
                  <a:pt x="268" y="1387"/>
                </a:lnTo>
                <a:lnTo>
                  <a:pt x="244" y="1460"/>
                </a:lnTo>
                <a:lnTo>
                  <a:pt x="195" y="1485"/>
                </a:lnTo>
                <a:lnTo>
                  <a:pt x="171" y="1558"/>
                </a:lnTo>
                <a:lnTo>
                  <a:pt x="98" y="2069"/>
                </a:lnTo>
                <a:lnTo>
                  <a:pt x="49" y="2628"/>
                </a:lnTo>
                <a:lnTo>
                  <a:pt x="25" y="3164"/>
                </a:lnTo>
                <a:lnTo>
                  <a:pt x="25" y="3723"/>
                </a:lnTo>
                <a:lnTo>
                  <a:pt x="49" y="4818"/>
                </a:lnTo>
                <a:lnTo>
                  <a:pt x="98" y="5913"/>
                </a:lnTo>
                <a:lnTo>
                  <a:pt x="171" y="8273"/>
                </a:lnTo>
                <a:lnTo>
                  <a:pt x="171" y="9441"/>
                </a:lnTo>
                <a:lnTo>
                  <a:pt x="147" y="10634"/>
                </a:lnTo>
                <a:lnTo>
                  <a:pt x="98" y="11777"/>
                </a:lnTo>
                <a:lnTo>
                  <a:pt x="25" y="12921"/>
                </a:lnTo>
                <a:lnTo>
                  <a:pt x="1" y="14064"/>
                </a:lnTo>
                <a:lnTo>
                  <a:pt x="1" y="14624"/>
                </a:lnTo>
                <a:lnTo>
                  <a:pt x="49" y="15208"/>
                </a:lnTo>
                <a:lnTo>
                  <a:pt x="49" y="15743"/>
                </a:lnTo>
                <a:lnTo>
                  <a:pt x="49" y="16279"/>
                </a:lnTo>
                <a:lnTo>
                  <a:pt x="25" y="17398"/>
                </a:lnTo>
                <a:lnTo>
                  <a:pt x="25" y="17933"/>
                </a:lnTo>
                <a:lnTo>
                  <a:pt x="49" y="18493"/>
                </a:lnTo>
                <a:lnTo>
                  <a:pt x="98" y="19028"/>
                </a:lnTo>
                <a:lnTo>
                  <a:pt x="195" y="19564"/>
                </a:lnTo>
                <a:lnTo>
                  <a:pt x="244" y="19661"/>
                </a:lnTo>
                <a:lnTo>
                  <a:pt x="293" y="19710"/>
                </a:lnTo>
                <a:lnTo>
                  <a:pt x="390" y="19734"/>
                </a:lnTo>
                <a:lnTo>
                  <a:pt x="487" y="19758"/>
                </a:lnTo>
                <a:lnTo>
                  <a:pt x="585" y="19856"/>
                </a:lnTo>
                <a:lnTo>
                  <a:pt x="682" y="19904"/>
                </a:lnTo>
                <a:lnTo>
                  <a:pt x="804" y="19953"/>
                </a:lnTo>
                <a:lnTo>
                  <a:pt x="950" y="19977"/>
                </a:lnTo>
                <a:lnTo>
                  <a:pt x="1485" y="19977"/>
                </a:lnTo>
                <a:lnTo>
                  <a:pt x="1485" y="20342"/>
                </a:lnTo>
                <a:lnTo>
                  <a:pt x="1485" y="20634"/>
                </a:lnTo>
                <a:lnTo>
                  <a:pt x="1509" y="20950"/>
                </a:lnTo>
                <a:lnTo>
                  <a:pt x="1558" y="21534"/>
                </a:lnTo>
                <a:lnTo>
                  <a:pt x="1558" y="21607"/>
                </a:lnTo>
                <a:lnTo>
                  <a:pt x="1582" y="21705"/>
                </a:lnTo>
                <a:lnTo>
                  <a:pt x="1655" y="21753"/>
                </a:lnTo>
                <a:lnTo>
                  <a:pt x="1728" y="21802"/>
                </a:lnTo>
                <a:lnTo>
                  <a:pt x="1898" y="21802"/>
                </a:lnTo>
                <a:lnTo>
                  <a:pt x="1971" y="21778"/>
                </a:lnTo>
                <a:lnTo>
                  <a:pt x="2385" y="21851"/>
                </a:lnTo>
                <a:lnTo>
                  <a:pt x="2799" y="21899"/>
                </a:lnTo>
                <a:lnTo>
                  <a:pt x="3626" y="21948"/>
                </a:lnTo>
                <a:lnTo>
                  <a:pt x="4478" y="21948"/>
                </a:lnTo>
                <a:lnTo>
                  <a:pt x="5305" y="21924"/>
                </a:lnTo>
                <a:lnTo>
                  <a:pt x="7008" y="21826"/>
                </a:lnTo>
                <a:lnTo>
                  <a:pt x="7836" y="21778"/>
                </a:lnTo>
                <a:lnTo>
                  <a:pt x="8687" y="21753"/>
                </a:lnTo>
                <a:lnTo>
                  <a:pt x="9515" y="21729"/>
                </a:lnTo>
                <a:lnTo>
                  <a:pt x="10342" y="21753"/>
                </a:lnTo>
                <a:lnTo>
                  <a:pt x="12021" y="21778"/>
                </a:lnTo>
                <a:lnTo>
                  <a:pt x="13700" y="21778"/>
                </a:lnTo>
                <a:lnTo>
                  <a:pt x="14527" y="21753"/>
                </a:lnTo>
                <a:lnTo>
                  <a:pt x="15354" y="21680"/>
                </a:lnTo>
                <a:lnTo>
                  <a:pt x="15427" y="21705"/>
                </a:lnTo>
                <a:lnTo>
                  <a:pt x="15500" y="21680"/>
                </a:lnTo>
                <a:lnTo>
                  <a:pt x="16425" y="21583"/>
                </a:lnTo>
                <a:lnTo>
                  <a:pt x="16498" y="21559"/>
                </a:lnTo>
                <a:lnTo>
                  <a:pt x="16620" y="21607"/>
                </a:lnTo>
                <a:lnTo>
                  <a:pt x="16717" y="21607"/>
                </a:lnTo>
                <a:lnTo>
                  <a:pt x="16766" y="21583"/>
                </a:lnTo>
                <a:lnTo>
                  <a:pt x="16814" y="21534"/>
                </a:lnTo>
                <a:lnTo>
                  <a:pt x="16863" y="21486"/>
                </a:lnTo>
                <a:lnTo>
                  <a:pt x="16863" y="21413"/>
                </a:lnTo>
                <a:lnTo>
                  <a:pt x="16936" y="20902"/>
                </a:lnTo>
                <a:lnTo>
                  <a:pt x="16985" y="20391"/>
                </a:lnTo>
                <a:lnTo>
                  <a:pt x="16985" y="19880"/>
                </a:lnTo>
                <a:lnTo>
                  <a:pt x="16985" y="19369"/>
                </a:lnTo>
                <a:lnTo>
                  <a:pt x="16936" y="18323"/>
                </a:lnTo>
                <a:lnTo>
                  <a:pt x="16936" y="17812"/>
                </a:lnTo>
                <a:lnTo>
                  <a:pt x="16936" y="17301"/>
                </a:lnTo>
                <a:lnTo>
                  <a:pt x="17009" y="14867"/>
                </a:lnTo>
                <a:lnTo>
                  <a:pt x="17033" y="13651"/>
                </a:lnTo>
                <a:lnTo>
                  <a:pt x="17033" y="12458"/>
                </a:lnTo>
                <a:lnTo>
                  <a:pt x="17058" y="10025"/>
                </a:lnTo>
                <a:lnTo>
                  <a:pt x="17082" y="8809"/>
                </a:lnTo>
                <a:lnTo>
                  <a:pt x="17082" y="7592"/>
                </a:lnTo>
                <a:lnTo>
                  <a:pt x="17082" y="6984"/>
                </a:lnTo>
                <a:lnTo>
                  <a:pt x="17082" y="6375"/>
                </a:lnTo>
                <a:lnTo>
                  <a:pt x="17106" y="5791"/>
                </a:lnTo>
                <a:lnTo>
                  <a:pt x="17082" y="5183"/>
                </a:lnTo>
                <a:lnTo>
                  <a:pt x="17033" y="4696"/>
                </a:lnTo>
                <a:lnTo>
                  <a:pt x="16960" y="4210"/>
                </a:lnTo>
                <a:lnTo>
                  <a:pt x="16766" y="3237"/>
                </a:lnTo>
                <a:lnTo>
                  <a:pt x="16839" y="3115"/>
                </a:lnTo>
                <a:lnTo>
                  <a:pt x="16839" y="2993"/>
                </a:lnTo>
                <a:lnTo>
                  <a:pt x="16814" y="2945"/>
                </a:lnTo>
                <a:lnTo>
                  <a:pt x="16790" y="2896"/>
                </a:lnTo>
                <a:lnTo>
                  <a:pt x="16717" y="2847"/>
                </a:lnTo>
                <a:lnTo>
                  <a:pt x="16644" y="2847"/>
                </a:lnTo>
                <a:lnTo>
                  <a:pt x="16157" y="2774"/>
                </a:lnTo>
                <a:lnTo>
                  <a:pt x="15865" y="2774"/>
                </a:lnTo>
                <a:lnTo>
                  <a:pt x="15622" y="2799"/>
                </a:lnTo>
                <a:lnTo>
                  <a:pt x="15598" y="2434"/>
                </a:lnTo>
                <a:lnTo>
                  <a:pt x="15549" y="2069"/>
                </a:lnTo>
                <a:lnTo>
                  <a:pt x="15500" y="1898"/>
                </a:lnTo>
                <a:lnTo>
                  <a:pt x="15452" y="1728"/>
                </a:lnTo>
                <a:lnTo>
                  <a:pt x="15403" y="1582"/>
                </a:lnTo>
                <a:lnTo>
                  <a:pt x="15306" y="1436"/>
                </a:lnTo>
                <a:lnTo>
                  <a:pt x="15306" y="1339"/>
                </a:lnTo>
                <a:lnTo>
                  <a:pt x="15233" y="1241"/>
                </a:lnTo>
                <a:lnTo>
                  <a:pt x="15160" y="1193"/>
                </a:lnTo>
                <a:lnTo>
                  <a:pt x="15087" y="1144"/>
                </a:lnTo>
                <a:lnTo>
                  <a:pt x="14892" y="1095"/>
                </a:lnTo>
                <a:lnTo>
                  <a:pt x="13262" y="1095"/>
                </a:lnTo>
                <a:lnTo>
                  <a:pt x="13018" y="1120"/>
                </a:lnTo>
                <a:lnTo>
                  <a:pt x="13043" y="560"/>
                </a:lnTo>
                <a:lnTo>
                  <a:pt x="13043" y="268"/>
                </a:lnTo>
                <a:lnTo>
                  <a:pt x="13018" y="146"/>
                </a:lnTo>
                <a:lnTo>
                  <a:pt x="12970" y="25"/>
                </a:lnTo>
                <a:lnTo>
                  <a:pt x="12945" y="0"/>
                </a:lnTo>
                <a:lnTo>
                  <a:pt x="12897" y="0"/>
                </a:lnTo>
                <a:lnTo>
                  <a:pt x="12799" y="98"/>
                </a:lnTo>
                <a:lnTo>
                  <a:pt x="12702" y="219"/>
                </a:lnTo>
                <a:lnTo>
                  <a:pt x="12653" y="341"/>
                </a:lnTo>
                <a:lnTo>
                  <a:pt x="12605" y="463"/>
                </a:lnTo>
                <a:lnTo>
                  <a:pt x="12556" y="755"/>
                </a:lnTo>
                <a:lnTo>
                  <a:pt x="12556" y="1047"/>
                </a:lnTo>
                <a:lnTo>
                  <a:pt x="12532" y="1120"/>
                </a:lnTo>
                <a:lnTo>
                  <a:pt x="11145" y="1144"/>
                </a:lnTo>
                <a:lnTo>
                  <a:pt x="9734" y="1168"/>
                </a:lnTo>
                <a:lnTo>
                  <a:pt x="9734" y="195"/>
                </a:lnTo>
                <a:lnTo>
                  <a:pt x="9734" y="146"/>
                </a:lnTo>
                <a:lnTo>
                  <a:pt x="9709" y="98"/>
                </a:lnTo>
                <a:lnTo>
                  <a:pt x="9636" y="25"/>
                </a:lnTo>
                <a:lnTo>
                  <a:pt x="9466" y="25"/>
                </a:lnTo>
                <a:lnTo>
                  <a:pt x="9417" y="73"/>
                </a:lnTo>
                <a:lnTo>
                  <a:pt x="9344" y="171"/>
                </a:lnTo>
                <a:lnTo>
                  <a:pt x="9296" y="317"/>
                </a:lnTo>
                <a:lnTo>
                  <a:pt x="9247" y="438"/>
                </a:lnTo>
                <a:lnTo>
                  <a:pt x="9223" y="609"/>
                </a:lnTo>
                <a:lnTo>
                  <a:pt x="9198" y="901"/>
                </a:lnTo>
                <a:lnTo>
                  <a:pt x="9198" y="1193"/>
                </a:lnTo>
                <a:lnTo>
                  <a:pt x="9150" y="1193"/>
                </a:lnTo>
                <a:lnTo>
                  <a:pt x="7811" y="1217"/>
                </a:lnTo>
                <a:lnTo>
                  <a:pt x="6449" y="1241"/>
                </a:lnTo>
                <a:lnTo>
                  <a:pt x="6449" y="706"/>
                </a:lnTo>
                <a:lnTo>
                  <a:pt x="6424" y="414"/>
                </a:lnTo>
                <a:lnTo>
                  <a:pt x="6376" y="146"/>
                </a:lnTo>
                <a:lnTo>
                  <a:pt x="6351" y="73"/>
                </a:lnTo>
                <a:lnTo>
                  <a:pt x="6303" y="25"/>
                </a:lnTo>
                <a:lnTo>
                  <a:pt x="62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5559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/>
              <a:t>1</a:t>
            </a:r>
            <a:r>
              <a:rPr lang="en" sz="3800" dirty="0" smtClean="0"/>
              <a:t>.</a:t>
            </a:r>
            <a:endParaRPr sz="3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882594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 smtClean="0"/>
          </a:p>
          <a:p>
            <a:pPr marL="0" lvl="0" indent="0" algn="just" defTabSz="536575"/>
            <a:r>
              <a:rPr lang="pt-BR" sz="1600" dirty="0"/>
              <a:t>	</a:t>
            </a:r>
            <a:r>
              <a:rPr lang="pt-BR" sz="1600" dirty="0" smtClean="0"/>
              <a:t>- Características dos algoritmos:</a:t>
            </a:r>
          </a:p>
          <a:p>
            <a:pPr marL="0" lvl="0" indent="0" algn="just" defTabSz="536575"/>
            <a:endParaRPr lang="pt-BR" sz="1600" dirty="0" smtClean="0"/>
          </a:p>
          <a:p>
            <a:pPr marL="0" lvl="0" indent="0" algn="just" defTabSz="536575"/>
            <a:r>
              <a:rPr lang="pt-BR" sz="1600" dirty="0" smtClean="0"/>
              <a:t>	Finitude </a:t>
            </a:r>
            <a:r>
              <a:rPr lang="pt-BR" sz="1600" dirty="0"/>
              <a:t>– algoritmos devem terminar após um número finito de passos;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Definição </a:t>
            </a:r>
            <a:r>
              <a:rPr lang="pt-BR" sz="1600" dirty="0"/>
              <a:t>- cada passo deve ser precisamente definido;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Entradas </a:t>
            </a:r>
            <a:r>
              <a:rPr lang="pt-BR" sz="1600" dirty="0"/>
              <a:t>- devem ter uma ou mais entradas;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Saídas </a:t>
            </a:r>
            <a:r>
              <a:rPr lang="pt-BR" sz="1600" dirty="0"/>
              <a:t>- devem ter uma ou mais saídas;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Efetividade </a:t>
            </a:r>
            <a:r>
              <a:rPr lang="pt-BR" sz="1600" dirty="0"/>
              <a:t>- todas as operações devem ser simples de modo que possam ser executadas em um tempo limitado.</a:t>
            </a:r>
          </a:p>
          <a:p>
            <a:pPr marL="0" lvl="0" indent="0" algn="just" defTabSz="536575"/>
            <a:endParaRPr lang="pt-BR" sz="1600" dirty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2.</a:t>
            </a:r>
            <a:endParaRPr sz="3800" dirty="0"/>
          </a:p>
          <a:p>
            <a:pPr lvl="0"/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882594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 smtClean="0"/>
          </a:p>
          <a:p>
            <a:pPr marL="0" lvl="0" indent="0" algn="just" defTabSz="536575"/>
            <a:r>
              <a:rPr lang="pt-BR" sz="1600" dirty="0" smtClean="0"/>
              <a:t>	- Dificuldade:</a:t>
            </a:r>
            <a:r>
              <a:rPr lang="pt-BR" sz="1600" dirty="0"/>
              <a:t>	</a:t>
            </a:r>
            <a:endParaRPr lang="pt-BR" sz="1600" dirty="0" smtClean="0"/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Difícil </a:t>
            </a:r>
            <a:r>
              <a:rPr lang="pt-BR" sz="1600" dirty="0"/>
              <a:t>para iniciantes saber o que o computador pode ou não fazer.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Criação </a:t>
            </a:r>
            <a:r>
              <a:rPr lang="pt-BR" sz="1600" dirty="0"/>
              <a:t>de algoritmos é um processo não automático e tem muito de </a:t>
            </a:r>
            <a:r>
              <a:rPr lang="pt-BR" sz="1600" dirty="0" smtClean="0"/>
              <a:t>arte (criatividade).</a:t>
            </a:r>
            <a:endParaRPr lang="pt-BR" sz="1600" dirty="0"/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Pode </a:t>
            </a:r>
            <a:r>
              <a:rPr lang="pt-BR" sz="1600" dirty="0"/>
              <a:t>haver mais de uma solução para um problema.</a:t>
            </a:r>
          </a:p>
          <a:p>
            <a:pPr marL="0" lvl="0" indent="0" algn="just" defTabSz="536575"/>
            <a:endParaRPr lang="pt-BR" sz="1600" dirty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98756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3.</a:t>
            </a:r>
            <a:endParaRPr sz="3800" dirty="0"/>
          </a:p>
          <a:p>
            <a:pPr lvl="0"/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882594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 smtClean="0"/>
          </a:p>
          <a:p>
            <a:pPr marL="0" lvl="0" indent="0" algn="just" defTabSz="536575"/>
            <a:r>
              <a:rPr lang="pt-BR" sz="1600" dirty="0" smtClean="0"/>
              <a:t>	- Tipos de representação de algoritmos:</a:t>
            </a:r>
            <a:r>
              <a:rPr lang="pt-BR" sz="1600" dirty="0"/>
              <a:t>	</a:t>
            </a:r>
            <a:endParaRPr lang="pt-BR" sz="1600" dirty="0" smtClean="0"/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Linguagem </a:t>
            </a:r>
            <a:r>
              <a:rPr lang="pt-BR" sz="1600" dirty="0"/>
              <a:t>natural: algoritmos expressos diretamente em linguagem natural, como nas receitas. </a:t>
            </a:r>
            <a:r>
              <a:rPr lang="pt-BR" sz="1600" dirty="0" smtClean="0"/>
              <a:t>Exatamente como fizemos nos exercícios da aula 02.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Exemplo: 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Receita de bolo</a:t>
            </a:r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033407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666208" y="2700739"/>
            <a:ext cx="1799566" cy="213223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4.</a:t>
            </a:r>
            <a:endParaRPr sz="3800" dirty="0"/>
          </a:p>
          <a:p>
            <a:pPr lvl="0"/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882594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 smtClean="0"/>
          </a:p>
          <a:p>
            <a:pPr marL="0" lvl="0" indent="0" algn="just" defTabSz="536575"/>
            <a:r>
              <a:rPr lang="pt-BR" sz="1600" dirty="0" smtClean="0"/>
              <a:t>	- Tipos de representação de algoritmos:</a:t>
            </a:r>
            <a:r>
              <a:rPr lang="pt-BR" sz="1600" dirty="0"/>
              <a:t>	</a:t>
            </a:r>
            <a:endParaRPr lang="pt-BR" sz="1600" dirty="0" smtClean="0"/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/>
              <a:t>	Fluxogramas: representação gráfica</a:t>
            </a:r>
            <a:r>
              <a:rPr lang="pt-BR" sz="1600" dirty="0" smtClean="0"/>
              <a:t>. Utiliza uma série de blocos geométricos que representam as operações básicas de um computador (entrada, processamento e saída).</a:t>
            </a:r>
            <a:endParaRPr lang="pt-BR" sz="1600" dirty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Algoritmos | programecm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389" y="2700739"/>
            <a:ext cx="1563222" cy="2132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1804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5.</a:t>
            </a:r>
            <a:endParaRPr sz="3800" dirty="0"/>
          </a:p>
          <a:p>
            <a:pPr lvl="0"/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882594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 smtClean="0"/>
          </a:p>
          <a:p>
            <a:pPr marL="0" lvl="0" indent="0" algn="just" defTabSz="536575"/>
            <a:r>
              <a:rPr lang="pt-BR" sz="1600" dirty="0" smtClean="0"/>
              <a:t>	- Tipos de representação de algoritmos:</a:t>
            </a:r>
            <a:r>
              <a:rPr lang="pt-BR" sz="1600" dirty="0"/>
              <a:t>	</a:t>
            </a:r>
            <a:endParaRPr lang="pt-BR" sz="1600" dirty="0" smtClean="0"/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/>
              <a:t>	</a:t>
            </a:r>
            <a:r>
              <a:rPr lang="pt-BR" sz="1600" dirty="0" smtClean="0"/>
              <a:t>Português Estruturado (</a:t>
            </a:r>
            <a:r>
              <a:rPr lang="pt-BR" sz="1600" dirty="0" err="1" smtClean="0"/>
              <a:t>Portugol</a:t>
            </a:r>
            <a:r>
              <a:rPr lang="pt-BR" sz="1600" dirty="0" smtClean="0"/>
              <a:t>): </a:t>
            </a:r>
            <a:r>
              <a:rPr lang="pt-BR" sz="1600" dirty="0"/>
              <a:t>emprega linguagem intermediária entre linguagem natural e linguagem de programação</a:t>
            </a:r>
            <a:r>
              <a:rPr lang="pt-BR" sz="1600" dirty="0" smtClean="0"/>
              <a:t>.</a:t>
            </a:r>
            <a:endParaRPr lang="pt-BR" sz="1600" dirty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86160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6.</a:t>
            </a:r>
            <a:endParaRPr sz="3800" dirty="0"/>
          </a:p>
          <a:p>
            <a:pPr lvl="0"/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882594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 smtClean="0"/>
          </a:p>
          <a:p>
            <a:pPr marL="0" lvl="0" indent="0" algn="just" defTabSz="536575"/>
            <a:r>
              <a:rPr lang="pt-BR" sz="1600" dirty="0" smtClean="0"/>
              <a:t>	- Tipos de representação de algoritmos:</a:t>
            </a:r>
            <a:r>
              <a:rPr lang="pt-BR" sz="1600" dirty="0"/>
              <a:t>	</a:t>
            </a:r>
            <a:endParaRPr lang="pt-BR" sz="1600" dirty="0" smtClean="0"/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/>
              <a:t>	</a:t>
            </a:r>
            <a:r>
              <a:rPr lang="pt-BR" sz="1600" dirty="0" smtClean="0"/>
              <a:t>Teste </a:t>
            </a:r>
            <a:r>
              <a:rPr lang="pt-BR" sz="1600" dirty="0"/>
              <a:t>de Mesa: simulação do processamento das informações</a:t>
            </a:r>
            <a:r>
              <a:rPr lang="pt-BR" sz="1600" dirty="0" smtClean="0"/>
              <a:t>. Valida se a lógica aplicada gera os resultados esperados.</a:t>
            </a:r>
            <a:endParaRPr lang="pt-BR" sz="1600" dirty="0"/>
          </a:p>
          <a:p>
            <a:pPr marL="0" lvl="0" indent="0" algn="just" defTabSz="536575"/>
            <a:endParaRPr lang="pt-BR" sz="1600" dirty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6252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7.</a:t>
            </a:r>
            <a:endParaRPr sz="3800" dirty="0"/>
          </a:p>
          <a:p>
            <a:pPr lvl="0"/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882594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 smtClean="0"/>
          </a:p>
          <a:p>
            <a:pPr marL="0" lvl="0" indent="0" algn="just" defTabSz="536575"/>
            <a:r>
              <a:rPr lang="pt-BR" sz="1600" dirty="0" smtClean="0"/>
              <a:t>	</a:t>
            </a:r>
            <a:r>
              <a:rPr lang="pt-BR" sz="1600" dirty="0" smtClean="0"/>
              <a:t>Vamos praticar!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Algumas recomendações...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Realize os exercícios propostos em linguagem natural, colocando uma ação de cada vez, o mais detalhado possível.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Numere cada ação iniciando em Passo 1: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Depois de pronto, revise para validar se as instruções são suficientes para alcançar o objetivo proposto.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600" dirty="0" smtClean="0"/>
              <a:t>	Iremos corrigir depois, então tente fazer neste momento sozinho para exercitar a lógica.</a:t>
            </a:r>
            <a:endParaRPr lang="pt-BR" sz="1600" dirty="0"/>
          </a:p>
          <a:p>
            <a:pPr marL="0" lvl="0" indent="0" algn="just" defTabSz="536575"/>
            <a:endParaRPr lang="pt-BR" sz="1600" dirty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0479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8.</a:t>
            </a:r>
            <a:endParaRPr sz="3800" dirty="0"/>
          </a:p>
          <a:p>
            <a:pPr lvl="0"/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5746760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" sz="1600" dirty="0" smtClean="0"/>
          </a:p>
          <a:p>
            <a:pPr marL="0" lvl="0" indent="0" algn="just" defTabSz="536575"/>
            <a:r>
              <a:rPr lang="pt-BR" sz="1600" dirty="0" smtClean="0"/>
              <a:t>	</a:t>
            </a:r>
            <a:r>
              <a:rPr lang="pt-BR" sz="1600" dirty="0" smtClean="0"/>
              <a:t>Problema #1:</a:t>
            </a:r>
          </a:p>
          <a:p>
            <a:pPr marL="0" lvl="0" indent="0" algn="just" defTabSz="536575"/>
            <a:endParaRPr lang="pt-BR" sz="1600" dirty="0"/>
          </a:p>
          <a:p>
            <a:pPr marL="0" lvl="0" indent="0" algn="just" defTabSz="536575"/>
            <a:r>
              <a:rPr lang="pt-BR" sz="1400" dirty="0"/>
              <a:t>	 Era uma vez um fazendeiro que foi ao mercado e comprou um lobo, um carneiro e uma alface. </a:t>
            </a:r>
          </a:p>
          <a:p>
            <a:pPr marL="0" lvl="0" indent="0" algn="just" defTabSz="536575"/>
            <a:r>
              <a:rPr lang="pt-BR" sz="1400" dirty="0" smtClean="0"/>
              <a:t>	No </a:t>
            </a:r>
            <a:r>
              <a:rPr lang="pt-BR" sz="1400" dirty="0"/>
              <a:t>caminho para casa, o fazendeiro chegou à margem de um rio e arrendou um barco. </a:t>
            </a:r>
          </a:p>
          <a:p>
            <a:pPr marL="0" lvl="0" indent="0" algn="just" defTabSz="536575"/>
            <a:r>
              <a:rPr lang="pt-BR" sz="1400" dirty="0" smtClean="0"/>
              <a:t>	Mas</a:t>
            </a:r>
            <a:r>
              <a:rPr lang="pt-BR" sz="1400" dirty="0"/>
              <a:t>, na travessia do rio por </a:t>
            </a:r>
            <a:r>
              <a:rPr lang="pt-BR" sz="1400" dirty="0" smtClean="0"/>
              <a:t>viagem, </a:t>
            </a:r>
            <a:r>
              <a:rPr lang="pt-BR" sz="1400" dirty="0"/>
              <a:t>o fazendeiro poderia levar apenas a si mesmo e uma única de suas compras - o lobo ou o carneiro, ou a alface.</a:t>
            </a:r>
          </a:p>
          <a:p>
            <a:pPr marL="0" lvl="0" indent="0" algn="just" defTabSz="536575"/>
            <a:r>
              <a:rPr lang="pt-BR" sz="1400" dirty="0" smtClean="0"/>
              <a:t>	Se </a:t>
            </a:r>
            <a:r>
              <a:rPr lang="pt-BR" sz="1400" dirty="0"/>
              <a:t>fossem deixados sozinhos em uma mesma margem, o lobo comeria o carneiro e o carneiro comeria a alface.</a:t>
            </a:r>
          </a:p>
          <a:p>
            <a:pPr marL="0" lvl="0" indent="0" algn="just" defTabSz="536575"/>
            <a:r>
              <a:rPr lang="pt-BR" sz="1400" dirty="0" smtClean="0"/>
              <a:t>	O </a:t>
            </a:r>
            <a:r>
              <a:rPr lang="pt-BR" sz="1400" dirty="0"/>
              <a:t>desafio do fazendeiro é atravessar a si mesmo e as suas compras para a margem oposta do rio, deixando cada compra intacta.</a:t>
            </a:r>
          </a:p>
          <a:p>
            <a:pPr marL="0" lvl="0" indent="0" algn="just" defTabSz="536575"/>
            <a:r>
              <a:rPr lang="pt-BR" sz="1400" dirty="0" smtClean="0"/>
              <a:t>	Como </a:t>
            </a:r>
            <a:r>
              <a:rPr lang="pt-BR" sz="1400" dirty="0"/>
              <a:t>ele fará isso?</a:t>
            </a:r>
            <a:endParaRPr lang="pt-BR" sz="1400" dirty="0" smtClean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91" t="12050" b="1736"/>
          <a:stretch/>
        </p:blipFill>
        <p:spPr>
          <a:xfrm>
            <a:off x="5905786" y="2241311"/>
            <a:ext cx="2914381" cy="163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576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9.</a:t>
            </a:r>
            <a:endParaRPr sz="3800" dirty="0"/>
          </a:p>
          <a:p>
            <a:pPr lvl="0"/>
            <a:r>
              <a:rPr lang="en" sz="3800" dirty="0" smtClean="0"/>
              <a:t>Algoritmo: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6083645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 defTabSz="536575"/>
            <a:r>
              <a:rPr lang="pt-BR" sz="1600" dirty="0" smtClean="0"/>
              <a:t>	</a:t>
            </a:r>
            <a:r>
              <a:rPr lang="pt-BR" sz="1600" dirty="0"/>
              <a:t>Problema </a:t>
            </a:r>
            <a:r>
              <a:rPr lang="pt-BR" sz="1600" dirty="0" smtClean="0"/>
              <a:t>#2:</a:t>
            </a:r>
          </a:p>
          <a:p>
            <a:pPr marL="0" indent="0" algn="just" defTabSz="536575"/>
            <a:endParaRPr lang="pt-BR" sz="1600" dirty="0"/>
          </a:p>
          <a:p>
            <a:pPr marL="0" indent="0" algn="just" defTabSz="536575"/>
            <a:r>
              <a:rPr lang="pt-BR" sz="1400" dirty="0" smtClean="0"/>
              <a:t>	Um certo dia três Jesuítas encontraram as margens de um rio três Canibais, que queriam também atravessar o rio para voltarem a sua tribo. Para não criarem uma situação de conflito decidiram se revezarem na travessia, para não privilegiar nenhum dos dois grupos e assim manter a paz. </a:t>
            </a:r>
          </a:p>
          <a:p>
            <a:pPr marL="0" indent="0" algn="just" defTabSz="536575"/>
            <a:r>
              <a:rPr lang="pt-BR" sz="1400" dirty="0" smtClean="0"/>
              <a:t>	Os </a:t>
            </a:r>
            <a:r>
              <a:rPr lang="pt-BR" sz="1400" dirty="0"/>
              <a:t>missionários não podem ficar em menor número, em qualquer uma das margens, ou os canibais os devorarão.</a:t>
            </a:r>
          </a:p>
          <a:p>
            <a:pPr marL="0" indent="0" algn="just" defTabSz="536575"/>
            <a:endParaRPr lang="pt-BR" sz="1400" dirty="0" smtClean="0"/>
          </a:p>
          <a:p>
            <a:pPr marL="0" indent="0" algn="just" defTabSz="536575"/>
            <a:r>
              <a:rPr lang="pt-BR" sz="1400" dirty="0"/>
              <a:t>	</a:t>
            </a:r>
            <a:r>
              <a:rPr lang="pt-BR" sz="1400" dirty="0" smtClean="0"/>
              <a:t>Elementos: Três </a:t>
            </a:r>
            <a:r>
              <a:rPr lang="pt-BR" sz="1400" dirty="0"/>
              <a:t>jesuítas </a:t>
            </a:r>
            <a:r>
              <a:rPr lang="pt-BR" sz="1400" dirty="0" smtClean="0"/>
              <a:t>(J) e </a:t>
            </a:r>
            <a:r>
              <a:rPr lang="pt-BR" sz="1400" dirty="0"/>
              <a:t>três </a:t>
            </a:r>
            <a:r>
              <a:rPr lang="pt-BR" sz="1400" dirty="0" smtClean="0"/>
              <a:t>canibais (C) </a:t>
            </a:r>
            <a:r>
              <a:rPr lang="pt-BR" sz="1400" dirty="0"/>
              <a:t>precisam atravessar o rio no </a:t>
            </a:r>
            <a:r>
              <a:rPr lang="pt-BR" sz="1400" dirty="0" smtClean="0"/>
              <a:t>barco.</a:t>
            </a:r>
            <a:endParaRPr lang="pt-BR" sz="1400" dirty="0"/>
          </a:p>
          <a:p>
            <a:pPr marL="0" indent="0" algn="just" defTabSz="536575"/>
            <a:r>
              <a:rPr lang="pt-BR" sz="1400" dirty="0" smtClean="0"/>
              <a:t>	Regras</a:t>
            </a:r>
            <a:r>
              <a:rPr lang="pt-BR" sz="1400" dirty="0"/>
              <a:t>: somente </a:t>
            </a:r>
            <a:r>
              <a:rPr lang="pt-BR" sz="1400" dirty="0" smtClean="0"/>
              <a:t>podem haver no máximo dois membros no barco por travessia, o </a:t>
            </a:r>
            <a:r>
              <a:rPr lang="pt-BR" sz="1400" dirty="0"/>
              <a:t>condutor (ou jesuíta ou canibal) e </a:t>
            </a:r>
            <a:r>
              <a:rPr lang="pt-BR" sz="1400" dirty="0" smtClean="0"/>
              <a:t>mais uma pessoa (</a:t>
            </a:r>
            <a:r>
              <a:rPr lang="pt-BR" sz="1400" dirty="0"/>
              <a:t>ou jesuíta ou </a:t>
            </a:r>
            <a:r>
              <a:rPr lang="pt-BR" sz="1400" dirty="0" smtClean="0"/>
              <a:t>canibal), por vez.</a:t>
            </a:r>
          </a:p>
          <a:p>
            <a:pPr marL="0" indent="0" algn="just" defTabSz="536575"/>
            <a:r>
              <a:rPr lang="pt-BR" sz="1400" dirty="0"/>
              <a:t>	</a:t>
            </a:r>
            <a:r>
              <a:rPr lang="pt-BR" sz="1400" dirty="0" smtClean="0"/>
              <a:t>O condutor pode se deslocar sozinho se assim desejar.</a:t>
            </a:r>
            <a:endParaRPr lang="pt-BR" sz="1400" dirty="0"/>
          </a:p>
          <a:p>
            <a:pPr marL="0" lvl="0" indent="0" algn="just" defTabSz="536575"/>
            <a:endParaRPr lang="pt-BR" sz="1400" dirty="0" smtClean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5" t="9628" r="6542"/>
          <a:stretch/>
        </p:blipFill>
        <p:spPr>
          <a:xfrm>
            <a:off x="6242671" y="2028179"/>
            <a:ext cx="2666461" cy="169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9338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685800" y="434267"/>
            <a:ext cx="7772400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10.</a:t>
            </a:r>
            <a:endParaRPr sz="3800" dirty="0" smtClean="0"/>
          </a:p>
          <a:p>
            <a:pPr lvl="0"/>
            <a:r>
              <a:rPr lang="en" sz="3800" dirty="0" smtClean="0"/>
              <a:t>Lição de Casa: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562046" y="1371600"/>
            <a:ext cx="842292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pt-BR" sz="1600" dirty="0"/>
          </a:p>
          <a:p>
            <a:pPr marL="0" lvl="0" indent="0" algn="just"/>
            <a:r>
              <a:rPr lang="pt-BR" sz="1600" dirty="0" smtClean="0"/>
              <a:t>- Tarefa:</a:t>
            </a:r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 smtClean="0"/>
              <a:t>	</a:t>
            </a:r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/>
              <a:t>	</a:t>
            </a:r>
            <a:r>
              <a:rPr lang="pt-BR" sz="1600" dirty="0" smtClean="0"/>
              <a:t>Monte no caderno de forma sequencial instruções para os dois </a:t>
            </a:r>
            <a:r>
              <a:rPr lang="pt-BR" sz="1600" dirty="0" smtClean="0"/>
              <a:t>problemas, depois passe para um TXT (Bloco de notas):</a:t>
            </a:r>
            <a:endParaRPr lang="pt-BR" sz="1600" dirty="0" smtClean="0"/>
          </a:p>
          <a:p>
            <a:pPr marL="0" lvl="0" indent="0" algn="just">
              <a:tabLst>
                <a:tab pos="536575" algn="l"/>
              </a:tabLst>
            </a:pP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 smtClean="0"/>
              <a:t>	1 </a:t>
            </a:r>
            <a:r>
              <a:rPr lang="pt-BR" sz="1600" dirty="0"/>
              <a:t>)</a:t>
            </a:r>
            <a:r>
              <a:rPr lang="pt-BR" sz="1600" dirty="0" smtClean="0"/>
              <a:t> Exercício 1 – Fazendeiro, lobo, carneiro e alface.</a:t>
            </a:r>
            <a:endParaRPr lang="pt-BR" sz="1600" dirty="0" smtClean="0"/>
          </a:p>
          <a:p>
            <a:pPr marL="0" lvl="0" indent="0" algn="just">
              <a:tabLst>
                <a:tab pos="536575" algn="l"/>
              </a:tabLst>
            </a:pP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 smtClean="0"/>
              <a:t>	2 </a:t>
            </a:r>
            <a:r>
              <a:rPr lang="pt-BR" sz="1600" dirty="0" smtClean="0"/>
              <a:t>) Exercício 2 – Três Jesuítas e Três Canibais. </a:t>
            </a:r>
            <a:endParaRPr lang="pt-BR" sz="1600" dirty="0" smtClean="0"/>
          </a:p>
          <a:p>
            <a:pPr marL="0" lvl="0" indent="0" algn="just"/>
            <a:endParaRPr lang="pt-BR" sz="1600" dirty="0" smtClean="0"/>
          </a:p>
          <a:p>
            <a:pPr marL="0" lvl="0" indent="0" algn="just"/>
            <a:r>
              <a:rPr lang="pt-BR" sz="1600" dirty="0" smtClean="0"/>
              <a:t>- Objetivo:</a:t>
            </a:r>
          </a:p>
          <a:p>
            <a:pPr marL="0" lvl="0" indent="0" algn="just"/>
            <a:endParaRPr lang="pt-BR" sz="1600" dirty="0" smtClean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 smtClean="0"/>
              <a:t>	</a:t>
            </a:r>
            <a:r>
              <a:rPr lang="pt-BR" sz="1600" dirty="0"/>
              <a:t>Reforçar os conhecimentos aprendidos e mensurar quanto do assunto foi entendido e quais temas deverão ser revisados, para que o conhecimento seja consolidado.</a:t>
            </a:r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7" name="Google Shape;354;p38"/>
          <p:cNvSpPr/>
          <p:nvPr/>
        </p:nvSpPr>
        <p:spPr>
          <a:xfrm>
            <a:off x="7601672" y="245579"/>
            <a:ext cx="797826" cy="971814"/>
          </a:xfrm>
          <a:custGeom>
            <a:avLst/>
            <a:gdLst/>
            <a:ahLst/>
            <a:cxnLst/>
            <a:rect l="l" t="t" r="r" b="b"/>
            <a:pathLst>
              <a:path w="16863" h="20878" extrusionOk="0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60" y="2093"/>
                </a:lnTo>
                <a:lnTo>
                  <a:pt x="1485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41" y="2798"/>
                </a:lnTo>
                <a:lnTo>
                  <a:pt x="901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39" y="2287"/>
                </a:lnTo>
                <a:lnTo>
                  <a:pt x="1436" y="2117"/>
                </a:lnTo>
                <a:lnTo>
                  <a:pt x="1460" y="2093"/>
                </a:lnTo>
                <a:lnTo>
                  <a:pt x="1436" y="2044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487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3237" y="803"/>
                </a:moveTo>
                <a:lnTo>
                  <a:pt x="13383" y="949"/>
                </a:lnTo>
                <a:lnTo>
                  <a:pt x="13651" y="1192"/>
                </a:lnTo>
                <a:lnTo>
                  <a:pt x="13943" y="1436"/>
                </a:lnTo>
                <a:lnTo>
                  <a:pt x="14210" y="1655"/>
                </a:lnTo>
                <a:lnTo>
                  <a:pt x="14454" y="1922"/>
                </a:lnTo>
                <a:lnTo>
                  <a:pt x="14697" y="2214"/>
                </a:lnTo>
                <a:lnTo>
                  <a:pt x="14965" y="2482"/>
                </a:lnTo>
                <a:lnTo>
                  <a:pt x="15500" y="3017"/>
                </a:lnTo>
                <a:lnTo>
                  <a:pt x="15646" y="3188"/>
                </a:lnTo>
                <a:lnTo>
                  <a:pt x="15792" y="3382"/>
                </a:lnTo>
                <a:lnTo>
                  <a:pt x="15938" y="3577"/>
                </a:lnTo>
                <a:lnTo>
                  <a:pt x="16084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1" y="3042"/>
                </a:lnTo>
                <a:lnTo>
                  <a:pt x="13188" y="2239"/>
                </a:lnTo>
                <a:lnTo>
                  <a:pt x="13188" y="1874"/>
                </a:lnTo>
                <a:lnTo>
                  <a:pt x="13188" y="1533"/>
                </a:lnTo>
                <a:lnTo>
                  <a:pt x="13237" y="803"/>
                </a:lnTo>
                <a:close/>
                <a:moveTo>
                  <a:pt x="1509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193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09" y="3163"/>
                </a:lnTo>
                <a:close/>
                <a:moveTo>
                  <a:pt x="1533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68" y="4745"/>
                </a:lnTo>
                <a:lnTo>
                  <a:pt x="828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03" y="4477"/>
                </a:lnTo>
                <a:lnTo>
                  <a:pt x="1095" y="4258"/>
                </a:lnTo>
                <a:lnTo>
                  <a:pt x="1533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17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487" y="6254"/>
                </a:lnTo>
                <a:lnTo>
                  <a:pt x="487" y="5499"/>
                </a:lnTo>
                <a:lnTo>
                  <a:pt x="633" y="5475"/>
                </a:lnTo>
                <a:lnTo>
                  <a:pt x="755" y="5426"/>
                </a:lnTo>
                <a:lnTo>
                  <a:pt x="998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68" y="6473"/>
                </a:lnTo>
                <a:lnTo>
                  <a:pt x="998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487" y="6448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6984" y="6205"/>
                </a:moveTo>
                <a:lnTo>
                  <a:pt x="6935" y="6229"/>
                </a:lnTo>
                <a:lnTo>
                  <a:pt x="6862" y="6278"/>
                </a:lnTo>
                <a:lnTo>
                  <a:pt x="6716" y="6424"/>
                </a:lnTo>
                <a:lnTo>
                  <a:pt x="6546" y="6594"/>
                </a:lnTo>
                <a:lnTo>
                  <a:pt x="6327" y="6740"/>
                </a:lnTo>
                <a:lnTo>
                  <a:pt x="6108" y="6862"/>
                </a:lnTo>
                <a:lnTo>
                  <a:pt x="5986" y="6911"/>
                </a:lnTo>
                <a:lnTo>
                  <a:pt x="5889" y="6935"/>
                </a:lnTo>
                <a:lnTo>
                  <a:pt x="5767" y="6935"/>
                </a:lnTo>
                <a:lnTo>
                  <a:pt x="5670" y="6911"/>
                </a:lnTo>
                <a:lnTo>
                  <a:pt x="5572" y="6886"/>
                </a:lnTo>
                <a:lnTo>
                  <a:pt x="5499" y="6838"/>
                </a:lnTo>
                <a:lnTo>
                  <a:pt x="5426" y="6740"/>
                </a:lnTo>
                <a:lnTo>
                  <a:pt x="5353" y="6619"/>
                </a:lnTo>
                <a:lnTo>
                  <a:pt x="5305" y="6546"/>
                </a:lnTo>
                <a:lnTo>
                  <a:pt x="5232" y="6521"/>
                </a:lnTo>
                <a:lnTo>
                  <a:pt x="5134" y="6521"/>
                </a:lnTo>
                <a:lnTo>
                  <a:pt x="5061" y="6546"/>
                </a:lnTo>
                <a:lnTo>
                  <a:pt x="4794" y="6716"/>
                </a:lnTo>
                <a:lnTo>
                  <a:pt x="4599" y="6813"/>
                </a:lnTo>
                <a:lnTo>
                  <a:pt x="4429" y="6911"/>
                </a:lnTo>
                <a:lnTo>
                  <a:pt x="4283" y="6959"/>
                </a:lnTo>
                <a:lnTo>
                  <a:pt x="4210" y="6959"/>
                </a:lnTo>
                <a:lnTo>
                  <a:pt x="4137" y="6935"/>
                </a:lnTo>
                <a:lnTo>
                  <a:pt x="4088" y="6911"/>
                </a:lnTo>
                <a:lnTo>
                  <a:pt x="4064" y="6838"/>
                </a:lnTo>
                <a:lnTo>
                  <a:pt x="4039" y="6765"/>
                </a:lnTo>
                <a:lnTo>
                  <a:pt x="4039" y="6667"/>
                </a:lnTo>
                <a:lnTo>
                  <a:pt x="4039" y="6619"/>
                </a:lnTo>
                <a:lnTo>
                  <a:pt x="4015" y="6594"/>
                </a:lnTo>
                <a:lnTo>
                  <a:pt x="3966" y="6570"/>
                </a:lnTo>
                <a:lnTo>
                  <a:pt x="3893" y="6570"/>
                </a:lnTo>
                <a:lnTo>
                  <a:pt x="3845" y="6643"/>
                </a:lnTo>
                <a:lnTo>
                  <a:pt x="3796" y="6862"/>
                </a:lnTo>
                <a:lnTo>
                  <a:pt x="3772" y="6959"/>
                </a:lnTo>
                <a:lnTo>
                  <a:pt x="3772" y="7057"/>
                </a:lnTo>
                <a:lnTo>
                  <a:pt x="3796" y="7154"/>
                </a:lnTo>
                <a:lnTo>
                  <a:pt x="3845" y="7251"/>
                </a:lnTo>
                <a:lnTo>
                  <a:pt x="3942" y="7300"/>
                </a:lnTo>
                <a:lnTo>
                  <a:pt x="4064" y="7349"/>
                </a:lnTo>
                <a:lnTo>
                  <a:pt x="4331" y="7349"/>
                </a:lnTo>
                <a:lnTo>
                  <a:pt x="4453" y="7324"/>
                </a:lnTo>
                <a:lnTo>
                  <a:pt x="4599" y="7276"/>
                </a:lnTo>
                <a:lnTo>
                  <a:pt x="4842" y="7154"/>
                </a:lnTo>
                <a:lnTo>
                  <a:pt x="5086" y="7008"/>
                </a:lnTo>
                <a:lnTo>
                  <a:pt x="5183" y="7130"/>
                </a:lnTo>
                <a:lnTo>
                  <a:pt x="5280" y="7203"/>
                </a:lnTo>
                <a:lnTo>
                  <a:pt x="5378" y="7276"/>
                </a:lnTo>
                <a:lnTo>
                  <a:pt x="5499" y="7324"/>
                </a:lnTo>
                <a:lnTo>
                  <a:pt x="5597" y="7349"/>
                </a:lnTo>
                <a:lnTo>
                  <a:pt x="5718" y="7349"/>
                </a:lnTo>
                <a:lnTo>
                  <a:pt x="5962" y="7324"/>
                </a:lnTo>
                <a:lnTo>
                  <a:pt x="6229" y="7251"/>
                </a:lnTo>
                <a:lnTo>
                  <a:pt x="6473" y="7130"/>
                </a:lnTo>
                <a:lnTo>
                  <a:pt x="6716" y="6984"/>
                </a:lnTo>
                <a:lnTo>
                  <a:pt x="6935" y="6813"/>
                </a:lnTo>
                <a:lnTo>
                  <a:pt x="7057" y="6959"/>
                </a:lnTo>
                <a:lnTo>
                  <a:pt x="7203" y="7081"/>
                </a:lnTo>
                <a:lnTo>
                  <a:pt x="7373" y="7154"/>
                </a:lnTo>
                <a:lnTo>
                  <a:pt x="7568" y="7203"/>
                </a:lnTo>
                <a:lnTo>
                  <a:pt x="7714" y="7227"/>
                </a:lnTo>
                <a:lnTo>
                  <a:pt x="7981" y="7227"/>
                </a:lnTo>
                <a:lnTo>
                  <a:pt x="8103" y="7178"/>
                </a:lnTo>
                <a:lnTo>
                  <a:pt x="8225" y="7130"/>
                </a:lnTo>
                <a:lnTo>
                  <a:pt x="8322" y="7057"/>
                </a:lnTo>
                <a:lnTo>
                  <a:pt x="8541" y="6911"/>
                </a:lnTo>
                <a:lnTo>
                  <a:pt x="8663" y="7057"/>
                </a:lnTo>
                <a:lnTo>
                  <a:pt x="8833" y="7154"/>
                </a:lnTo>
                <a:lnTo>
                  <a:pt x="9028" y="7203"/>
                </a:lnTo>
                <a:lnTo>
                  <a:pt x="9222" y="7227"/>
                </a:lnTo>
                <a:lnTo>
                  <a:pt x="9441" y="7203"/>
                </a:lnTo>
                <a:lnTo>
                  <a:pt x="9636" y="7154"/>
                </a:lnTo>
                <a:lnTo>
                  <a:pt x="9830" y="7057"/>
                </a:lnTo>
                <a:lnTo>
                  <a:pt x="10001" y="6935"/>
                </a:lnTo>
                <a:lnTo>
                  <a:pt x="10171" y="7057"/>
                </a:lnTo>
                <a:lnTo>
                  <a:pt x="10341" y="7154"/>
                </a:lnTo>
                <a:lnTo>
                  <a:pt x="10512" y="7227"/>
                </a:lnTo>
                <a:lnTo>
                  <a:pt x="10706" y="7276"/>
                </a:lnTo>
                <a:lnTo>
                  <a:pt x="10877" y="7276"/>
                </a:lnTo>
                <a:lnTo>
                  <a:pt x="11047" y="7251"/>
                </a:lnTo>
                <a:lnTo>
                  <a:pt x="11193" y="7203"/>
                </a:lnTo>
                <a:lnTo>
                  <a:pt x="11339" y="7105"/>
                </a:lnTo>
                <a:lnTo>
                  <a:pt x="11436" y="7203"/>
                </a:lnTo>
                <a:lnTo>
                  <a:pt x="11534" y="7276"/>
                </a:lnTo>
                <a:lnTo>
                  <a:pt x="11655" y="7349"/>
                </a:lnTo>
                <a:lnTo>
                  <a:pt x="11777" y="7397"/>
                </a:lnTo>
                <a:lnTo>
                  <a:pt x="11899" y="7422"/>
                </a:lnTo>
                <a:lnTo>
                  <a:pt x="12020" y="7422"/>
                </a:lnTo>
                <a:lnTo>
                  <a:pt x="12142" y="7397"/>
                </a:lnTo>
                <a:lnTo>
                  <a:pt x="12239" y="7349"/>
                </a:lnTo>
                <a:lnTo>
                  <a:pt x="12337" y="7300"/>
                </a:lnTo>
                <a:lnTo>
                  <a:pt x="12434" y="7203"/>
                </a:lnTo>
                <a:lnTo>
                  <a:pt x="12604" y="7032"/>
                </a:lnTo>
                <a:lnTo>
                  <a:pt x="12848" y="7178"/>
                </a:lnTo>
                <a:lnTo>
                  <a:pt x="12969" y="7251"/>
                </a:lnTo>
                <a:lnTo>
                  <a:pt x="13091" y="7300"/>
                </a:lnTo>
                <a:lnTo>
                  <a:pt x="13213" y="7324"/>
                </a:lnTo>
                <a:lnTo>
                  <a:pt x="13334" y="7324"/>
                </a:lnTo>
                <a:lnTo>
                  <a:pt x="13432" y="7300"/>
                </a:lnTo>
                <a:lnTo>
                  <a:pt x="13529" y="7227"/>
                </a:lnTo>
                <a:lnTo>
                  <a:pt x="13651" y="7324"/>
                </a:lnTo>
                <a:lnTo>
                  <a:pt x="13797" y="7373"/>
                </a:lnTo>
                <a:lnTo>
                  <a:pt x="13967" y="7397"/>
                </a:lnTo>
                <a:lnTo>
                  <a:pt x="14113" y="7373"/>
                </a:lnTo>
                <a:lnTo>
                  <a:pt x="14259" y="7349"/>
                </a:lnTo>
                <a:lnTo>
                  <a:pt x="14405" y="7251"/>
                </a:lnTo>
                <a:lnTo>
                  <a:pt x="14502" y="7154"/>
                </a:lnTo>
                <a:lnTo>
                  <a:pt x="14575" y="7008"/>
                </a:lnTo>
                <a:lnTo>
                  <a:pt x="14575" y="6959"/>
                </a:lnTo>
                <a:lnTo>
                  <a:pt x="14575" y="6935"/>
                </a:lnTo>
                <a:lnTo>
                  <a:pt x="14527" y="6911"/>
                </a:lnTo>
                <a:lnTo>
                  <a:pt x="14502" y="6911"/>
                </a:lnTo>
                <a:lnTo>
                  <a:pt x="14283" y="6959"/>
                </a:lnTo>
                <a:lnTo>
                  <a:pt x="14016" y="7032"/>
                </a:lnTo>
                <a:lnTo>
                  <a:pt x="13894" y="7032"/>
                </a:lnTo>
                <a:lnTo>
                  <a:pt x="13772" y="7008"/>
                </a:lnTo>
                <a:lnTo>
                  <a:pt x="13699" y="6959"/>
                </a:lnTo>
                <a:lnTo>
                  <a:pt x="13651" y="6911"/>
                </a:lnTo>
                <a:lnTo>
                  <a:pt x="13651" y="6862"/>
                </a:lnTo>
                <a:lnTo>
                  <a:pt x="13626" y="6789"/>
                </a:lnTo>
                <a:lnTo>
                  <a:pt x="13578" y="6740"/>
                </a:lnTo>
                <a:lnTo>
                  <a:pt x="13529" y="6692"/>
                </a:lnTo>
                <a:lnTo>
                  <a:pt x="13407" y="6692"/>
                </a:lnTo>
                <a:lnTo>
                  <a:pt x="13359" y="6716"/>
                </a:lnTo>
                <a:lnTo>
                  <a:pt x="13334" y="6789"/>
                </a:lnTo>
                <a:lnTo>
                  <a:pt x="13310" y="6862"/>
                </a:lnTo>
                <a:lnTo>
                  <a:pt x="13286" y="6911"/>
                </a:lnTo>
                <a:lnTo>
                  <a:pt x="13286" y="6959"/>
                </a:lnTo>
                <a:lnTo>
                  <a:pt x="13261" y="6984"/>
                </a:lnTo>
                <a:lnTo>
                  <a:pt x="13115" y="6984"/>
                </a:lnTo>
                <a:lnTo>
                  <a:pt x="13018" y="6935"/>
                </a:lnTo>
                <a:lnTo>
                  <a:pt x="12823" y="6789"/>
                </a:lnTo>
                <a:lnTo>
                  <a:pt x="12677" y="6667"/>
                </a:lnTo>
                <a:lnTo>
                  <a:pt x="12629" y="6643"/>
                </a:lnTo>
                <a:lnTo>
                  <a:pt x="12580" y="6619"/>
                </a:lnTo>
                <a:lnTo>
                  <a:pt x="12507" y="6619"/>
                </a:lnTo>
                <a:lnTo>
                  <a:pt x="12458" y="6667"/>
                </a:lnTo>
                <a:lnTo>
                  <a:pt x="12264" y="6886"/>
                </a:lnTo>
                <a:lnTo>
                  <a:pt x="12166" y="6959"/>
                </a:lnTo>
                <a:lnTo>
                  <a:pt x="12045" y="7032"/>
                </a:lnTo>
                <a:lnTo>
                  <a:pt x="11947" y="7057"/>
                </a:lnTo>
                <a:lnTo>
                  <a:pt x="11850" y="7032"/>
                </a:lnTo>
                <a:lnTo>
                  <a:pt x="11777" y="7008"/>
                </a:lnTo>
                <a:lnTo>
                  <a:pt x="11704" y="6911"/>
                </a:lnTo>
                <a:lnTo>
                  <a:pt x="11631" y="6813"/>
                </a:lnTo>
                <a:lnTo>
                  <a:pt x="11582" y="6667"/>
                </a:lnTo>
                <a:lnTo>
                  <a:pt x="11582" y="6594"/>
                </a:lnTo>
                <a:lnTo>
                  <a:pt x="11534" y="6521"/>
                </a:lnTo>
                <a:lnTo>
                  <a:pt x="11485" y="6497"/>
                </a:lnTo>
                <a:lnTo>
                  <a:pt x="11436" y="6473"/>
                </a:lnTo>
                <a:lnTo>
                  <a:pt x="11363" y="6473"/>
                </a:lnTo>
                <a:lnTo>
                  <a:pt x="11315" y="6497"/>
                </a:lnTo>
                <a:lnTo>
                  <a:pt x="11266" y="6546"/>
                </a:lnTo>
                <a:lnTo>
                  <a:pt x="11217" y="6619"/>
                </a:lnTo>
                <a:lnTo>
                  <a:pt x="11193" y="6716"/>
                </a:lnTo>
                <a:lnTo>
                  <a:pt x="11144" y="6789"/>
                </a:lnTo>
                <a:lnTo>
                  <a:pt x="11071" y="6838"/>
                </a:lnTo>
                <a:lnTo>
                  <a:pt x="11023" y="6886"/>
                </a:lnTo>
                <a:lnTo>
                  <a:pt x="10950" y="6911"/>
                </a:lnTo>
                <a:lnTo>
                  <a:pt x="10877" y="6911"/>
                </a:lnTo>
                <a:lnTo>
                  <a:pt x="10706" y="6886"/>
                </a:lnTo>
                <a:lnTo>
                  <a:pt x="10560" y="6838"/>
                </a:lnTo>
                <a:lnTo>
                  <a:pt x="10390" y="6740"/>
                </a:lnTo>
                <a:lnTo>
                  <a:pt x="10268" y="6643"/>
                </a:lnTo>
                <a:lnTo>
                  <a:pt x="10147" y="6521"/>
                </a:lnTo>
                <a:lnTo>
                  <a:pt x="10074" y="6473"/>
                </a:lnTo>
                <a:lnTo>
                  <a:pt x="10001" y="6448"/>
                </a:lnTo>
                <a:lnTo>
                  <a:pt x="9928" y="6473"/>
                </a:lnTo>
                <a:lnTo>
                  <a:pt x="9855" y="6521"/>
                </a:lnTo>
                <a:lnTo>
                  <a:pt x="9757" y="6619"/>
                </a:lnTo>
                <a:lnTo>
                  <a:pt x="9611" y="6716"/>
                </a:lnTo>
                <a:lnTo>
                  <a:pt x="9441" y="6789"/>
                </a:lnTo>
                <a:lnTo>
                  <a:pt x="9271" y="6838"/>
                </a:lnTo>
                <a:lnTo>
                  <a:pt x="9101" y="6838"/>
                </a:lnTo>
                <a:lnTo>
                  <a:pt x="9028" y="6813"/>
                </a:lnTo>
                <a:lnTo>
                  <a:pt x="8979" y="6789"/>
                </a:lnTo>
                <a:lnTo>
                  <a:pt x="8906" y="6740"/>
                </a:lnTo>
                <a:lnTo>
                  <a:pt x="8882" y="6667"/>
                </a:lnTo>
                <a:lnTo>
                  <a:pt x="8833" y="6594"/>
                </a:lnTo>
                <a:lnTo>
                  <a:pt x="8833" y="6497"/>
                </a:lnTo>
                <a:lnTo>
                  <a:pt x="8809" y="6424"/>
                </a:lnTo>
                <a:lnTo>
                  <a:pt x="8784" y="6375"/>
                </a:lnTo>
                <a:lnTo>
                  <a:pt x="8736" y="6327"/>
                </a:lnTo>
                <a:lnTo>
                  <a:pt x="8687" y="6302"/>
                </a:lnTo>
                <a:lnTo>
                  <a:pt x="8638" y="6278"/>
                </a:lnTo>
                <a:lnTo>
                  <a:pt x="8565" y="6278"/>
                </a:lnTo>
                <a:lnTo>
                  <a:pt x="8517" y="6302"/>
                </a:lnTo>
                <a:lnTo>
                  <a:pt x="8468" y="6351"/>
                </a:lnTo>
                <a:lnTo>
                  <a:pt x="8298" y="6546"/>
                </a:lnTo>
                <a:lnTo>
                  <a:pt x="8200" y="6643"/>
                </a:lnTo>
                <a:lnTo>
                  <a:pt x="8103" y="6740"/>
                </a:lnTo>
                <a:lnTo>
                  <a:pt x="7981" y="6789"/>
                </a:lnTo>
                <a:lnTo>
                  <a:pt x="7860" y="6813"/>
                </a:lnTo>
                <a:lnTo>
                  <a:pt x="7714" y="6813"/>
                </a:lnTo>
                <a:lnTo>
                  <a:pt x="7592" y="6789"/>
                </a:lnTo>
                <a:lnTo>
                  <a:pt x="7446" y="6740"/>
                </a:lnTo>
                <a:lnTo>
                  <a:pt x="7349" y="6667"/>
                </a:lnTo>
                <a:lnTo>
                  <a:pt x="7276" y="6546"/>
                </a:lnTo>
                <a:lnTo>
                  <a:pt x="7227" y="6424"/>
                </a:lnTo>
                <a:lnTo>
                  <a:pt x="7227" y="6375"/>
                </a:lnTo>
                <a:lnTo>
                  <a:pt x="7178" y="6302"/>
                </a:lnTo>
                <a:lnTo>
                  <a:pt x="7154" y="6278"/>
                </a:lnTo>
                <a:lnTo>
                  <a:pt x="7105" y="6229"/>
                </a:lnTo>
                <a:lnTo>
                  <a:pt x="7032" y="6205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44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55" y="7349"/>
                </a:lnTo>
                <a:lnTo>
                  <a:pt x="949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33" y="9222"/>
                </a:lnTo>
                <a:lnTo>
                  <a:pt x="584" y="8492"/>
                </a:lnTo>
                <a:lnTo>
                  <a:pt x="730" y="8444"/>
                </a:lnTo>
                <a:lnTo>
                  <a:pt x="852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0901" y="8638"/>
                </a:moveTo>
                <a:lnTo>
                  <a:pt x="10828" y="8687"/>
                </a:lnTo>
                <a:lnTo>
                  <a:pt x="10779" y="8736"/>
                </a:lnTo>
                <a:lnTo>
                  <a:pt x="10706" y="8857"/>
                </a:lnTo>
                <a:lnTo>
                  <a:pt x="10682" y="8979"/>
                </a:lnTo>
                <a:lnTo>
                  <a:pt x="10560" y="9076"/>
                </a:lnTo>
                <a:lnTo>
                  <a:pt x="10414" y="9149"/>
                </a:lnTo>
                <a:lnTo>
                  <a:pt x="10293" y="9173"/>
                </a:lnTo>
                <a:lnTo>
                  <a:pt x="10122" y="9173"/>
                </a:lnTo>
                <a:lnTo>
                  <a:pt x="10025" y="9149"/>
                </a:lnTo>
                <a:lnTo>
                  <a:pt x="9976" y="9125"/>
                </a:lnTo>
                <a:lnTo>
                  <a:pt x="9928" y="9076"/>
                </a:lnTo>
                <a:lnTo>
                  <a:pt x="9903" y="9028"/>
                </a:lnTo>
                <a:lnTo>
                  <a:pt x="9903" y="8930"/>
                </a:lnTo>
                <a:lnTo>
                  <a:pt x="9879" y="8857"/>
                </a:lnTo>
                <a:lnTo>
                  <a:pt x="9830" y="8809"/>
                </a:lnTo>
                <a:lnTo>
                  <a:pt x="9757" y="8760"/>
                </a:lnTo>
                <a:lnTo>
                  <a:pt x="9684" y="8760"/>
                </a:lnTo>
                <a:lnTo>
                  <a:pt x="9611" y="8784"/>
                </a:lnTo>
                <a:lnTo>
                  <a:pt x="9563" y="8833"/>
                </a:lnTo>
                <a:lnTo>
                  <a:pt x="9514" y="8906"/>
                </a:lnTo>
                <a:lnTo>
                  <a:pt x="9490" y="8955"/>
                </a:lnTo>
                <a:lnTo>
                  <a:pt x="9441" y="9003"/>
                </a:lnTo>
                <a:lnTo>
                  <a:pt x="9320" y="9052"/>
                </a:lnTo>
                <a:lnTo>
                  <a:pt x="9149" y="9101"/>
                </a:lnTo>
                <a:lnTo>
                  <a:pt x="8979" y="9125"/>
                </a:lnTo>
                <a:lnTo>
                  <a:pt x="8809" y="9101"/>
                </a:lnTo>
                <a:lnTo>
                  <a:pt x="8663" y="9076"/>
                </a:lnTo>
                <a:lnTo>
                  <a:pt x="8541" y="9003"/>
                </a:lnTo>
                <a:lnTo>
                  <a:pt x="8517" y="8955"/>
                </a:lnTo>
                <a:lnTo>
                  <a:pt x="8492" y="8906"/>
                </a:lnTo>
                <a:lnTo>
                  <a:pt x="8492" y="8833"/>
                </a:lnTo>
                <a:lnTo>
                  <a:pt x="8444" y="8784"/>
                </a:lnTo>
                <a:lnTo>
                  <a:pt x="8419" y="8736"/>
                </a:lnTo>
                <a:lnTo>
                  <a:pt x="8371" y="8711"/>
                </a:lnTo>
                <a:lnTo>
                  <a:pt x="8298" y="8687"/>
                </a:lnTo>
                <a:lnTo>
                  <a:pt x="8249" y="8687"/>
                </a:lnTo>
                <a:lnTo>
                  <a:pt x="8200" y="8711"/>
                </a:lnTo>
                <a:lnTo>
                  <a:pt x="8127" y="8736"/>
                </a:lnTo>
                <a:lnTo>
                  <a:pt x="8006" y="8906"/>
                </a:lnTo>
                <a:lnTo>
                  <a:pt x="7860" y="9052"/>
                </a:lnTo>
                <a:lnTo>
                  <a:pt x="7787" y="9125"/>
                </a:lnTo>
                <a:lnTo>
                  <a:pt x="7689" y="9173"/>
                </a:lnTo>
                <a:lnTo>
                  <a:pt x="7568" y="9222"/>
                </a:lnTo>
                <a:lnTo>
                  <a:pt x="7446" y="9246"/>
                </a:lnTo>
                <a:lnTo>
                  <a:pt x="7324" y="9246"/>
                </a:lnTo>
                <a:lnTo>
                  <a:pt x="7276" y="9222"/>
                </a:lnTo>
                <a:lnTo>
                  <a:pt x="7227" y="9198"/>
                </a:lnTo>
                <a:lnTo>
                  <a:pt x="7203" y="9149"/>
                </a:lnTo>
                <a:lnTo>
                  <a:pt x="7178" y="9076"/>
                </a:lnTo>
                <a:lnTo>
                  <a:pt x="7178" y="9003"/>
                </a:lnTo>
                <a:lnTo>
                  <a:pt x="7203" y="8930"/>
                </a:lnTo>
                <a:lnTo>
                  <a:pt x="7203" y="8833"/>
                </a:lnTo>
                <a:lnTo>
                  <a:pt x="7154" y="8760"/>
                </a:lnTo>
                <a:lnTo>
                  <a:pt x="7105" y="8687"/>
                </a:lnTo>
                <a:lnTo>
                  <a:pt x="7032" y="8663"/>
                </a:lnTo>
                <a:lnTo>
                  <a:pt x="6886" y="8663"/>
                </a:lnTo>
                <a:lnTo>
                  <a:pt x="6813" y="8711"/>
                </a:lnTo>
                <a:lnTo>
                  <a:pt x="6789" y="8809"/>
                </a:lnTo>
                <a:lnTo>
                  <a:pt x="6740" y="8906"/>
                </a:lnTo>
                <a:lnTo>
                  <a:pt x="6692" y="8979"/>
                </a:lnTo>
                <a:lnTo>
                  <a:pt x="6619" y="9076"/>
                </a:lnTo>
                <a:lnTo>
                  <a:pt x="6521" y="9125"/>
                </a:lnTo>
                <a:lnTo>
                  <a:pt x="6424" y="9173"/>
                </a:lnTo>
                <a:lnTo>
                  <a:pt x="6327" y="9222"/>
                </a:lnTo>
                <a:lnTo>
                  <a:pt x="6083" y="9271"/>
                </a:lnTo>
                <a:lnTo>
                  <a:pt x="5864" y="9246"/>
                </a:lnTo>
                <a:lnTo>
                  <a:pt x="5743" y="9222"/>
                </a:lnTo>
                <a:lnTo>
                  <a:pt x="5645" y="9198"/>
                </a:lnTo>
                <a:lnTo>
                  <a:pt x="5572" y="9125"/>
                </a:lnTo>
                <a:lnTo>
                  <a:pt x="5499" y="9052"/>
                </a:lnTo>
                <a:lnTo>
                  <a:pt x="5451" y="8979"/>
                </a:lnTo>
                <a:lnTo>
                  <a:pt x="5402" y="8882"/>
                </a:lnTo>
                <a:lnTo>
                  <a:pt x="5402" y="8833"/>
                </a:lnTo>
                <a:lnTo>
                  <a:pt x="5378" y="8784"/>
                </a:lnTo>
                <a:lnTo>
                  <a:pt x="5280" y="8736"/>
                </a:lnTo>
                <a:lnTo>
                  <a:pt x="5183" y="8711"/>
                </a:lnTo>
                <a:lnTo>
                  <a:pt x="5086" y="8736"/>
                </a:lnTo>
                <a:lnTo>
                  <a:pt x="4842" y="8906"/>
                </a:lnTo>
                <a:lnTo>
                  <a:pt x="4648" y="9028"/>
                </a:lnTo>
                <a:lnTo>
                  <a:pt x="4453" y="9149"/>
                </a:lnTo>
                <a:lnTo>
                  <a:pt x="4258" y="9222"/>
                </a:lnTo>
                <a:lnTo>
                  <a:pt x="4112" y="9222"/>
                </a:lnTo>
                <a:lnTo>
                  <a:pt x="4064" y="9198"/>
                </a:lnTo>
                <a:lnTo>
                  <a:pt x="4015" y="9149"/>
                </a:lnTo>
                <a:lnTo>
                  <a:pt x="3991" y="9076"/>
                </a:lnTo>
                <a:lnTo>
                  <a:pt x="4015" y="8955"/>
                </a:lnTo>
                <a:lnTo>
                  <a:pt x="4015" y="8906"/>
                </a:lnTo>
                <a:lnTo>
                  <a:pt x="3991" y="8857"/>
                </a:lnTo>
                <a:lnTo>
                  <a:pt x="3966" y="8833"/>
                </a:lnTo>
                <a:lnTo>
                  <a:pt x="3918" y="8809"/>
                </a:lnTo>
                <a:lnTo>
                  <a:pt x="3893" y="8784"/>
                </a:lnTo>
                <a:lnTo>
                  <a:pt x="3845" y="8809"/>
                </a:lnTo>
                <a:lnTo>
                  <a:pt x="3796" y="8809"/>
                </a:lnTo>
                <a:lnTo>
                  <a:pt x="3747" y="8857"/>
                </a:lnTo>
                <a:lnTo>
                  <a:pt x="3699" y="8979"/>
                </a:lnTo>
                <a:lnTo>
                  <a:pt x="3674" y="9101"/>
                </a:lnTo>
                <a:lnTo>
                  <a:pt x="3674" y="9222"/>
                </a:lnTo>
                <a:lnTo>
                  <a:pt x="3699" y="9319"/>
                </a:lnTo>
                <a:lnTo>
                  <a:pt x="3772" y="9417"/>
                </a:lnTo>
                <a:lnTo>
                  <a:pt x="3845" y="9514"/>
                </a:lnTo>
                <a:lnTo>
                  <a:pt x="3966" y="9587"/>
                </a:lnTo>
                <a:lnTo>
                  <a:pt x="4088" y="9636"/>
                </a:lnTo>
                <a:lnTo>
                  <a:pt x="4210" y="9660"/>
                </a:lnTo>
                <a:lnTo>
                  <a:pt x="4356" y="9636"/>
                </a:lnTo>
                <a:lnTo>
                  <a:pt x="4477" y="9611"/>
                </a:lnTo>
                <a:lnTo>
                  <a:pt x="4599" y="9563"/>
                </a:lnTo>
                <a:lnTo>
                  <a:pt x="4842" y="9417"/>
                </a:lnTo>
                <a:lnTo>
                  <a:pt x="5086" y="9246"/>
                </a:lnTo>
                <a:lnTo>
                  <a:pt x="5159" y="9344"/>
                </a:lnTo>
                <a:lnTo>
                  <a:pt x="5232" y="9441"/>
                </a:lnTo>
                <a:lnTo>
                  <a:pt x="5329" y="9514"/>
                </a:lnTo>
                <a:lnTo>
                  <a:pt x="5426" y="9563"/>
                </a:lnTo>
                <a:lnTo>
                  <a:pt x="5670" y="9660"/>
                </a:lnTo>
                <a:lnTo>
                  <a:pt x="5913" y="9684"/>
                </a:lnTo>
                <a:lnTo>
                  <a:pt x="6181" y="9684"/>
                </a:lnTo>
                <a:lnTo>
                  <a:pt x="6424" y="9636"/>
                </a:lnTo>
                <a:lnTo>
                  <a:pt x="6667" y="9538"/>
                </a:lnTo>
                <a:lnTo>
                  <a:pt x="6886" y="9392"/>
                </a:lnTo>
                <a:lnTo>
                  <a:pt x="6984" y="9490"/>
                </a:lnTo>
                <a:lnTo>
                  <a:pt x="7081" y="9563"/>
                </a:lnTo>
                <a:lnTo>
                  <a:pt x="7227" y="9636"/>
                </a:lnTo>
                <a:lnTo>
                  <a:pt x="7373" y="9684"/>
                </a:lnTo>
                <a:lnTo>
                  <a:pt x="7519" y="9709"/>
                </a:lnTo>
                <a:lnTo>
                  <a:pt x="7641" y="9684"/>
                </a:lnTo>
                <a:lnTo>
                  <a:pt x="7762" y="9660"/>
                </a:lnTo>
                <a:lnTo>
                  <a:pt x="7884" y="9611"/>
                </a:lnTo>
                <a:lnTo>
                  <a:pt x="7981" y="9538"/>
                </a:lnTo>
                <a:lnTo>
                  <a:pt x="8079" y="9465"/>
                </a:lnTo>
                <a:lnTo>
                  <a:pt x="8249" y="9271"/>
                </a:lnTo>
                <a:lnTo>
                  <a:pt x="8371" y="9368"/>
                </a:lnTo>
                <a:lnTo>
                  <a:pt x="8541" y="9465"/>
                </a:lnTo>
                <a:lnTo>
                  <a:pt x="8711" y="9514"/>
                </a:lnTo>
                <a:lnTo>
                  <a:pt x="8906" y="9538"/>
                </a:lnTo>
                <a:lnTo>
                  <a:pt x="9101" y="9538"/>
                </a:lnTo>
                <a:lnTo>
                  <a:pt x="9271" y="9514"/>
                </a:lnTo>
                <a:lnTo>
                  <a:pt x="9466" y="9441"/>
                </a:lnTo>
                <a:lnTo>
                  <a:pt x="9611" y="9368"/>
                </a:lnTo>
                <a:lnTo>
                  <a:pt x="9733" y="9465"/>
                </a:lnTo>
                <a:lnTo>
                  <a:pt x="9855" y="9514"/>
                </a:lnTo>
                <a:lnTo>
                  <a:pt x="10025" y="9563"/>
                </a:lnTo>
                <a:lnTo>
                  <a:pt x="10195" y="9563"/>
                </a:lnTo>
                <a:lnTo>
                  <a:pt x="10366" y="9538"/>
                </a:lnTo>
                <a:lnTo>
                  <a:pt x="10560" y="9490"/>
                </a:lnTo>
                <a:lnTo>
                  <a:pt x="10706" y="9417"/>
                </a:lnTo>
                <a:lnTo>
                  <a:pt x="10852" y="9319"/>
                </a:lnTo>
                <a:lnTo>
                  <a:pt x="10974" y="9392"/>
                </a:lnTo>
                <a:lnTo>
                  <a:pt x="11096" y="9441"/>
                </a:lnTo>
                <a:lnTo>
                  <a:pt x="11242" y="9465"/>
                </a:lnTo>
                <a:lnTo>
                  <a:pt x="11363" y="9490"/>
                </a:lnTo>
                <a:lnTo>
                  <a:pt x="11509" y="9490"/>
                </a:lnTo>
                <a:lnTo>
                  <a:pt x="11655" y="9465"/>
                </a:lnTo>
                <a:lnTo>
                  <a:pt x="11801" y="9417"/>
                </a:lnTo>
                <a:lnTo>
                  <a:pt x="11923" y="9344"/>
                </a:lnTo>
                <a:lnTo>
                  <a:pt x="12020" y="9441"/>
                </a:lnTo>
                <a:lnTo>
                  <a:pt x="12142" y="9490"/>
                </a:lnTo>
                <a:lnTo>
                  <a:pt x="12434" y="9490"/>
                </a:lnTo>
                <a:lnTo>
                  <a:pt x="12580" y="9441"/>
                </a:lnTo>
                <a:lnTo>
                  <a:pt x="12750" y="9392"/>
                </a:lnTo>
                <a:lnTo>
                  <a:pt x="12896" y="9319"/>
                </a:lnTo>
                <a:lnTo>
                  <a:pt x="13042" y="9222"/>
                </a:lnTo>
                <a:lnTo>
                  <a:pt x="13091" y="9295"/>
                </a:lnTo>
                <a:lnTo>
                  <a:pt x="13164" y="9344"/>
                </a:lnTo>
                <a:lnTo>
                  <a:pt x="13310" y="9417"/>
                </a:lnTo>
                <a:lnTo>
                  <a:pt x="13480" y="9441"/>
                </a:lnTo>
                <a:lnTo>
                  <a:pt x="13675" y="9441"/>
                </a:lnTo>
                <a:lnTo>
                  <a:pt x="13870" y="9392"/>
                </a:lnTo>
                <a:lnTo>
                  <a:pt x="14064" y="9319"/>
                </a:lnTo>
                <a:lnTo>
                  <a:pt x="14259" y="9246"/>
                </a:lnTo>
                <a:lnTo>
                  <a:pt x="14405" y="9149"/>
                </a:lnTo>
                <a:lnTo>
                  <a:pt x="14478" y="9101"/>
                </a:lnTo>
                <a:lnTo>
                  <a:pt x="14502" y="9028"/>
                </a:lnTo>
                <a:lnTo>
                  <a:pt x="14478" y="8955"/>
                </a:lnTo>
                <a:lnTo>
                  <a:pt x="14454" y="8882"/>
                </a:lnTo>
                <a:lnTo>
                  <a:pt x="14429" y="8833"/>
                </a:lnTo>
                <a:lnTo>
                  <a:pt x="14356" y="8809"/>
                </a:lnTo>
                <a:lnTo>
                  <a:pt x="14308" y="8809"/>
                </a:lnTo>
                <a:lnTo>
                  <a:pt x="14235" y="8833"/>
                </a:lnTo>
                <a:lnTo>
                  <a:pt x="14016" y="8955"/>
                </a:lnTo>
                <a:lnTo>
                  <a:pt x="13845" y="9028"/>
                </a:lnTo>
                <a:lnTo>
                  <a:pt x="13675" y="9076"/>
                </a:lnTo>
                <a:lnTo>
                  <a:pt x="13529" y="9101"/>
                </a:lnTo>
                <a:lnTo>
                  <a:pt x="13407" y="9101"/>
                </a:lnTo>
                <a:lnTo>
                  <a:pt x="13359" y="9076"/>
                </a:lnTo>
                <a:lnTo>
                  <a:pt x="13334" y="9028"/>
                </a:lnTo>
                <a:lnTo>
                  <a:pt x="13310" y="8979"/>
                </a:lnTo>
                <a:lnTo>
                  <a:pt x="13310" y="8906"/>
                </a:lnTo>
                <a:lnTo>
                  <a:pt x="13310" y="8857"/>
                </a:lnTo>
                <a:lnTo>
                  <a:pt x="13286" y="8784"/>
                </a:lnTo>
                <a:lnTo>
                  <a:pt x="13261" y="8736"/>
                </a:lnTo>
                <a:lnTo>
                  <a:pt x="13213" y="8711"/>
                </a:lnTo>
                <a:lnTo>
                  <a:pt x="13091" y="8711"/>
                </a:lnTo>
                <a:lnTo>
                  <a:pt x="13042" y="8736"/>
                </a:lnTo>
                <a:lnTo>
                  <a:pt x="13018" y="8784"/>
                </a:lnTo>
                <a:lnTo>
                  <a:pt x="12945" y="8882"/>
                </a:lnTo>
                <a:lnTo>
                  <a:pt x="12823" y="8979"/>
                </a:lnTo>
                <a:lnTo>
                  <a:pt x="12653" y="9076"/>
                </a:lnTo>
                <a:lnTo>
                  <a:pt x="12507" y="9149"/>
                </a:lnTo>
                <a:lnTo>
                  <a:pt x="12361" y="9198"/>
                </a:lnTo>
                <a:lnTo>
                  <a:pt x="12312" y="9198"/>
                </a:lnTo>
                <a:lnTo>
                  <a:pt x="12264" y="9173"/>
                </a:lnTo>
                <a:lnTo>
                  <a:pt x="12215" y="9149"/>
                </a:lnTo>
                <a:lnTo>
                  <a:pt x="12191" y="9101"/>
                </a:lnTo>
                <a:lnTo>
                  <a:pt x="12191" y="9028"/>
                </a:lnTo>
                <a:lnTo>
                  <a:pt x="12215" y="8930"/>
                </a:lnTo>
                <a:lnTo>
                  <a:pt x="12215" y="8857"/>
                </a:lnTo>
                <a:lnTo>
                  <a:pt x="12191" y="8809"/>
                </a:lnTo>
                <a:lnTo>
                  <a:pt x="12142" y="8760"/>
                </a:lnTo>
                <a:lnTo>
                  <a:pt x="12093" y="8736"/>
                </a:lnTo>
                <a:lnTo>
                  <a:pt x="12045" y="8736"/>
                </a:lnTo>
                <a:lnTo>
                  <a:pt x="11972" y="8760"/>
                </a:lnTo>
                <a:lnTo>
                  <a:pt x="11923" y="8784"/>
                </a:lnTo>
                <a:lnTo>
                  <a:pt x="11899" y="8857"/>
                </a:lnTo>
                <a:lnTo>
                  <a:pt x="11801" y="8979"/>
                </a:lnTo>
                <a:lnTo>
                  <a:pt x="11704" y="9076"/>
                </a:lnTo>
                <a:lnTo>
                  <a:pt x="11582" y="9125"/>
                </a:lnTo>
                <a:lnTo>
                  <a:pt x="11266" y="9125"/>
                </a:lnTo>
                <a:lnTo>
                  <a:pt x="11169" y="9076"/>
                </a:lnTo>
                <a:lnTo>
                  <a:pt x="11096" y="9028"/>
                </a:lnTo>
                <a:lnTo>
                  <a:pt x="11144" y="8882"/>
                </a:lnTo>
                <a:lnTo>
                  <a:pt x="11144" y="8809"/>
                </a:lnTo>
                <a:lnTo>
                  <a:pt x="11120" y="8736"/>
                </a:lnTo>
                <a:lnTo>
                  <a:pt x="11071" y="8687"/>
                </a:lnTo>
                <a:lnTo>
                  <a:pt x="11023" y="8663"/>
                </a:lnTo>
                <a:lnTo>
                  <a:pt x="10950" y="8638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779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1485" y="10633"/>
                </a:moveTo>
                <a:lnTo>
                  <a:pt x="11412" y="10658"/>
                </a:lnTo>
                <a:lnTo>
                  <a:pt x="11339" y="10731"/>
                </a:lnTo>
                <a:lnTo>
                  <a:pt x="11169" y="11023"/>
                </a:lnTo>
                <a:lnTo>
                  <a:pt x="11071" y="11144"/>
                </a:lnTo>
                <a:lnTo>
                  <a:pt x="10950" y="11242"/>
                </a:lnTo>
                <a:lnTo>
                  <a:pt x="10877" y="11290"/>
                </a:lnTo>
                <a:lnTo>
                  <a:pt x="10779" y="11315"/>
                </a:lnTo>
                <a:lnTo>
                  <a:pt x="10560" y="11315"/>
                </a:lnTo>
                <a:lnTo>
                  <a:pt x="10463" y="11290"/>
                </a:lnTo>
                <a:lnTo>
                  <a:pt x="10390" y="11242"/>
                </a:lnTo>
                <a:lnTo>
                  <a:pt x="10317" y="11169"/>
                </a:lnTo>
                <a:lnTo>
                  <a:pt x="10293" y="11096"/>
                </a:lnTo>
                <a:lnTo>
                  <a:pt x="10366" y="10901"/>
                </a:lnTo>
                <a:lnTo>
                  <a:pt x="10366" y="10828"/>
                </a:lnTo>
                <a:lnTo>
                  <a:pt x="10341" y="10755"/>
                </a:lnTo>
                <a:lnTo>
                  <a:pt x="10293" y="10706"/>
                </a:lnTo>
                <a:lnTo>
                  <a:pt x="10244" y="10658"/>
                </a:lnTo>
                <a:lnTo>
                  <a:pt x="10098" y="10658"/>
                </a:lnTo>
                <a:lnTo>
                  <a:pt x="10049" y="10682"/>
                </a:lnTo>
                <a:lnTo>
                  <a:pt x="10001" y="10755"/>
                </a:lnTo>
                <a:lnTo>
                  <a:pt x="9928" y="10877"/>
                </a:lnTo>
                <a:lnTo>
                  <a:pt x="9903" y="10998"/>
                </a:lnTo>
                <a:lnTo>
                  <a:pt x="9806" y="11120"/>
                </a:lnTo>
                <a:lnTo>
                  <a:pt x="9636" y="11217"/>
                </a:lnTo>
                <a:lnTo>
                  <a:pt x="9539" y="11242"/>
                </a:lnTo>
                <a:lnTo>
                  <a:pt x="9393" y="11266"/>
                </a:lnTo>
                <a:lnTo>
                  <a:pt x="9344" y="11242"/>
                </a:lnTo>
                <a:lnTo>
                  <a:pt x="9295" y="11217"/>
                </a:lnTo>
                <a:lnTo>
                  <a:pt x="9295" y="11169"/>
                </a:lnTo>
                <a:lnTo>
                  <a:pt x="9295" y="11096"/>
                </a:lnTo>
                <a:lnTo>
                  <a:pt x="9320" y="11023"/>
                </a:lnTo>
                <a:lnTo>
                  <a:pt x="9320" y="10950"/>
                </a:lnTo>
                <a:lnTo>
                  <a:pt x="9295" y="10901"/>
                </a:lnTo>
                <a:lnTo>
                  <a:pt x="9247" y="10852"/>
                </a:lnTo>
                <a:lnTo>
                  <a:pt x="9198" y="10828"/>
                </a:lnTo>
                <a:lnTo>
                  <a:pt x="9125" y="10804"/>
                </a:lnTo>
                <a:lnTo>
                  <a:pt x="9052" y="10828"/>
                </a:lnTo>
                <a:lnTo>
                  <a:pt x="8979" y="10852"/>
                </a:lnTo>
                <a:lnTo>
                  <a:pt x="8784" y="11047"/>
                </a:lnTo>
                <a:lnTo>
                  <a:pt x="8565" y="11242"/>
                </a:lnTo>
                <a:lnTo>
                  <a:pt x="8419" y="11290"/>
                </a:lnTo>
                <a:lnTo>
                  <a:pt x="8225" y="11315"/>
                </a:lnTo>
                <a:lnTo>
                  <a:pt x="8103" y="11290"/>
                </a:lnTo>
                <a:lnTo>
                  <a:pt x="8006" y="11290"/>
                </a:lnTo>
                <a:lnTo>
                  <a:pt x="7933" y="11242"/>
                </a:lnTo>
                <a:lnTo>
                  <a:pt x="7884" y="11193"/>
                </a:lnTo>
                <a:lnTo>
                  <a:pt x="7908" y="11071"/>
                </a:lnTo>
                <a:lnTo>
                  <a:pt x="7908" y="10901"/>
                </a:lnTo>
                <a:lnTo>
                  <a:pt x="7884" y="10828"/>
                </a:lnTo>
                <a:lnTo>
                  <a:pt x="7835" y="10755"/>
                </a:lnTo>
                <a:lnTo>
                  <a:pt x="7787" y="10706"/>
                </a:lnTo>
                <a:lnTo>
                  <a:pt x="7714" y="10682"/>
                </a:lnTo>
                <a:lnTo>
                  <a:pt x="7616" y="10682"/>
                </a:lnTo>
                <a:lnTo>
                  <a:pt x="7543" y="10706"/>
                </a:lnTo>
                <a:lnTo>
                  <a:pt x="7495" y="10779"/>
                </a:lnTo>
                <a:lnTo>
                  <a:pt x="7446" y="10852"/>
                </a:lnTo>
                <a:lnTo>
                  <a:pt x="7397" y="10974"/>
                </a:lnTo>
                <a:lnTo>
                  <a:pt x="7397" y="11071"/>
                </a:lnTo>
                <a:lnTo>
                  <a:pt x="7324" y="11144"/>
                </a:lnTo>
                <a:lnTo>
                  <a:pt x="7227" y="11193"/>
                </a:lnTo>
                <a:lnTo>
                  <a:pt x="7008" y="11193"/>
                </a:lnTo>
                <a:lnTo>
                  <a:pt x="6911" y="11169"/>
                </a:lnTo>
                <a:lnTo>
                  <a:pt x="6789" y="11096"/>
                </a:lnTo>
                <a:lnTo>
                  <a:pt x="6716" y="11023"/>
                </a:lnTo>
                <a:lnTo>
                  <a:pt x="6667" y="10950"/>
                </a:lnTo>
                <a:lnTo>
                  <a:pt x="6619" y="10877"/>
                </a:lnTo>
                <a:lnTo>
                  <a:pt x="6546" y="10804"/>
                </a:lnTo>
                <a:lnTo>
                  <a:pt x="6473" y="10779"/>
                </a:lnTo>
                <a:lnTo>
                  <a:pt x="6400" y="10779"/>
                </a:lnTo>
                <a:lnTo>
                  <a:pt x="6302" y="10804"/>
                </a:lnTo>
                <a:lnTo>
                  <a:pt x="6254" y="10852"/>
                </a:lnTo>
                <a:lnTo>
                  <a:pt x="6205" y="10901"/>
                </a:lnTo>
                <a:lnTo>
                  <a:pt x="6205" y="10998"/>
                </a:lnTo>
                <a:lnTo>
                  <a:pt x="6205" y="11096"/>
                </a:lnTo>
                <a:lnTo>
                  <a:pt x="6181" y="11169"/>
                </a:lnTo>
                <a:lnTo>
                  <a:pt x="6156" y="11217"/>
                </a:lnTo>
                <a:lnTo>
                  <a:pt x="6132" y="11266"/>
                </a:lnTo>
                <a:lnTo>
                  <a:pt x="6035" y="11315"/>
                </a:lnTo>
                <a:lnTo>
                  <a:pt x="5937" y="11339"/>
                </a:lnTo>
                <a:lnTo>
                  <a:pt x="5840" y="11315"/>
                </a:lnTo>
                <a:lnTo>
                  <a:pt x="5743" y="11242"/>
                </a:lnTo>
                <a:lnTo>
                  <a:pt x="5694" y="11144"/>
                </a:lnTo>
                <a:lnTo>
                  <a:pt x="5694" y="11096"/>
                </a:lnTo>
                <a:lnTo>
                  <a:pt x="5694" y="11047"/>
                </a:lnTo>
                <a:lnTo>
                  <a:pt x="5694" y="10925"/>
                </a:lnTo>
                <a:lnTo>
                  <a:pt x="5670" y="10852"/>
                </a:lnTo>
                <a:lnTo>
                  <a:pt x="5621" y="10779"/>
                </a:lnTo>
                <a:lnTo>
                  <a:pt x="5524" y="10755"/>
                </a:lnTo>
                <a:lnTo>
                  <a:pt x="5451" y="10731"/>
                </a:lnTo>
                <a:lnTo>
                  <a:pt x="5353" y="10755"/>
                </a:lnTo>
                <a:lnTo>
                  <a:pt x="5280" y="10828"/>
                </a:lnTo>
                <a:lnTo>
                  <a:pt x="5232" y="10901"/>
                </a:lnTo>
                <a:lnTo>
                  <a:pt x="5183" y="10998"/>
                </a:lnTo>
                <a:lnTo>
                  <a:pt x="5110" y="11096"/>
                </a:lnTo>
                <a:lnTo>
                  <a:pt x="5037" y="11169"/>
                </a:lnTo>
                <a:lnTo>
                  <a:pt x="4964" y="11242"/>
                </a:lnTo>
                <a:lnTo>
                  <a:pt x="4769" y="11339"/>
                </a:lnTo>
                <a:lnTo>
                  <a:pt x="4648" y="11363"/>
                </a:lnTo>
                <a:lnTo>
                  <a:pt x="4550" y="11388"/>
                </a:lnTo>
                <a:lnTo>
                  <a:pt x="4502" y="11388"/>
                </a:lnTo>
                <a:lnTo>
                  <a:pt x="4453" y="11363"/>
                </a:lnTo>
                <a:lnTo>
                  <a:pt x="4380" y="11315"/>
                </a:lnTo>
                <a:lnTo>
                  <a:pt x="4331" y="11217"/>
                </a:lnTo>
                <a:lnTo>
                  <a:pt x="4307" y="11120"/>
                </a:lnTo>
                <a:lnTo>
                  <a:pt x="4258" y="10950"/>
                </a:lnTo>
                <a:lnTo>
                  <a:pt x="4234" y="10877"/>
                </a:lnTo>
                <a:lnTo>
                  <a:pt x="4210" y="10877"/>
                </a:lnTo>
                <a:lnTo>
                  <a:pt x="4210" y="10852"/>
                </a:lnTo>
                <a:lnTo>
                  <a:pt x="4185" y="10828"/>
                </a:lnTo>
                <a:lnTo>
                  <a:pt x="4137" y="10804"/>
                </a:lnTo>
                <a:lnTo>
                  <a:pt x="4088" y="10804"/>
                </a:lnTo>
                <a:lnTo>
                  <a:pt x="4039" y="10828"/>
                </a:lnTo>
                <a:lnTo>
                  <a:pt x="3991" y="10852"/>
                </a:lnTo>
                <a:lnTo>
                  <a:pt x="3942" y="10950"/>
                </a:lnTo>
                <a:lnTo>
                  <a:pt x="3918" y="11071"/>
                </a:lnTo>
                <a:lnTo>
                  <a:pt x="3918" y="11290"/>
                </a:lnTo>
                <a:lnTo>
                  <a:pt x="3942" y="11388"/>
                </a:lnTo>
                <a:lnTo>
                  <a:pt x="3966" y="11509"/>
                </a:lnTo>
                <a:lnTo>
                  <a:pt x="4015" y="11582"/>
                </a:lnTo>
                <a:lnTo>
                  <a:pt x="4088" y="11680"/>
                </a:lnTo>
                <a:lnTo>
                  <a:pt x="4185" y="11753"/>
                </a:lnTo>
                <a:lnTo>
                  <a:pt x="4283" y="11801"/>
                </a:lnTo>
                <a:lnTo>
                  <a:pt x="4429" y="11850"/>
                </a:lnTo>
                <a:lnTo>
                  <a:pt x="4721" y="11850"/>
                </a:lnTo>
                <a:lnTo>
                  <a:pt x="4842" y="11826"/>
                </a:lnTo>
                <a:lnTo>
                  <a:pt x="4988" y="11777"/>
                </a:lnTo>
                <a:lnTo>
                  <a:pt x="5110" y="11704"/>
                </a:lnTo>
                <a:lnTo>
                  <a:pt x="5232" y="11631"/>
                </a:lnTo>
                <a:lnTo>
                  <a:pt x="5353" y="11534"/>
                </a:lnTo>
                <a:lnTo>
                  <a:pt x="5475" y="11655"/>
                </a:lnTo>
                <a:lnTo>
                  <a:pt x="5645" y="11728"/>
                </a:lnTo>
                <a:lnTo>
                  <a:pt x="5816" y="11777"/>
                </a:lnTo>
                <a:lnTo>
                  <a:pt x="5986" y="11801"/>
                </a:lnTo>
                <a:lnTo>
                  <a:pt x="6156" y="11777"/>
                </a:lnTo>
                <a:lnTo>
                  <a:pt x="6327" y="11728"/>
                </a:lnTo>
                <a:lnTo>
                  <a:pt x="6473" y="11631"/>
                </a:lnTo>
                <a:lnTo>
                  <a:pt x="6570" y="11509"/>
                </a:lnTo>
                <a:lnTo>
                  <a:pt x="6716" y="11558"/>
                </a:lnTo>
                <a:lnTo>
                  <a:pt x="6838" y="11607"/>
                </a:lnTo>
                <a:lnTo>
                  <a:pt x="6984" y="11631"/>
                </a:lnTo>
                <a:lnTo>
                  <a:pt x="7105" y="11655"/>
                </a:lnTo>
                <a:lnTo>
                  <a:pt x="7251" y="11655"/>
                </a:lnTo>
                <a:lnTo>
                  <a:pt x="7373" y="11631"/>
                </a:lnTo>
                <a:lnTo>
                  <a:pt x="7519" y="11582"/>
                </a:lnTo>
                <a:lnTo>
                  <a:pt x="7616" y="11534"/>
                </a:lnTo>
                <a:lnTo>
                  <a:pt x="7787" y="11631"/>
                </a:lnTo>
                <a:lnTo>
                  <a:pt x="7957" y="11728"/>
                </a:lnTo>
                <a:lnTo>
                  <a:pt x="8103" y="11777"/>
                </a:lnTo>
                <a:lnTo>
                  <a:pt x="8249" y="11801"/>
                </a:lnTo>
                <a:lnTo>
                  <a:pt x="8395" y="11777"/>
                </a:lnTo>
                <a:lnTo>
                  <a:pt x="8517" y="11753"/>
                </a:lnTo>
                <a:lnTo>
                  <a:pt x="8638" y="11680"/>
                </a:lnTo>
                <a:lnTo>
                  <a:pt x="8760" y="11607"/>
                </a:lnTo>
                <a:lnTo>
                  <a:pt x="9003" y="11436"/>
                </a:lnTo>
                <a:lnTo>
                  <a:pt x="9052" y="11509"/>
                </a:lnTo>
                <a:lnTo>
                  <a:pt x="9149" y="11582"/>
                </a:lnTo>
                <a:lnTo>
                  <a:pt x="9271" y="11631"/>
                </a:lnTo>
                <a:lnTo>
                  <a:pt x="9563" y="11631"/>
                </a:lnTo>
                <a:lnTo>
                  <a:pt x="9733" y="11582"/>
                </a:lnTo>
                <a:lnTo>
                  <a:pt x="9903" y="11534"/>
                </a:lnTo>
                <a:lnTo>
                  <a:pt x="10025" y="11436"/>
                </a:lnTo>
                <a:lnTo>
                  <a:pt x="10098" y="11509"/>
                </a:lnTo>
                <a:lnTo>
                  <a:pt x="10195" y="11582"/>
                </a:lnTo>
                <a:lnTo>
                  <a:pt x="10414" y="11680"/>
                </a:lnTo>
                <a:lnTo>
                  <a:pt x="10560" y="11728"/>
                </a:lnTo>
                <a:lnTo>
                  <a:pt x="10682" y="11753"/>
                </a:lnTo>
                <a:lnTo>
                  <a:pt x="10828" y="11728"/>
                </a:lnTo>
                <a:lnTo>
                  <a:pt x="10950" y="11704"/>
                </a:lnTo>
                <a:lnTo>
                  <a:pt x="11071" y="11655"/>
                </a:lnTo>
                <a:lnTo>
                  <a:pt x="11193" y="11582"/>
                </a:lnTo>
                <a:lnTo>
                  <a:pt x="11388" y="11388"/>
                </a:lnTo>
                <a:lnTo>
                  <a:pt x="11509" y="11509"/>
                </a:lnTo>
                <a:lnTo>
                  <a:pt x="11655" y="11582"/>
                </a:lnTo>
                <a:lnTo>
                  <a:pt x="11801" y="11631"/>
                </a:lnTo>
                <a:lnTo>
                  <a:pt x="11996" y="11655"/>
                </a:lnTo>
                <a:lnTo>
                  <a:pt x="12166" y="11655"/>
                </a:lnTo>
                <a:lnTo>
                  <a:pt x="12337" y="11631"/>
                </a:lnTo>
                <a:lnTo>
                  <a:pt x="12507" y="11582"/>
                </a:lnTo>
                <a:lnTo>
                  <a:pt x="12653" y="11509"/>
                </a:lnTo>
                <a:lnTo>
                  <a:pt x="12799" y="11582"/>
                </a:lnTo>
                <a:lnTo>
                  <a:pt x="12945" y="11607"/>
                </a:lnTo>
                <a:lnTo>
                  <a:pt x="13115" y="11631"/>
                </a:lnTo>
                <a:lnTo>
                  <a:pt x="13286" y="11631"/>
                </a:lnTo>
                <a:lnTo>
                  <a:pt x="13456" y="11607"/>
                </a:lnTo>
                <a:lnTo>
                  <a:pt x="13651" y="11558"/>
                </a:lnTo>
                <a:lnTo>
                  <a:pt x="13797" y="11485"/>
                </a:lnTo>
                <a:lnTo>
                  <a:pt x="13967" y="11388"/>
                </a:lnTo>
                <a:lnTo>
                  <a:pt x="14040" y="11436"/>
                </a:lnTo>
                <a:lnTo>
                  <a:pt x="14137" y="11461"/>
                </a:lnTo>
                <a:lnTo>
                  <a:pt x="14259" y="11461"/>
                </a:lnTo>
                <a:lnTo>
                  <a:pt x="14405" y="11436"/>
                </a:lnTo>
                <a:lnTo>
                  <a:pt x="14478" y="11388"/>
                </a:lnTo>
                <a:lnTo>
                  <a:pt x="14527" y="11339"/>
                </a:lnTo>
                <a:lnTo>
                  <a:pt x="14551" y="11266"/>
                </a:lnTo>
                <a:lnTo>
                  <a:pt x="14551" y="11193"/>
                </a:lnTo>
                <a:lnTo>
                  <a:pt x="14527" y="11120"/>
                </a:lnTo>
                <a:lnTo>
                  <a:pt x="14478" y="11071"/>
                </a:lnTo>
                <a:lnTo>
                  <a:pt x="14429" y="11047"/>
                </a:lnTo>
                <a:lnTo>
                  <a:pt x="14356" y="11023"/>
                </a:lnTo>
                <a:lnTo>
                  <a:pt x="14283" y="11047"/>
                </a:lnTo>
                <a:lnTo>
                  <a:pt x="14210" y="11023"/>
                </a:lnTo>
                <a:lnTo>
                  <a:pt x="14137" y="10925"/>
                </a:lnTo>
                <a:lnTo>
                  <a:pt x="14040" y="10852"/>
                </a:lnTo>
                <a:lnTo>
                  <a:pt x="13943" y="10852"/>
                </a:lnTo>
                <a:lnTo>
                  <a:pt x="13894" y="10877"/>
                </a:lnTo>
                <a:lnTo>
                  <a:pt x="13845" y="10925"/>
                </a:lnTo>
                <a:lnTo>
                  <a:pt x="13772" y="10974"/>
                </a:lnTo>
                <a:lnTo>
                  <a:pt x="13651" y="11047"/>
                </a:lnTo>
                <a:lnTo>
                  <a:pt x="13505" y="11120"/>
                </a:lnTo>
                <a:lnTo>
                  <a:pt x="13334" y="11169"/>
                </a:lnTo>
                <a:lnTo>
                  <a:pt x="13188" y="11217"/>
                </a:lnTo>
                <a:lnTo>
                  <a:pt x="12994" y="11217"/>
                </a:lnTo>
                <a:lnTo>
                  <a:pt x="12969" y="11193"/>
                </a:lnTo>
                <a:lnTo>
                  <a:pt x="12945" y="11144"/>
                </a:lnTo>
                <a:lnTo>
                  <a:pt x="12921" y="11096"/>
                </a:lnTo>
                <a:lnTo>
                  <a:pt x="12945" y="10974"/>
                </a:lnTo>
                <a:lnTo>
                  <a:pt x="12945" y="10901"/>
                </a:lnTo>
                <a:lnTo>
                  <a:pt x="12896" y="10828"/>
                </a:lnTo>
                <a:lnTo>
                  <a:pt x="12848" y="10779"/>
                </a:lnTo>
                <a:lnTo>
                  <a:pt x="12775" y="10755"/>
                </a:lnTo>
                <a:lnTo>
                  <a:pt x="12677" y="10779"/>
                </a:lnTo>
                <a:lnTo>
                  <a:pt x="12629" y="10804"/>
                </a:lnTo>
                <a:lnTo>
                  <a:pt x="12556" y="10852"/>
                </a:lnTo>
                <a:lnTo>
                  <a:pt x="12531" y="10925"/>
                </a:lnTo>
                <a:lnTo>
                  <a:pt x="12507" y="11047"/>
                </a:lnTo>
                <a:lnTo>
                  <a:pt x="12458" y="11096"/>
                </a:lnTo>
                <a:lnTo>
                  <a:pt x="12410" y="11144"/>
                </a:lnTo>
                <a:lnTo>
                  <a:pt x="12288" y="11217"/>
                </a:lnTo>
                <a:lnTo>
                  <a:pt x="12142" y="11242"/>
                </a:lnTo>
                <a:lnTo>
                  <a:pt x="11972" y="11242"/>
                </a:lnTo>
                <a:lnTo>
                  <a:pt x="11850" y="11217"/>
                </a:lnTo>
                <a:lnTo>
                  <a:pt x="11728" y="11144"/>
                </a:lnTo>
                <a:lnTo>
                  <a:pt x="11704" y="11120"/>
                </a:lnTo>
                <a:lnTo>
                  <a:pt x="11680" y="11071"/>
                </a:lnTo>
                <a:lnTo>
                  <a:pt x="11680" y="10998"/>
                </a:lnTo>
                <a:lnTo>
                  <a:pt x="11704" y="10950"/>
                </a:lnTo>
                <a:lnTo>
                  <a:pt x="11728" y="10852"/>
                </a:lnTo>
                <a:lnTo>
                  <a:pt x="11728" y="10779"/>
                </a:lnTo>
                <a:lnTo>
                  <a:pt x="11680" y="10706"/>
                </a:lnTo>
                <a:lnTo>
                  <a:pt x="11631" y="10658"/>
                </a:lnTo>
                <a:lnTo>
                  <a:pt x="11558" y="10633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095" y="11972"/>
                </a:lnTo>
                <a:lnTo>
                  <a:pt x="974" y="12118"/>
                </a:lnTo>
                <a:lnTo>
                  <a:pt x="876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4088" y="12775"/>
                </a:moveTo>
                <a:lnTo>
                  <a:pt x="4039" y="12799"/>
                </a:lnTo>
                <a:lnTo>
                  <a:pt x="4015" y="12823"/>
                </a:lnTo>
                <a:lnTo>
                  <a:pt x="3820" y="13164"/>
                </a:lnTo>
                <a:lnTo>
                  <a:pt x="3747" y="13359"/>
                </a:lnTo>
                <a:lnTo>
                  <a:pt x="3699" y="13553"/>
                </a:lnTo>
                <a:lnTo>
                  <a:pt x="3674" y="13748"/>
                </a:lnTo>
                <a:lnTo>
                  <a:pt x="3699" y="13821"/>
                </a:lnTo>
                <a:lnTo>
                  <a:pt x="3747" y="13894"/>
                </a:lnTo>
                <a:lnTo>
                  <a:pt x="3796" y="13967"/>
                </a:lnTo>
                <a:lnTo>
                  <a:pt x="3869" y="13991"/>
                </a:lnTo>
                <a:lnTo>
                  <a:pt x="3991" y="14040"/>
                </a:lnTo>
                <a:lnTo>
                  <a:pt x="4258" y="14040"/>
                </a:lnTo>
                <a:lnTo>
                  <a:pt x="4404" y="14016"/>
                </a:lnTo>
                <a:lnTo>
                  <a:pt x="4526" y="13967"/>
                </a:lnTo>
                <a:lnTo>
                  <a:pt x="4672" y="13918"/>
                </a:lnTo>
                <a:lnTo>
                  <a:pt x="4940" y="13748"/>
                </a:lnTo>
                <a:lnTo>
                  <a:pt x="5183" y="13578"/>
                </a:lnTo>
                <a:lnTo>
                  <a:pt x="5256" y="13675"/>
                </a:lnTo>
                <a:lnTo>
                  <a:pt x="5353" y="13748"/>
                </a:lnTo>
                <a:lnTo>
                  <a:pt x="5475" y="13821"/>
                </a:lnTo>
                <a:lnTo>
                  <a:pt x="5621" y="13870"/>
                </a:lnTo>
                <a:lnTo>
                  <a:pt x="5791" y="13918"/>
                </a:lnTo>
                <a:lnTo>
                  <a:pt x="6108" y="13918"/>
                </a:lnTo>
                <a:lnTo>
                  <a:pt x="6278" y="13894"/>
                </a:lnTo>
                <a:lnTo>
                  <a:pt x="6424" y="13821"/>
                </a:lnTo>
                <a:lnTo>
                  <a:pt x="6570" y="13772"/>
                </a:lnTo>
                <a:lnTo>
                  <a:pt x="6692" y="13675"/>
                </a:lnTo>
                <a:lnTo>
                  <a:pt x="6838" y="13578"/>
                </a:lnTo>
                <a:lnTo>
                  <a:pt x="6959" y="13675"/>
                </a:lnTo>
                <a:lnTo>
                  <a:pt x="7130" y="13724"/>
                </a:lnTo>
                <a:lnTo>
                  <a:pt x="7324" y="13748"/>
                </a:lnTo>
                <a:lnTo>
                  <a:pt x="7519" y="13748"/>
                </a:lnTo>
                <a:lnTo>
                  <a:pt x="8030" y="13724"/>
                </a:lnTo>
                <a:lnTo>
                  <a:pt x="8565" y="13748"/>
                </a:lnTo>
                <a:lnTo>
                  <a:pt x="8906" y="13772"/>
                </a:lnTo>
                <a:lnTo>
                  <a:pt x="9271" y="13748"/>
                </a:lnTo>
                <a:lnTo>
                  <a:pt x="9466" y="13724"/>
                </a:lnTo>
                <a:lnTo>
                  <a:pt x="9636" y="13675"/>
                </a:lnTo>
                <a:lnTo>
                  <a:pt x="9782" y="13578"/>
                </a:lnTo>
                <a:lnTo>
                  <a:pt x="9928" y="13480"/>
                </a:lnTo>
                <a:lnTo>
                  <a:pt x="9952" y="13432"/>
                </a:lnTo>
                <a:lnTo>
                  <a:pt x="9952" y="13383"/>
                </a:lnTo>
                <a:lnTo>
                  <a:pt x="9928" y="13334"/>
                </a:lnTo>
                <a:lnTo>
                  <a:pt x="9879" y="13310"/>
                </a:lnTo>
                <a:lnTo>
                  <a:pt x="9660" y="13261"/>
                </a:lnTo>
                <a:lnTo>
                  <a:pt x="9466" y="13286"/>
                </a:lnTo>
                <a:lnTo>
                  <a:pt x="9028" y="13334"/>
                </a:lnTo>
                <a:lnTo>
                  <a:pt x="8590" y="13334"/>
                </a:lnTo>
                <a:lnTo>
                  <a:pt x="8176" y="13286"/>
                </a:lnTo>
                <a:lnTo>
                  <a:pt x="7957" y="13286"/>
                </a:lnTo>
                <a:lnTo>
                  <a:pt x="7616" y="13310"/>
                </a:lnTo>
                <a:lnTo>
                  <a:pt x="7276" y="13310"/>
                </a:lnTo>
                <a:lnTo>
                  <a:pt x="7203" y="13286"/>
                </a:lnTo>
                <a:lnTo>
                  <a:pt x="7178" y="13261"/>
                </a:lnTo>
                <a:lnTo>
                  <a:pt x="7203" y="13164"/>
                </a:lnTo>
                <a:lnTo>
                  <a:pt x="7178" y="13091"/>
                </a:lnTo>
                <a:lnTo>
                  <a:pt x="7154" y="13042"/>
                </a:lnTo>
                <a:lnTo>
                  <a:pt x="7105" y="12969"/>
                </a:lnTo>
                <a:lnTo>
                  <a:pt x="7057" y="12945"/>
                </a:lnTo>
                <a:lnTo>
                  <a:pt x="6984" y="12921"/>
                </a:lnTo>
                <a:lnTo>
                  <a:pt x="6911" y="12945"/>
                </a:lnTo>
                <a:lnTo>
                  <a:pt x="6838" y="12994"/>
                </a:lnTo>
                <a:lnTo>
                  <a:pt x="6594" y="13237"/>
                </a:lnTo>
                <a:lnTo>
                  <a:pt x="6302" y="13432"/>
                </a:lnTo>
                <a:lnTo>
                  <a:pt x="6205" y="13480"/>
                </a:lnTo>
                <a:lnTo>
                  <a:pt x="6059" y="13505"/>
                </a:lnTo>
                <a:lnTo>
                  <a:pt x="5913" y="13505"/>
                </a:lnTo>
                <a:lnTo>
                  <a:pt x="5767" y="13480"/>
                </a:lnTo>
                <a:lnTo>
                  <a:pt x="5645" y="13432"/>
                </a:lnTo>
                <a:lnTo>
                  <a:pt x="5548" y="13359"/>
                </a:lnTo>
                <a:lnTo>
                  <a:pt x="5524" y="13286"/>
                </a:lnTo>
                <a:lnTo>
                  <a:pt x="5524" y="13237"/>
                </a:lnTo>
                <a:lnTo>
                  <a:pt x="5524" y="13164"/>
                </a:lnTo>
                <a:lnTo>
                  <a:pt x="5548" y="13067"/>
                </a:lnTo>
                <a:lnTo>
                  <a:pt x="5548" y="12994"/>
                </a:lnTo>
                <a:lnTo>
                  <a:pt x="5524" y="12921"/>
                </a:lnTo>
                <a:lnTo>
                  <a:pt x="5475" y="12872"/>
                </a:lnTo>
                <a:lnTo>
                  <a:pt x="5426" y="12823"/>
                </a:lnTo>
                <a:lnTo>
                  <a:pt x="5353" y="12799"/>
                </a:lnTo>
                <a:lnTo>
                  <a:pt x="5280" y="12799"/>
                </a:lnTo>
                <a:lnTo>
                  <a:pt x="5207" y="12848"/>
                </a:lnTo>
                <a:lnTo>
                  <a:pt x="5159" y="12896"/>
                </a:lnTo>
                <a:lnTo>
                  <a:pt x="5086" y="13018"/>
                </a:lnTo>
                <a:lnTo>
                  <a:pt x="5013" y="13091"/>
                </a:lnTo>
                <a:lnTo>
                  <a:pt x="4842" y="13261"/>
                </a:lnTo>
                <a:lnTo>
                  <a:pt x="4648" y="13407"/>
                </a:lnTo>
                <a:lnTo>
                  <a:pt x="4453" y="13505"/>
                </a:lnTo>
                <a:lnTo>
                  <a:pt x="4331" y="13578"/>
                </a:lnTo>
                <a:lnTo>
                  <a:pt x="4185" y="13602"/>
                </a:lnTo>
                <a:lnTo>
                  <a:pt x="4137" y="13602"/>
                </a:lnTo>
                <a:lnTo>
                  <a:pt x="4088" y="13578"/>
                </a:lnTo>
                <a:lnTo>
                  <a:pt x="4088" y="13505"/>
                </a:lnTo>
                <a:lnTo>
                  <a:pt x="4088" y="13407"/>
                </a:lnTo>
                <a:lnTo>
                  <a:pt x="4210" y="12945"/>
                </a:lnTo>
                <a:lnTo>
                  <a:pt x="4210" y="12896"/>
                </a:lnTo>
                <a:lnTo>
                  <a:pt x="4210" y="12848"/>
                </a:lnTo>
                <a:lnTo>
                  <a:pt x="4161" y="12799"/>
                </a:lnTo>
                <a:lnTo>
                  <a:pt x="4112" y="1277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71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41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68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706" y="15695"/>
                </a:lnTo>
                <a:lnTo>
                  <a:pt x="755" y="15719"/>
                </a:lnTo>
                <a:lnTo>
                  <a:pt x="828" y="15743"/>
                </a:lnTo>
                <a:lnTo>
                  <a:pt x="876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68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68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0" y="560"/>
                </a:lnTo>
                <a:lnTo>
                  <a:pt x="12848" y="706"/>
                </a:lnTo>
                <a:lnTo>
                  <a:pt x="12775" y="901"/>
                </a:lnTo>
                <a:lnTo>
                  <a:pt x="12750" y="1071"/>
                </a:lnTo>
                <a:lnTo>
                  <a:pt x="12677" y="1484"/>
                </a:lnTo>
                <a:lnTo>
                  <a:pt x="12677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799" y="3528"/>
                </a:lnTo>
                <a:lnTo>
                  <a:pt x="12823" y="3893"/>
                </a:lnTo>
                <a:lnTo>
                  <a:pt x="12823" y="3966"/>
                </a:lnTo>
                <a:lnTo>
                  <a:pt x="12872" y="4039"/>
                </a:lnTo>
                <a:lnTo>
                  <a:pt x="12896" y="4064"/>
                </a:lnTo>
                <a:lnTo>
                  <a:pt x="12945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1" y="4258"/>
                </a:lnTo>
                <a:lnTo>
                  <a:pt x="13456" y="4307"/>
                </a:lnTo>
                <a:lnTo>
                  <a:pt x="13870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54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24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16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58" y="18566"/>
                </a:lnTo>
                <a:lnTo>
                  <a:pt x="2701" y="18566"/>
                </a:lnTo>
                <a:lnTo>
                  <a:pt x="2360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2" y="18517"/>
                </a:lnTo>
                <a:lnTo>
                  <a:pt x="1849" y="18493"/>
                </a:lnTo>
                <a:lnTo>
                  <a:pt x="1776" y="18493"/>
                </a:lnTo>
                <a:lnTo>
                  <a:pt x="1703" y="18298"/>
                </a:lnTo>
                <a:lnTo>
                  <a:pt x="1655" y="18103"/>
                </a:lnTo>
                <a:lnTo>
                  <a:pt x="1703" y="18030"/>
                </a:lnTo>
                <a:lnTo>
                  <a:pt x="1703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52" y="15038"/>
                </a:lnTo>
                <a:lnTo>
                  <a:pt x="1776" y="14965"/>
                </a:lnTo>
                <a:lnTo>
                  <a:pt x="1776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776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52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28" y="10049"/>
                </a:lnTo>
                <a:lnTo>
                  <a:pt x="1801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22" y="2969"/>
                </a:lnTo>
                <a:lnTo>
                  <a:pt x="1898" y="2360"/>
                </a:lnTo>
                <a:lnTo>
                  <a:pt x="1849" y="1825"/>
                </a:lnTo>
                <a:lnTo>
                  <a:pt x="1801" y="1290"/>
                </a:lnTo>
                <a:lnTo>
                  <a:pt x="1752" y="925"/>
                </a:lnTo>
                <a:lnTo>
                  <a:pt x="1703" y="755"/>
                </a:lnTo>
                <a:lnTo>
                  <a:pt x="1703" y="560"/>
                </a:lnTo>
                <a:lnTo>
                  <a:pt x="2141" y="609"/>
                </a:lnTo>
                <a:lnTo>
                  <a:pt x="2579" y="609"/>
                </a:lnTo>
                <a:lnTo>
                  <a:pt x="3455" y="584"/>
                </a:lnTo>
                <a:lnTo>
                  <a:pt x="5134" y="511"/>
                </a:lnTo>
                <a:lnTo>
                  <a:pt x="5962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49" y="18176"/>
                </a:lnTo>
                <a:lnTo>
                  <a:pt x="779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13" y="19015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266" y="18468"/>
                </a:moveTo>
                <a:lnTo>
                  <a:pt x="1314" y="18663"/>
                </a:lnTo>
                <a:lnTo>
                  <a:pt x="1412" y="18833"/>
                </a:lnTo>
                <a:lnTo>
                  <a:pt x="1144" y="19150"/>
                </a:lnTo>
                <a:lnTo>
                  <a:pt x="876" y="19539"/>
                </a:lnTo>
                <a:lnTo>
                  <a:pt x="633" y="19928"/>
                </a:lnTo>
                <a:lnTo>
                  <a:pt x="584" y="19685"/>
                </a:lnTo>
                <a:lnTo>
                  <a:pt x="536" y="19466"/>
                </a:lnTo>
                <a:lnTo>
                  <a:pt x="514" y="19031"/>
                </a:lnTo>
                <a:lnTo>
                  <a:pt x="514" y="19031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close/>
                <a:moveTo>
                  <a:pt x="15427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38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43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6" y="20050"/>
                </a:lnTo>
                <a:lnTo>
                  <a:pt x="14429" y="19758"/>
                </a:lnTo>
                <a:lnTo>
                  <a:pt x="14502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38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01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79" y="19077"/>
                </a:moveTo>
                <a:lnTo>
                  <a:pt x="10585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8" y="19953"/>
                </a:lnTo>
                <a:lnTo>
                  <a:pt x="10244" y="20074"/>
                </a:lnTo>
                <a:lnTo>
                  <a:pt x="9879" y="20074"/>
                </a:lnTo>
                <a:lnTo>
                  <a:pt x="9903" y="19977"/>
                </a:lnTo>
                <a:lnTo>
                  <a:pt x="9976" y="19734"/>
                </a:lnTo>
                <a:lnTo>
                  <a:pt x="10049" y="19515"/>
                </a:lnTo>
                <a:lnTo>
                  <a:pt x="10122" y="19320"/>
                </a:lnTo>
                <a:lnTo>
                  <a:pt x="10195" y="19198"/>
                </a:lnTo>
                <a:lnTo>
                  <a:pt x="10220" y="19077"/>
                </a:lnTo>
                <a:close/>
                <a:moveTo>
                  <a:pt x="9076" y="19028"/>
                </a:moveTo>
                <a:lnTo>
                  <a:pt x="9003" y="19150"/>
                </a:lnTo>
                <a:lnTo>
                  <a:pt x="8906" y="19271"/>
                </a:lnTo>
                <a:lnTo>
                  <a:pt x="8809" y="19466"/>
                </a:lnTo>
                <a:lnTo>
                  <a:pt x="8711" y="19685"/>
                </a:lnTo>
                <a:lnTo>
                  <a:pt x="8638" y="19880"/>
                </a:lnTo>
                <a:lnTo>
                  <a:pt x="8590" y="19977"/>
                </a:lnTo>
                <a:lnTo>
                  <a:pt x="8565" y="20074"/>
                </a:lnTo>
                <a:lnTo>
                  <a:pt x="8054" y="20099"/>
                </a:lnTo>
                <a:lnTo>
                  <a:pt x="8079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01" y="19077"/>
                </a:moveTo>
                <a:lnTo>
                  <a:pt x="10998" y="19101"/>
                </a:lnTo>
                <a:lnTo>
                  <a:pt x="11631" y="19101"/>
                </a:lnTo>
                <a:lnTo>
                  <a:pt x="11509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44" y="20001"/>
                </a:lnTo>
                <a:lnTo>
                  <a:pt x="11144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01" y="19077"/>
                </a:lnTo>
                <a:close/>
                <a:moveTo>
                  <a:pt x="14356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089" y="19563"/>
                </a:lnTo>
                <a:lnTo>
                  <a:pt x="13991" y="19782"/>
                </a:lnTo>
                <a:lnTo>
                  <a:pt x="13918" y="20001"/>
                </a:lnTo>
                <a:lnTo>
                  <a:pt x="13870" y="20074"/>
                </a:lnTo>
                <a:lnTo>
                  <a:pt x="13334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675" y="19125"/>
                </a:lnTo>
                <a:close/>
                <a:moveTo>
                  <a:pt x="7665" y="18979"/>
                </a:moveTo>
                <a:lnTo>
                  <a:pt x="8176" y="19004"/>
                </a:lnTo>
                <a:lnTo>
                  <a:pt x="8079" y="19125"/>
                </a:lnTo>
                <a:lnTo>
                  <a:pt x="7981" y="19271"/>
                </a:lnTo>
                <a:lnTo>
                  <a:pt x="7860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72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2" y="19563"/>
                </a:lnTo>
                <a:lnTo>
                  <a:pt x="12239" y="19855"/>
                </a:lnTo>
                <a:lnTo>
                  <a:pt x="12166" y="20123"/>
                </a:lnTo>
                <a:lnTo>
                  <a:pt x="11558" y="20099"/>
                </a:lnTo>
                <a:lnTo>
                  <a:pt x="11582" y="19953"/>
                </a:lnTo>
                <a:lnTo>
                  <a:pt x="11655" y="19807"/>
                </a:lnTo>
                <a:lnTo>
                  <a:pt x="11801" y="19563"/>
                </a:lnTo>
                <a:lnTo>
                  <a:pt x="11899" y="19369"/>
                </a:lnTo>
                <a:lnTo>
                  <a:pt x="11947" y="19247"/>
                </a:lnTo>
                <a:lnTo>
                  <a:pt x="11972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383" y="19247"/>
                </a:lnTo>
                <a:lnTo>
                  <a:pt x="13261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896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0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00" y="18979"/>
                </a:lnTo>
                <a:lnTo>
                  <a:pt x="7178" y="19101"/>
                </a:lnTo>
                <a:lnTo>
                  <a:pt x="7081" y="19223"/>
                </a:lnTo>
                <a:lnTo>
                  <a:pt x="6862" y="19515"/>
                </a:lnTo>
                <a:lnTo>
                  <a:pt x="6716" y="19831"/>
                </a:lnTo>
                <a:lnTo>
                  <a:pt x="6594" y="20147"/>
                </a:lnTo>
                <a:lnTo>
                  <a:pt x="6278" y="20147"/>
                </a:lnTo>
                <a:lnTo>
                  <a:pt x="6351" y="20001"/>
                </a:lnTo>
                <a:lnTo>
                  <a:pt x="6375" y="19855"/>
                </a:lnTo>
                <a:lnTo>
                  <a:pt x="6424" y="19685"/>
                </a:lnTo>
                <a:lnTo>
                  <a:pt x="6473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5" y="18955"/>
                </a:moveTo>
                <a:lnTo>
                  <a:pt x="6229" y="19198"/>
                </a:lnTo>
                <a:lnTo>
                  <a:pt x="6132" y="19417"/>
                </a:lnTo>
                <a:lnTo>
                  <a:pt x="6035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7" y="20172"/>
                </a:lnTo>
                <a:lnTo>
                  <a:pt x="5086" y="20220"/>
                </a:lnTo>
                <a:lnTo>
                  <a:pt x="5207" y="19977"/>
                </a:lnTo>
                <a:lnTo>
                  <a:pt x="5305" y="19734"/>
                </a:lnTo>
                <a:lnTo>
                  <a:pt x="5572" y="19320"/>
                </a:lnTo>
                <a:lnTo>
                  <a:pt x="5670" y="19150"/>
                </a:lnTo>
                <a:lnTo>
                  <a:pt x="5718" y="19052"/>
                </a:lnTo>
                <a:lnTo>
                  <a:pt x="5743" y="19004"/>
                </a:lnTo>
                <a:lnTo>
                  <a:pt x="5694" y="19052"/>
                </a:lnTo>
                <a:lnTo>
                  <a:pt x="5694" y="19052"/>
                </a:lnTo>
                <a:lnTo>
                  <a:pt x="5718" y="19004"/>
                </a:lnTo>
                <a:lnTo>
                  <a:pt x="5718" y="18955"/>
                </a:lnTo>
                <a:close/>
                <a:moveTo>
                  <a:pt x="5451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40" y="19685"/>
                </a:lnTo>
                <a:lnTo>
                  <a:pt x="4794" y="19953"/>
                </a:lnTo>
                <a:lnTo>
                  <a:pt x="4745" y="20099"/>
                </a:lnTo>
                <a:lnTo>
                  <a:pt x="4721" y="20220"/>
                </a:lnTo>
                <a:lnTo>
                  <a:pt x="4210" y="20269"/>
                </a:lnTo>
                <a:lnTo>
                  <a:pt x="4210" y="20196"/>
                </a:lnTo>
                <a:lnTo>
                  <a:pt x="4307" y="19953"/>
                </a:lnTo>
                <a:lnTo>
                  <a:pt x="4429" y="19709"/>
                </a:lnTo>
                <a:lnTo>
                  <a:pt x="4623" y="19369"/>
                </a:lnTo>
                <a:lnTo>
                  <a:pt x="4672" y="19271"/>
                </a:lnTo>
                <a:lnTo>
                  <a:pt x="4696" y="19198"/>
                </a:lnTo>
                <a:lnTo>
                  <a:pt x="4696" y="19101"/>
                </a:lnTo>
                <a:lnTo>
                  <a:pt x="4672" y="19004"/>
                </a:lnTo>
                <a:lnTo>
                  <a:pt x="4550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8" y="19271"/>
                </a:lnTo>
                <a:lnTo>
                  <a:pt x="4112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0" y="20123"/>
                </a:lnTo>
                <a:lnTo>
                  <a:pt x="3772" y="20293"/>
                </a:lnTo>
                <a:lnTo>
                  <a:pt x="3358" y="20318"/>
                </a:lnTo>
                <a:lnTo>
                  <a:pt x="3382" y="20172"/>
                </a:lnTo>
                <a:lnTo>
                  <a:pt x="3455" y="19928"/>
                </a:lnTo>
                <a:lnTo>
                  <a:pt x="3553" y="19709"/>
                </a:lnTo>
                <a:lnTo>
                  <a:pt x="3747" y="19320"/>
                </a:lnTo>
                <a:lnTo>
                  <a:pt x="3942" y="18955"/>
                </a:lnTo>
                <a:close/>
                <a:moveTo>
                  <a:pt x="1825" y="19028"/>
                </a:moveTo>
                <a:lnTo>
                  <a:pt x="2166" y="19052"/>
                </a:lnTo>
                <a:lnTo>
                  <a:pt x="2482" y="19052"/>
                </a:lnTo>
                <a:lnTo>
                  <a:pt x="2214" y="19393"/>
                </a:lnTo>
                <a:lnTo>
                  <a:pt x="1971" y="19758"/>
                </a:lnTo>
                <a:lnTo>
                  <a:pt x="1752" y="20099"/>
                </a:lnTo>
                <a:lnTo>
                  <a:pt x="1679" y="20245"/>
                </a:lnTo>
                <a:lnTo>
                  <a:pt x="1631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20" y="20001"/>
                </a:lnTo>
                <a:lnTo>
                  <a:pt x="1363" y="19685"/>
                </a:lnTo>
                <a:lnTo>
                  <a:pt x="1582" y="19344"/>
                </a:lnTo>
                <a:lnTo>
                  <a:pt x="1825" y="19028"/>
                </a:lnTo>
                <a:close/>
                <a:moveTo>
                  <a:pt x="3650" y="18955"/>
                </a:moveTo>
                <a:lnTo>
                  <a:pt x="3528" y="19077"/>
                </a:lnTo>
                <a:lnTo>
                  <a:pt x="3431" y="19223"/>
                </a:lnTo>
                <a:lnTo>
                  <a:pt x="3236" y="19539"/>
                </a:lnTo>
                <a:lnTo>
                  <a:pt x="3163" y="19709"/>
                </a:lnTo>
                <a:lnTo>
                  <a:pt x="3066" y="19904"/>
                </a:lnTo>
                <a:lnTo>
                  <a:pt x="2993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14" y="20123"/>
                </a:lnTo>
                <a:lnTo>
                  <a:pt x="2360" y="19928"/>
                </a:lnTo>
                <a:lnTo>
                  <a:pt x="2677" y="19442"/>
                </a:lnTo>
                <a:lnTo>
                  <a:pt x="2847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50" y="18955"/>
                </a:lnTo>
                <a:close/>
                <a:moveTo>
                  <a:pt x="6619" y="0"/>
                </a:moveTo>
                <a:lnTo>
                  <a:pt x="5791" y="25"/>
                </a:lnTo>
                <a:lnTo>
                  <a:pt x="4940" y="49"/>
                </a:lnTo>
                <a:lnTo>
                  <a:pt x="3261" y="146"/>
                </a:lnTo>
                <a:lnTo>
                  <a:pt x="2068" y="195"/>
                </a:lnTo>
                <a:lnTo>
                  <a:pt x="1874" y="195"/>
                </a:lnTo>
                <a:lnTo>
                  <a:pt x="1703" y="244"/>
                </a:lnTo>
                <a:lnTo>
                  <a:pt x="1631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387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06" y="1314"/>
                </a:lnTo>
                <a:lnTo>
                  <a:pt x="536" y="1314"/>
                </a:lnTo>
                <a:lnTo>
                  <a:pt x="341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22" y="1460"/>
                </a:lnTo>
                <a:lnTo>
                  <a:pt x="122" y="1557"/>
                </a:lnTo>
                <a:lnTo>
                  <a:pt x="122" y="1630"/>
                </a:lnTo>
                <a:lnTo>
                  <a:pt x="73" y="1874"/>
                </a:lnTo>
                <a:lnTo>
                  <a:pt x="49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25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292" y="11534"/>
                </a:lnTo>
                <a:lnTo>
                  <a:pt x="317" y="12166"/>
                </a:lnTo>
                <a:lnTo>
                  <a:pt x="317" y="12799"/>
                </a:lnTo>
                <a:lnTo>
                  <a:pt x="292" y="14064"/>
                </a:lnTo>
                <a:lnTo>
                  <a:pt x="219" y="15330"/>
                </a:lnTo>
                <a:lnTo>
                  <a:pt x="146" y="16595"/>
                </a:lnTo>
                <a:lnTo>
                  <a:pt x="73" y="17519"/>
                </a:lnTo>
                <a:lnTo>
                  <a:pt x="25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68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36" y="20415"/>
                </a:lnTo>
                <a:lnTo>
                  <a:pt x="560" y="20512"/>
                </a:lnTo>
                <a:lnTo>
                  <a:pt x="609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2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39" y="20780"/>
                </a:lnTo>
                <a:lnTo>
                  <a:pt x="5767" y="20683"/>
                </a:lnTo>
                <a:lnTo>
                  <a:pt x="7057" y="20634"/>
                </a:lnTo>
                <a:lnTo>
                  <a:pt x="8322" y="20585"/>
                </a:lnTo>
                <a:lnTo>
                  <a:pt x="9611" y="20585"/>
                </a:lnTo>
                <a:lnTo>
                  <a:pt x="10877" y="20610"/>
                </a:lnTo>
                <a:lnTo>
                  <a:pt x="12239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58" y="20634"/>
                </a:lnTo>
                <a:lnTo>
                  <a:pt x="13261" y="20634"/>
                </a:lnTo>
                <a:lnTo>
                  <a:pt x="14040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11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62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00" y="19028"/>
                </a:lnTo>
                <a:lnTo>
                  <a:pt x="16522" y="18979"/>
                </a:lnTo>
                <a:lnTo>
                  <a:pt x="16595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38" y="15427"/>
                </a:lnTo>
                <a:lnTo>
                  <a:pt x="16838" y="14429"/>
                </a:lnTo>
                <a:lnTo>
                  <a:pt x="16814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14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71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2" y="1338"/>
                </a:lnTo>
                <a:lnTo>
                  <a:pt x="14259" y="1119"/>
                </a:lnTo>
                <a:lnTo>
                  <a:pt x="13991" y="901"/>
                </a:lnTo>
                <a:lnTo>
                  <a:pt x="13699" y="633"/>
                </a:lnTo>
                <a:lnTo>
                  <a:pt x="13529" y="487"/>
                </a:lnTo>
                <a:lnTo>
                  <a:pt x="13359" y="390"/>
                </a:lnTo>
                <a:lnTo>
                  <a:pt x="13334" y="317"/>
                </a:lnTo>
                <a:lnTo>
                  <a:pt x="13286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3" y="73"/>
                </a:lnTo>
                <a:lnTo>
                  <a:pt x="8249" y="25"/>
                </a:lnTo>
                <a:lnTo>
                  <a:pt x="661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66;p38"/>
          <p:cNvSpPr/>
          <p:nvPr/>
        </p:nvSpPr>
        <p:spPr>
          <a:xfrm>
            <a:off x="8533328" y="217893"/>
            <a:ext cx="376518" cy="380255"/>
          </a:xfrm>
          <a:custGeom>
            <a:avLst/>
            <a:gdLst/>
            <a:ahLst/>
            <a:cxnLst/>
            <a:rect l="l" t="t" r="r" b="b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83;p38"/>
          <p:cNvSpPr/>
          <p:nvPr/>
        </p:nvSpPr>
        <p:spPr>
          <a:xfrm>
            <a:off x="216365" y="3857917"/>
            <a:ext cx="345681" cy="414830"/>
          </a:xfrm>
          <a:custGeom>
            <a:avLst/>
            <a:gdLst/>
            <a:ahLst/>
            <a:cxnLst/>
            <a:rect l="l" t="t" r="r" b="b"/>
            <a:pathLst>
              <a:path w="15817" h="18981" extrusionOk="0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344;p38"/>
          <p:cNvSpPr/>
          <p:nvPr/>
        </p:nvSpPr>
        <p:spPr>
          <a:xfrm>
            <a:off x="277965" y="1647005"/>
            <a:ext cx="284081" cy="339926"/>
          </a:xfrm>
          <a:custGeom>
            <a:avLst/>
            <a:gdLst/>
            <a:ahLst/>
            <a:cxnLst/>
            <a:rect l="l" t="t" r="r" b="b"/>
            <a:pathLst>
              <a:path w="17107" h="21949" extrusionOk="0">
                <a:moveTo>
                  <a:pt x="9198" y="1679"/>
                </a:moveTo>
                <a:lnTo>
                  <a:pt x="9198" y="1947"/>
                </a:lnTo>
                <a:lnTo>
                  <a:pt x="9247" y="2190"/>
                </a:lnTo>
                <a:lnTo>
                  <a:pt x="9296" y="2385"/>
                </a:lnTo>
                <a:lnTo>
                  <a:pt x="9344" y="2482"/>
                </a:lnTo>
                <a:lnTo>
                  <a:pt x="9417" y="2531"/>
                </a:lnTo>
                <a:lnTo>
                  <a:pt x="9515" y="2604"/>
                </a:lnTo>
                <a:lnTo>
                  <a:pt x="9612" y="2604"/>
                </a:lnTo>
                <a:lnTo>
                  <a:pt x="9709" y="2580"/>
                </a:lnTo>
                <a:lnTo>
                  <a:pt x="9758" y="2531"/>
                </a:lnTo>
                <a:lnTo>
                  <a:pt x="9782" y="2482"/>
                </a:lnTo>
                <a:lnTo>
                  <a:pt x="9831" y="2385"/>
                </a:lnTo>
                <a:lnTo>
                  <a:pt x="9855" y="2263"/>
                </a:lnTo>
                <a:lnTo>
                  <a:pt x="9831" y="2409"/>
                </a:lnTo>
                <a:lnTo>
                  <a:pt x="9806" y="2555"/>
                </a:lnTo>
                <a:lnTo>
                  <a:pt x="9758" y="2677"/>
                </a:lnTo>
                <a:lnTo>
                  <a:pt x="9661" y="2799"/>
                </a:lnTo>
                <a:lnTo>
                  <a:pt x="9563" y="2847"/>
                </a:lnTo>
                <a:lnTo>
                  <a:pt x="9466" y="2872"/>
                </a:lnTo>
                <a:lnTo>
                  <a:pt x="9320" y="2847"/>
                </a:lnTo>
                <a:lnTo>
                  <a:pt x="9198" y="2774"/>
                </a:lnTo>
                <a:lnTo>
                  <a:pt x="9077" y="2701"/>
                </a:lnTo>
                <a:lnTo>
                  <a:pt x="8979" y="2628"/>
                </a:lnTo>
                <a:lnTo>
                  <a:pt x="8906" y="2531"/>
                </a:lnTo>
                <a:lnTo>
                  <a:pt x="8858" y="2434"/>
                </a:lnTo>
                <a:lnTo>
                  <a:pt x="8809" y="2312"/>
                </a:lnTo>
                <a:lnTo>
                  <a:pt x="8809" y="2190"/>
                </a:lnTo>
                <a:lnTo>
                  <a:pt x="8833" y="2093"/>
                </a:lnTo>
                <a:lnTo>
                  <a:pt x="8858" y="1971"/>
                </a:lnTo>
                <a:lnTo>
                  <a:pt x="8931" y="1898"/>
                </a:lnTo>
                <a:lnTo>
                  <a:pt x="9004" y="1801"/>
                </a:lnTo>
                <a:lnTo>
                  <a:pt x="9101" y="1728"/>
                </a:lnTo>
                <a:lnTo>
                  <a:pt x="9198" y="1679"/>
                </a:lnTo>
                <a:close/>
                <a:moveTo>
                  <a:pt x="12483" y="1850"/>
                </a:moveTo>
                <a:lnTo>
                  <a:pt x="12507" y="2142"/>
                </a:lnTo>
                <a:lnTo>
                  <a:pt x="12556" y="2288"/>
                </a:lnTo>
                <a:lnTo>
                  <a:pt x="12605" y="2409"/>
                </a:lnTo>
                <a:lnTo>
                  <a:pt x="12629" y="2434"/>
                </a:lnTo>
                <a:lnTo>
                  <a:pt x="12653" y="2482"/>
                </a:lnTo>
                <a:lnTo>
                  <a:pt x="12751" y="2482"/>
                </a:lnTo>
                <a:lnTo>
                  <a:pt x="12848" y="2458"/>
                </a:lnTo>
                <a:lnTo>
                  <a:pt x="12921" y="2409"/>
                </a:lnTo>
                <a:lnTo>
                  <a:pt x="12970" y="2288"/>
                </a:lnTo>
                <a:lnTo>
                  <a:pt x="13018" y="2190"/>
                </a:lnTo>
                <a:lnTo>
                  <a:pt x="13043" y="2069"/>
                </a:lnTo>
                <a:lnTo>
                  <a:pt x="13043" y="1947"/>
                </a:lnTo>
                <a:lnTo>
                  <a:pt x="13140" y="1971"/>
                </a:lnTo>
                <a:lnTo>
                  <a:pt x="13213" y="2020"/>
                </a:lnTo>
                <a:lnTo>
                  <a:pt x="13286" y="2093"/>
                </a:lnTo>
                <a:lnTo>
                  <a:pt x="13359" y="2190"/>
                </a:lnTo>
                <a:lnTo>
                  <a:pt x="13432" y="2312"/>
                </a:lnTo>
                <a:lnTo>
                  <a:pt x="13456" y="2434"/>
                </a:lnTo>
                <a:lnTo>
                  <a:pt x="13432" y="2580"/>
                </a:lnTo>
                <a:lnTo>
                  <a:pt x="13408" y="2628"/>
                </a:lnTo>
                <a:lnTo>
                  <a:pt x="13383" y="2701"/>
                </a:lnTo>
                <a:lnTo>
                  <a:pt x="13286" y="2774"/>
                </a:lnTo>
                <a:lnTo>
                  <a:pt x="13164" y="2847"/>
                </a:lnTo>
                <a:lnTo>
                  <a:pt x="13043" y="2872"/>
                </a:lnTo>
                <a:lnTo>
                  <a:pt x="12921" y="2896"/>
                </a:lnTo>
                <a:lnTo>
                  <a:pt x="12629" y="2896"/>
                </a:lnTo>
                <a:lnTo>
                  <a:pt x="12386" y="2872"/>
                </a:lnTo>
                <a:lnTo>
                  <a:pt x="12264" y="2799"/>
                </a:lnTo>
                <a:lnTo>
                  <a:pt x="12167" y="2726"/>
                </a:lnTo>
                <a:lnTo>
                  <a:pt x="12094" y="2628"/>
                </a:lnTo>
                <a:lnTo>
                  <a:pt x="12069" y="2507"/>
                </a:lnTo>
                <a:lnTo>
                  <a:pt x="12094" y="2385"/>
                </a:lnTo>
                <a:lnTo>
                  <a:pt x="12118" y="2263"/>
                </a:lnTo>
                <a:lnTo>
                  <a:pt x="12167" y="2166"/>
                </a:lnTo>
                <a:lnTo>
                  <a:pt x="12240" y="2044"/>
                </a:lnTo>
                <a:lnTo>
                  <a:pt x="12361" y="1923"/>
                </a:lnTo>
                <a:lnTo>
                  <a:pt x="12483" y="1850"/>
                </a:lnTo>
                <a:close/>
                <a:moveTo>
                  <a:pt x="5865" y="1825"/>
                </a:moveTo>
                <a:lnTo>
                  <a:pt x="5840" y="1874"/>
                </a:lnTo>
                <a:lnTo>
                  <a:pt x="5840" y="2069"/>
                </a:lnTo>
                <a:lnTo>
                  <a:pt x="5840" y="2288"/>
                </a:lnTo>
                <a:lnTo>
                  <a:pt x="5865" y="2385"/>
                </a:lnTo>
                <a:lnTo>
                  <a:pt x="5889" y="2482"/>
                </a:lnTo>
                <a:lnTo>
                  <a:pt x="5938" y="2580"/>
                </a:lnTo>
                <a:lnTo>
                  <a:pt x="6011" y="2628"/>
                </a:lnTo>
                <a:lnTo>
                  <a:pt x="6132" y="2677"/>
                </a:lnTo>
                <a:lnTo>
                  <a:pt x="6230" y="2653"/>
                </a:lnTo>
                <a:lnTo>
                  <a:pt x="6327" y="2604"/>
                </a:lnTo>
                <a:lnTo>
                  <a:pt x="6376" y="2531"/>
                </a:lnTo>
                <a:lnTo>
                  <a:pt x="6400" y="2531"/>
                </a:lnTo>
                <a:lnTo>
                  <a:pt x="6424" y="2409"/>
                </a:lnTo>
                <a:lnTo>
                  <a:pt x="6449" y="2288"/>
                </a:lnTo>
                <a:lnTo>
                  <a:pt x="6449" y="1996"/>
                </a:lnTo>
                <a:lnTo>
                  <a:pt x="6522" y="2020"/>
                </a:lnTo>
                <a:lnTo>
                  <a:pt x="6595" y="2117"/>
                </a:lnTo>
                <a:lnTo>
                  <a:pt x="6643" y="2215"/>
                </a:lnTo>
                <a:lnTo>
                  <a:pt x="6643" y="2312"/>
                </a:lnTo>
                <a:lnTo>
                  <a:pt x="6643" y="2531"/>
                </a:lnTo>
                <a:lnTo>
                  <a:pt x="6595" y="2677"/>
                </a:lnTo>
                <a:lnTo>
                  <a:pt x="6522" y="2774"/>
                </a:lnTo>
                <a:lnTo>
                  <a:pt x="6424" y="2872"/>
                </a:lnTo>
                <a:lnTo>
                  <a:pt x="6303" y="2920"/>
                </a:lnTo>
                <a:lnTo>
                  <a:pt x="6181" y="2969"/>
                </a:lnTo>
                <a:lnTo>
                  <a:pt x="6059" y="2993"/>
                </a:lnTo>
                <a:lnTo>
                  <a:pt x="5913" y="2993"/>
                </a:lnTo>
                <a:lnTo>
                  <a:pt x="5792" y="2969"/>
                </a:lnTo>
                <a:lnTo>
                  <a:pt x="5646" y="2896"/>
                </a:lnTo>
                <a:lnTo>
                  <a:pt x="5548" y="2799"/>
                </a:lnTo>
                <a:lnTo>
                  <a:pt x="5475" y="2701"/>
                </a:lnTo>
                <a:lnTo>
                  <a:pt x="5427" y="2580"/>
                </a:lnTo>
                <a:lnTo>
                  <a:pt x="5427" y="2458"/>
                </a:lnTo>
                <a:lnTo>
                  <a:pt x="5451" y="2312"/>
                </a:lnTo>
                <a:lnTo>
                  <a:pt x="5475" y="2190"/>
                </a:lnTo>
                <a:lnTo>
                  <a:pt x="5548" y="2069"/>
                </a:lnTo>
                <a:lnTo>
                  <a:pt x="5694" y="1923"/>
                </a:lnTo>
                <a:lnTo>
                  <a:pt x="5865" y="1825"/>
                </a:lnTo>
                <a:close/>
                <a:moveTo>
                  <a:pt x="2531" y="1825"/>
                </a:moveTo>
                <a:lnTo>
                  <a:pt x="2580" y="2288"/>
                </a:lnTo>
                <a:lnTo>
                  <a:pt x="2604" y="2385"/>
                </a:lnTo>
                <a:lnTo>
                  <a:pt x="2653" y="2458"/>
                </a:lnTo>
                <a:lnTo>
                  <a:pt x="2750" y="2507"/>
                </a:lnTo>
                <a:lnTo>
                  <a:pt x="2847" y="2531"/>
                </a:lnTo>
                <a:lnTo>
                  <a:pt x="2945" y="2507"/>
                </a:lnTo>
                <a:lnTo>
                  <a:pt x="3018" y="2458"/>
                </a:lnTo>
                <a:lnTo>
                  <a:pt x="3066" y="2385"/>
                </a:lnTo>
                <a:lnTo>
                  <a:pt x="3091" y="2288"/>
                </a:lnTo>
                <a:lnTo>
                  <a:pt x="3066" y="1947"/>
                </a:lnTo>
                <a:lnTo>
                  <a:pt x="3115" y="1996"/>
                </a:lnTo>
                <a:lnTo>
                  <a:pt x="3188" y="2044"/>
                </a:lnTo>
                <a:lnTo>
                  <a:pt x="3212" y="2117"/>
                </a:lnTo>
                <a:lnTo>
                  <a:pt x="3237" y="2166"/>
                </a:lnTo>
                <a:lnTo>
                  <a:pt x="3237" y="2336"/>
                </a:lnTo>
                <a:lnTo>
                  <a:pt x="3212" y="2507"/>
                </a:lnTo>
                <a:lnTo>
                  <a:pt x="3139" y="2677"/>
                </a:lnTo>
                <a:lnTo>
                  <a:pt x="3042" y="2823"/>
                </a:lnTo>
                <a:lnTo>
                  <a:pt x="2920" y="2945"/>
                </a:lnTo>
                <a:lnTo>
                  <a:pt x="2774" y="3018"/>
                </a:lnTo>
                <a:lnTo>
                  <a:pt x="2653" y="3066"/>
                </a:lnTo>
                <a:lnTo>
                  <a:pt x="2531" y="3042"/>
                </a:lnTo>
                <a:lnTo>
                  <a:pt x="2409" y="3018"/>
                </a:lnTo>
                <a:lnTo>
                  <a:pt x="2312" y="2945"/>
                </a:lnTo>
                <a:lnTo>
                  <a:pt x="2215" y="2847"/>
                </a:lnTo>
                <a:lnTo>
                  <a:pt x="2142" y="2750"/>
                </a:lnTo>
                <a:lnTo>
                  <a:pt x="2093" y="2653"/>
                </a:lnTo>
                <a:lnTo>
                  <a:pt x="2044" y="2531"/>
                </a:lnTo>
                <a:lnTo>
                  <a:pt x="2044" y="2434"/>
                </a:lnTo>
                <a:lnTo>
                  <a:pt x="2044" y="2361"/>
                </a:lnTo>
                <a:lnTo>
                  <a:pt x="2117" y="2215"/>
                </a:lnTo>
                <a:lnTo>
                  <a:pt x="2190" y="2069"/>
                </a:lnTo>
                <a:lnTo>
                  <a:pt x="2312" y="1947"/>
                </a:lnTo>
                <a:lnTo>
                  <a:pt x="2409" y="1874"/>
                </a:lnTo>
                <a:lnTo>
                  <a:pt x="2531" y="1825"/>
                </a:lnTo>
                <a:close/>
                <a:moveTo>
                  <a:pt x="15598" y="3285"/>
                </a:moveTo>
                <a:lnTo>
                  <a:pt x="15768" y="3310"/>
                </a:lnTo>
                <a:lnTo>
                  <a:pt x="15598" y="3553"/>
                </a:lnTo>
                <a:lnTo>
                  <a:pt x="15598" y="3285"/>
                </a:lnTo>
                <a:close/>
                <a:moveTo>
                  <a:pt x="16328" y="3310"/>
                </a:moveTo>
                <a:lnTo>
                  <a:pt x="16328" y="3577"/>
                </a:lnTo>
                <a:lnTo>
                  <a:pt x="16352" y="3869"/>
                </a:lnTo>
                <a:lnTo>
                  <a:pt x="16011" y="4234"/>
                </a:lnTo>
                <a:lnTo>
                  <a:pt x="15695" y="4623"/>
                </a:lnTo>
                <a:lnTo>
                  <a:pt x="15549" y="4794"/>
                </a:lnTo>
                <a:lnTo>
                  <a:pt x="15573" y="4526"/>
                </a:lnTo>
                <a:lnTo>
                  <a:pt x="15598" y="4404"/>
                </a:lnTo>
                <a:lnTo>
                  <a:pt x="15695" y="4161"/>
                </a:lnTo>
                <a:lnTo>
                  <a:pt x="15817" y="3918"/>
                </a:lnTo>
                <a:lnTo>
                  <a:pt x="15963" y="3626"/>
                </a:lnTo>
                <a:lnTo>
                  <a:pt x="16133" y="3310"/>
                </a:lnTo>
                <a:close/>
                <a:moveTo>
                  <a:pt x="16425" y="4331"/>
                </a:moveTo>
                <a:lnTo>
                  <a:pt x="16547" y="4940"/>
                </a:lnTo>
                <a:lnTo>
                  <a:pt x="16425" y="4988"/>
                </a:lnTo>
                <a:lnTo>
                  <a:pt x="16328" y="5086"/>
                </a:lnTo>
                <a:lnTo>
                  <a:pt x="16133" y="5280"/>
                </a:lnTo>
                <a:lnTo>
                  <a:pt x="15938" y="5499"/>
                </a:lnTo>
                <a:lnTo>
                  <a:pt x="15817" y="5670"/>
                </a:lnTo>
                <a:lnTo>
                  <a:pt x="15549" y="5986"/>
                </a:lnTo>
                <a:lnTo>
                  <a:pt x="15549" y="5864"/>
                </a:lnTo>
                <a:lnTo>
                  <a:pt x="15598" y="5840"/>
                </a:lnTo>
                <a:lnTo>
                  <a:pt x="15646" y="5791"/>
                </a:lnTo>
                <a:lnTo>
                  <a:pt x="15671" y="5718"/>
                </a:lnTo>
                <a:lnTo>
                  <a:pt x="15671" y="5645"/>
                </a:lnTo>
                <a:lnTo>
                  <a:pt x="15671" y="5475"/>
                </a:lnTo>
                <a:lnTo>
                  <a:pt x="15719" y="5305"/>
                </a:lnTo>
                <a:lnTo>
                  <a:pt x="15792" y="5159"/>
                </a:lnTo>
                <a:lnTo>
                  <a:pt x="15890" y="4988"/>
                </a:lnTo>
                <a:lnTo>
                  <a:pt x="16133" y="4696"/>
                </a:lnTo>
                <a:lnTo>
                  <a:pt x="16352" y="4453"/>
                </a:lnTo>
                <a:lnTo>
                  <a:pt x="16425" y="4331"/>
                </a:lnTo>
                <a:close/>
                <a:moveTo>
                  <a:pt x="16571" y="5280"/>
                </a:moveTo>
                <a:lnTo>
                  <a:pt x="16595" y="5621"/>
                </a:lnTo>
                <a:lnTo>
                  <a:pt x="16595" y="6010"/>
                </a:lnTo>
                <a:lnTo>
                  <a:pt x="16401" y="6108"/>
                </a:lnTo>
                <a:lnTo>
                  <a:pt x="16230" y="6254"/>
                </a:lnTo>
                <a:lnTo>
                  <a:pt x="15914" y="6546"/>
                </a:lnTo>
                <a:lnTo>
                  <a:pt x="15719" y="6740"/>
                </a:lnTo>
                <a:lnTo>
                  <a:pt x="15549" y="6959"/>
                </a:lnTo>
                <a:lnTo>
                  <a:pt x="15549" y="6765"/>
                </a:lnTo>
                <a:lnTo>
                  <a:pt x="15622" y="6619"/>
                </a:lnTo>
                <a:lnTo>
                  <a:pt x="15695" y="6497"/>
                </a:lnTo>
                <a:lnTo>
                  <a:pt x="15841" y="6229"/>
                </a:lnTo>
                <a:lnTo>
                  <a:pt x="16036" y="5962"/>
                </a:lnTo>
                <a:lnTo>
                  <a:pt x="16230" y="5670"/>
                </a:lnTo>
                <a:lnTo>
                  <a:pt x="16449" y="5402"/>
                </a:lnTo>
                <a:lnTo>
                  <a:pt x="16571" y="5280"/>
                </a:lnTo>
                <a:close/>
                <a:moveTo>
                  <a:pt x="5743" y="6716"/>
                </a:moveTo>
                <a:lnTo>
                  <a:pt x="5694" y="6740"/>
                </a:lnTo>
                <a:lnTo>
                  <a:pt x="5621" y="6789"/>
                </a:lnTo>
                <a:lnTo>
                  <a:pt x="5475" y="6935"/>
                </a:lnTo>
                <a:lnTo>
                  <a:pt x="5305" y="7105"/>
                </a:lnTo>
                <a:lnTo>
                  <a:pt x="5086" y="7251"/>
                </a:lnTo>
                <a:lnTo>
                  <a:pt x="4867" y="7373"/>
                </a:lnTo>
                <a:lnTo>
                  <a:pt x="4745" y="7422"/>
                </a:lnTo>
                <a:lnTo>
                  <a:pt x="4648" y="7446"/>
                </a:lnTo>
                <a:lnTo>
                  <a:pt x="4429" y="7446"/>
                </a:lnTo>
                <a:lnTo>
                  <a:pt x="4332" y="7397"/>
                </a:lnTo>
                <a:lnTo>
                  <a:pt x="4259" y="7349"/>
                </a:lnTo>
                <a:lnTo>
                  <a:pt x="4186" y="7251"/>
                </a:lnTo>
                <a:lnTo>
                  <a:pt x="4113" y="7130"/>
                </a:lnTo>
                <a:lnTo>
                  <a:pt x="4064" y="7057"/>
                </a:lnTo>
                <a:lnTo>
                  <a:pt x="3991" y="7032"/>
                </a:lnTo>
                <a:lnTo>
                  <a:pt x="3894" y="7032"/>
                </a:lnTo>
                <a:lnTo>
                  <a:pt x="3821" y="7057"/>
                </a:lnTo>
                <a:lnTo>
                  <a:pt x="3553" y="7227"/>
                </a:lnTo>
                <a:lnTo>
                  <a:pt x="3358" y="7324"/>
                </a:lnTo>
                <a:lnTo>
                  <a:pt x="3188" y="7422"/>
                </a:lnTo>
                <a:lnTo>
                  <a:pt x="3042" y="7470"/>
                </a:lnTo>
                <a:lnTo>
                  <a:pt x="2969" y="7470"/>
                </a:lnTo>
                <a:lnTo>
                  <a:pt x="2896" y="7446"/>
                </a:lnTo>
                <a:lnTo>
                  <a:pt x="2847" y="7422"/>
                </a:lnTo>
                <a:lnTo>
                  <a:pt x="2823" y="7349"/>
                </a:lnTo>
                <a:lnTo>
                  <a:pt x="2799" y="7276"/>
                </a:lnTo>
                <a:lnTo>
                  <a:pt x="2799" y="7178"/>
                </a:lnTo>
                <a:lnTo>
                  <a:pt x="2799" y="7130"/>
                </a:lnTo>
                <a:lnTo>
                  <a:pt x="2774" y="7105"/>
                </a:lnTo>
                <a:lnTo>
                  <a:pt x="2726" y="7081"/>
                </a:lnTo>
                <a:lnTo>
                  <a:pt x="2653" y="7081"/>
                </a:lnTo>
                <a:lnTo>
                  <a:pt x="2604" y="7154"/>
                </a:lnTo>
                <a:lnTo>
                  <a:pt x="2555" y="7373"/>
                </a:lnTo>
                <a:lnTo>
                  <a:pt x="2531" y="7470"/>
                </a:lnTo>
                <a:lnTo>
                  <a:pt x="2531" y="7568"/>
                </a:lnTo>
                <a:lnTo>
                  <a:pt x="2555" y="7665"/>
                </a:lnTo>
                <a:lnTo>
                  <a:pt x="2628" y="7762"/>
                </a:lnTo>
                <a:lnTo>
                  <a:pt x="2701" y="7811"/>
                </a:lnTo>
                <a:lnTo>
                  <a:pt x="2823" y="7860"/>
                </a:lnTo>
                <a:lnTo>
                  <a:pt x="2945" y="7884"/>
                </a:lnTo>
                <a:lnTo>
                  <a:pt x="3091" y="7860"/>
                </a:lnTo>
                <a:lnTo>
                  <a:pt x="3212" y="7835"/>
                </a:lnTo>
                <a:lnTo>
                  <a:pt x="3358" y="7787"/>
                </a:lnTo>
                <a:lnTo>
                  <a:pt x="3602" y="7665"/>
                </a:lnTo>
                <a:lnTo>
                  <a:pt x="3845" y="7519"/>
                </a:lnTo>
                <a:lnTo>
                  <a:pt x="3942" y="7641"/>
                </a:lnTo>
                <a:lnTo>
                  <a:pt x="4040" y="7714"/>
                </a:lnTo>
                <a:lnTo>
                  <a:pt x="4137" y="7787"/>
                </a:lnTo>
                <a:lnTo>
                  <a:pt x="4259" y="7835"/>
                </a:lnTo>
                <a:lnTo>
                  <a:pt x="4356" y="7860"/>
                </a:lnTo>
                <a:lnTo>
                  <a:pt x="4478" y="7860"/>
                </a:lnTo>
                <a:lnTo>
                  <a:pt x="4745" y="7835"/>
                </a:lnTo>
                <a:lnTo>
                  <a:pt x="4989" y="7762"/>
                </a:lnTo>
                <a:lnTo>
                  <a:pt x="5232" y="7641"/>
                </a:lnTo>
                <a:lnTo>
                  <a:pt x="5475" y="7495"/>
                </a:lnTo>
                <a:lnTo>
                  <a:pt x="5694" y="7324"/>
                </a:lnTo>
                <a:lnTo>
                  <a:pt x="5816" y="7470"/>
                </a:lnTo>
                <a:lnTo>
                  <a:pt x="5962" y="7592"/>
                </a:lnTo>
                <a:lnTo>
                  <a:pt x="6132" y="7665"/>
                </a:lnTo>
                <a:lnTo>
                  <a:pt x="6327" y="7738"/>
                </a:lnTo>
                <a:lnTo>
                  <a:pt x="6741" y="7738"/>
                </a:lnTo>
                <a:lnTo>
                  <a:pt x="6862" y="7689"/>
                </a:lnTo>
                <a:lnTo>
                  <a:pt x="6984" y="7641"/>
                </a:lnTo>
                <a:lnTo>
                  <a:pt x="7106" y="7592"/>
                </a:lnTo>
                <a:lnTo>
                  <a:pt x="7300" y="7422"/>
                </a:lnTo>
                <a:lnTo>
                  <a:pt x="7422" y="7568"/>
                </a:lnTo>
                <a:lnTo>
                  <a:pt x="7592" y="7665"/>
                </a:lnTo>
                <a:lnTo>
                  <a:pt x="7787" y="7714"/>
                </a:lnTo>
                <a:lnTo>
                  <a:pt x="7982" y="7738"/>
                </a:lnTo>
                <a:lnTo>
                  <a:pt x="8201" y="7714"/>
                </a:lnTo>
                <a:lnTo>
                  <a:pt x="8395" y="7665"/>
                </a:lnTo>
                <a:lnTo>
                  <a:pt x="8590" y="7568"/>
                </a:lnTo>
                <a:lnTo>
                  <a:pt x="8785" y="7446"/>
                </a:lnTo>
                <a:lnTo>
                  <a:pt x="8931" y="7568"/>
                </a:lnTo>
                <a:lnTo>
                  <a:pt x="9101" y="7665"/>
                </a:lnTo>
                <a:lnTo>
                  <a:pt x="9271" y="7738"/>
                </a:lnTo>
                <a:lnTo>
                  <a:pt x="9466" y="7787"/>
                </a:lnTo>
                <a:lnTo>
                  <a:pt x="9636" y="7787"/>
                </a:lnTo>
                <a:lnTo>
                  <a:pt x="9806" y="7762"/>
                </a:lnTo>
                <a:lnTo>
                  <a:pt x="9977" y="7714"/>
                </a:lnTo>
                <a:lnTo>
                  <a:pt x="10098" y="7616"/>
                </a:lnTo>
                <a:lnTo>
                  <a:pt x="10196" y="7714"/>
                </a:lnTo>
                <a:lnTo>
                  <a:pt x="10293" y="7787"/>
                </a:lnTo>
                <a:lnTo>
                  <a:pt x="10415" y="7860"/>
                </a:lnTo>
                <a:lnTo>
                  <a:pt x="10536" y="7908"/>
                </a:lnTo>
                <a:lnTo>
                  <a:pt x="10658" y="7957"/>
                </a:lnTo>
                <a:lnTo>
                  <a:pt x="10780" y="7957"/>
                </a:lnTo>
                <a:lnTo>
                  <a:pt x="10901" y="7908"/>
                </a:lnTo>
                <a:lnTo>
                  <a:pt x="10999" y="7860"/>
                </a:lnTo>
                <a:lnTo>
                  <a:pt x="11120" y="7811"/>
                </a:lnTo>
                <a:lnTo>
                  <a:pt x="11193" y="7714"/>
                </a:lnTo>
                <a:lnTo>
                  <a:pt x="11364" y="7543"/>
                </a:lnTo>
                <a:lnTo>
                  <a:pt x="11607" y="7689"/>
                </a:lnTo>
                <a:lnTo>
                  <a:pt x="11729" y="7762"/>
                </a:lnTo>
                <a:lnTo>
                  <a:pt x="11850" y="7811"/>
                </a:lnTo>
                <a:lnTo>
                  <a:pt x="11972" y="7835"/>
                </a:lnTo>
                <a:lnTo>
                  <a:pt x="12094" y="7835"/>
                </a:lnTo>
                <a:lnTo>
                  <a:pt x="12191" y="7811"/>
                </a:lnTo>
                <a:lnTo>
                  <a:pt x="12288" y="7738"/>
                </a:lnTo>
                <a:lnTo>
                  <a:pt x="12410" y="7835"/>
                </a:lnTo>
                <a:lnTo>
                  <a:pt x="12556" y="7884"/>
                </a:lnTo>
                <a:lnTo>
                  <a:pt x="12726" y="7908"/>
                </a:lnTo>
                <a:lnTo>
                  <a:pt x="12872" y="7884"/>
                </a:lnTo>
                <a:lnTo>
                  <a:pt x="13018" y="7860"/>
                </a:lnTo>
                <a:lnTo>
                  <a:pt x="13164" y="7762"/>
                </a:lnTo>
                <a:lnTo>
                  <a:pt x="13262" y="7665"/>
                </a:lnTo>
                <a:lnTo>
                  <a:pt x="13335" y="7519"/>
                </a:lnTo>
                <a:lnTo>
                  <a:pt x="13335" y="7470"/>
                </a:lnTo>
                <a:lnTo>
                  <a:pt x="13335" y="7446"/>
                </a:lnTo>
                <a:lnTo>
                  <a:pt x="13286" y="7422"/>
                </a:lnTo>
                <a:lnTo>
                  <a:pt x="13262" y="7422"/>
                </a:lnTo>
                <a:lnTo>
                  <a:pt x="13043" y="7470"/>
                </a:lnTo>
                <a:lnTo>
                  <a:pt x="12775" y="7543"/>
                </a:lnTo>
                <a:lnTo>
                  <a:pt x="12653" y="7543"/>
                </a:lnTo>
                <a:lnTo>
                  <a:pt x="12532" y="7519"/>
                </a:lnTo>
                <a:lnTo>
                  <a:pt x="12459" y="7470"/>
                </a:lnTo>
                <a:lnTo>
                  <a:pt x="12434" y="7422"/>
                </a:lnTo>
                <a:lnTo>
                  <a:pt x="12410" y="7373"/>
                </a:lnTo>
                <a:lnTo>
                  <a:pt x="12386" y="7300"/>
                </a:lnTo>
                <a:lnTo>
                  <a:pt x="12337" y="7251"/>
                </a:lnTo>
                <a:lnTo>
                  <a:pt x="12288" y="7203"/>
                </a:lnTo>
                <a:lnTo>
                  <a:pt x="12167" y="7203"/>
                </a:lnTo>
                <a:lnTo>
                  <a:pt x="12118" y="7251"/>
                </a:lnTo>
                <a:lnTo>
                  <a:pt x="12094" y="7300"/>
                </a:lnTo>
                <a:lnTo>
                  <a:pt x="12069" y="7373"/>
                </a:lnTo>
                <a:lnTo>
                  <a:pt x="12069" y="7422"/>
                </a:lnTo>
                <a:lnTo>
                  <a:pt x="12045" y="7470"/>
                </a:lnTo>
                <a:lnTo>
                  <a:pt x="12021" y="7495"/>
                </a:lnTo>
                <a:lnTo>
                  <a:pt x="11899" y="7495"/>
                </a:lnTo>
                <a:lnTo>
                  <a:pt x="11777" y="7446"/>
                </a:lnTo>
                <a:lnTo>
                  <a:pt x="11583" y="7300"/>
                </a:lnTo>
                <a:lnTo>
                  <a:pt x="11461" y="7178"/>
                </a:lnTo>
                <a:lnTo>
                  <a:pt x="11388" y="7154"/>
                </a:lnTo>
                <a:lnTo>
                  <a:pt x="11339" y="7130"/>
                </a:lnTo>
                <a:lnTo>
                  <a:pt x="11266" y="7154"/>
                </a:lnTo>
                <a:lnTo>
                  <a:pt x="11218" y="7178"/>
                </a:lnTo>
                <a:lnTo>
                  <a:pt x="11047" y="7397"/>
                </a:lnTo>
                <a:lnTo>
                  <a:pt x="10926" y="7495"/>
                </a:lnTo>
                <a:lnTo>
                  <a:pt x="10804" y="7543"/>
                </a:lnTo>
                <a:lnTo>
                  <a:pt x="10707" y="7568"/>
                </a:lnTo>
                <a:lnTo>
                  <a:pt x="10609" y="7568"/>
                </a:lnTo>
                <a:lnTo>
                  <a:pt x="10536" y="7519"/>
                </a:lnTo>
                <a:lnTo>
                  <a:pt x="10463" y="7422"/>
                </a:lnTo>
                <a:lnTo>
                  <a:pt x="10390" y="7324"/>
                </a:lnTo>
                <a:lnTo>
                  <a:pt x="10342" y="7178"/>
                </a:lnTo>
                <a:lnTo>
                  <a:pt x="10342" y="7105"/>
                </a:lnTo>
                <a:lnTo>
                  <a:pt x="10293" y="7032"/>
                </a:lnTo>
                <a:lnTo>
                  <a:pt x="10244" y="7008"/>
                </a:lnTo>
                <a:lnTo>
                  <a:pt x="10196" y="6984"/>
                </a:lnTo>
                <a:lnTo>
                  <a:pt x="10123" y="6984"/>
                </a:lnTo>
                <a:lnTo>
                  <a:pt x="10074" y="7008"/>
                </a:lnTo>
                <a:lnTo>
                  <a:pt x="10025" y="7057"/>
                </a:lnTo>
                <a:lnTo>
                  <a:pt x="9977" y="7130"/>
                </a:lnTo>
                <a:lnTo>
                  <a:pt x="9952" y="7227"/>
                </a:lnTo>
                <a:lnTo>
                  <a:pt x="9904" y="7300"/>
                </a:lnTo>
                <a:lnTo>
                  <a:pt x="9831" y="7349"/>
                </a:lnTo>
                <a:lnTo>
                  <a:pt x="9782" y="7397"/>
                </a:lnTo>
                <a:lnTo>
                  <a:pt x="9709" y="7422"/>
                </a:lnTo>
                <a:lnTo>
                  <a:pt x="9636" y="7422"/>
                </a:lnTo>
                <a:lnTo>
                  <a:pt x="9466" y="7397"/>
                </a:lnTo>
                <a:lnTo>
                  <a:pt x="9320" y="7349"/>
                </a:lnTo>
                <a:lnTo>
                  <a:pt x="9174" y="7251"/>
                </a:lnTo>
                <a:lnTo>
                  <a:pt x="9028" y="7154"/>
                </a:lnTo>
                <a:lnTo>
                  <a:pt x="8906" y="7032"/>
                </a:lnTo>
                <a:lnTo>
                  <a:pt x="8858" y="6984"/>
                </a:lnTo>
                <a:lnTo>
                  <a:pt x="8687" y="6984"/>
                </a:lnTo>
                <a:lnTo>
                  <a:pt x="8639" y="7032"/>
                </a:lnTo>
                <a:lnTo>
                  <a:pt x="8517" y="7130"/>
                </a:lnTo>
                <a:lnTo>
                  <a:pt x="8371" y="7227"/>
                </a:lnTo>
                <a:lnTo>
                  <a:pt x="8201" y="7300"/>
                </a:lnTo>
                <a:lnTo>
                  <a:pt x="8030" y="7349"/>
                </a:lnTo>
                <a:lnTo>
                  <a:pt x="7860" y="7349"/>
                </a:lnTo>
                <a:lnTo>
                  <a:pt x="7787" y="7324"/>
                </a:lnTo>
                <a:lnTo>
                  <a:pt x="7738" y="7300"/>
                </a:lnTo>
                <a:lnTo>
                  <a:pt x="7665" y="7251"/>
                </a:lnTo>
                <a:lnTo>
                  <a:pt x="7641" y="7178"/>
                </a:lnTo>
                <a:lnTo>
                  <a:pt x="7592" y="7105"/>
                </a:lnTo>
                <a:lnTo>
                  <a:pt x="7592" y="7008"/>
                </a:lnTo>
                <a:lnTo>
                  <a:pt x="7568" y="6935"/>
                </a:lnTo>
                <a:lnTo>
                  <a:pt x="7544" y="6886"/>
                </a:lnTo>
                <a:lnTo>
                  <a:pt x="7495" y="6838"/>
                </a:lnTo>
                <a:lnTo>
                  <a:pt x="7446" y="6813"/>
                </a:lnTo>
                <a:lnTo>
                  <a:pt x="7398" y="6789"/>
                </a:lnTo>
                <a:lnTo>
                  <a:pt x="7325" y="6789"/>
                </a:lnTo>
                <a:lnTo>
                  <a:pt x="7276" y="6813"/>
                </a:lnTo>
                <a:lnTo>
                  <a:pt x="7227" y="6862"/>
                </a:lnTo>
                <a:lnTo>
                  <a:pt x="7057" y="7057"/>
                </a:lnTo>
                <a:lnTo>
                  <a:pt x="6960" y="7154"/>
                </a:lnTo>
                <a:lnTo>
                  <a:pt x="6862" y="7251"/>
                </a:lnTo>
                <a:lnTo>
                  <a:pt x="6741" y="7300"/>
                </a:lnTo>
                <a:lnTo>
                  <a:pt x="6619" y="7324"/>
                </a:lnTo>
                <a:lnTo>
                  <a:pt x="6473" y="7324"/>
                </a:lnTo>
                <a:lnTo>
                  <a:pt x="6351" y="7300"/>
                </a:lnTo>
                <a:lnTo>
                  <a:pt x="6230" y="7251"/>
                </a:lnTo>
                <a:lnTo>
                  <a:pt x="6108" y="7178"/>
                </a:lnTo>
                <a:lnTo>
                  <a:pt x="6035" y="7057"/>
                </a:lnTo>
                <a:lnTo>
                  <a:pt x="5986" y="6935"/>
                </a:lnTo>
                <a:lnTo>
                  <a:pt x="5986" y="6886"/>
                </a:lnTo>
                <a:lnTo>
                  <a:pt x="5962" y="6838"/>
                </a:lnTo>
                <a:lnTo>
                  <a:pt x="5913" y="6789"/>
                </a:lnTo>
                <a:lnTo>
                  <a:pt x="5865" y="6740"/>
                </a:lnTo>
                <a:lnTo>
                  <a:pt x="5792" y="6716"/>
                </a:lnTo>
                <a:close/>
                <a:moveTo>
                  <a:pt x="16595" y="6302"/>
                </a:moveTo>
                <a:lnTo>
                  <a:pt x="16547" y="7081"/>
                </a:lnTo>
                <a:lnTo>
                  <a:pt x="16401" y="7203"/>
                </a:lnTo>
                <a:lnTo>
                  <a:pt x="16279" y="7349"/>
                </a:lnTo>
                <a:lnTo>
                  <a:pt x="16011" y="7665"/>
                </a:lnTo>
                <a:lnTo>
                  <a:pt x="15792" y="7908"/>
                </a:lnTo>
                <a:lnTo>
                  <a:pt x="15573" y="8200"/>
                </a:lnTo>
                <a:lnTo>
                  <a:pt x="15573" y="7689"/>
                </a:lnTo>
                <a:lnTo>
                  <a:pt x="15573" y="7665"/>
                </a:lnTo>
                <a:lnTo>
                  <a:pt x="15671" y="7470"/>
                </a:lnTo>
                <a:lnTo>
                  <a:pt x="15768" y="7276"/>
                </a:lnTo>
                <a:lnTo>
                  <a:pt x="16011" y="6935"/>
                </a:lnTo>
                <a:lnTo>
                  <a:pt x="16303" y="6619"/>
                </a:lnTo>
                <a:lnTo>
                  <a:pt x="16595" y="6302"/>
                </a:lnTo>
                <a:close/>
                <a:moveTo>
                  <a:pt x="16547" y="7592"/>
                </a:moveTo>
                <a:lnTo>
                  <a:pt x="16522" y="8663"/>
                </a:lnTo>
                <a:lnTo>
                  <a:pt x="16425" y="8711"/>
                </a:lnTo>
                <a:lnTo>
                  <a:pt x="16328" y="8760"/>
                </a:lnTo>
                <a:lnTo>
                  <a:pt x="16157" y="8930"/>
                </a:lnTo>
                <a:lnTo>
                  <a:pt x="15841" y="9271"/>
                </a:lnTo>
                <a:lnTo>
                  <a:pt x="15719" y="9417"/>
                </a:lnTo>
                <a:lnTo>
                  <a:pt x="15573" y="9612"/>
                </a:lnTo>
                <a:lnTo>
                  <a:pt x="15573" y="8882"/>
                </a:lnTo>
                <a:lnTo>
                  <a:pt x="15671" y="8857"/>
                </a:lnTo>
                <a:lnTo>
                  <a:pt x="15744" y="8784"/>
                </a:lnTo>
                <a:lnTo>
                  <a:pt x="15890" y="8517"/>
                </a:lnTo>
                <a:lnTo>
                  <a:pt x="16060" y="8273"/>
                </a:lnTo>
                <a:lnTo>
                  <a:pt x="16401" y="7811"/>
                </a:lnTo>
                <a:lnTo>
                  <a:pt x="16547" y="7592"/>
                </a:lnTo>
                <a:close/>
                <a:moveTo>
                  <a:pt x="9734" y="9149"/>
                </a:moveTo>
                <a:lnTo>
                  <a:pt x="9661" y="9174"/>
                </a:lnTo>
                <a:lnTo>
                  <a:pt x="9588" y="9198"/>
                </a:lnTo>
                <a:lnTo>
                  <a:pt x="9539" y="9247"/>
                </a:lnTo>
                <a:lnTo>
                  <a:pt x="9466" y="9368"/>
                </a:lnTo>
                <a:lnTo>
                  <a:pt x="9442" y="9490"/>
                </a:lnTo>
                <a:lnTo>
                  <a:pt x="9320" y="9587"/>
                </a:lnTo>
                <a:lnTo>
                  <a:pt x="9174" y="9660"/>
                </a:lnTo>
                <a:lnTo>
                  <a:pt x="9052" y="9685"/>
                </a:lnTo>
                <a:lnTo>
                  <a:pt x="8882" y="9685"/>
                </a:lnTo>
                <a:lnTo>
                  <a:pt x="8785" y="9660"/>
                </a:lnTo>
                <a:lnTo>
                  <a:pt x="8736" y="9636"/>
                </a:lnTo>
                <a:lnTo>
                  <a:pt x="8687" y="9587"/>
                </a:lnTo>
                <a:lnTo>
                  <a:pt x="8663" y="9539"/>
                </a:lnTo>
                <a:lnTo>
                  <a:pt x="8663" y="9441"/>
                </a:lnTo>
                <a:lnTo>
                  <a:pt x="8639" y="9368"/>
                </a:lnTo>
                <a:lnTo>
                  <a:pt x="8590" y="9320"/>
                </a:lnTo>
                <a:lnTo>
                  <a:pt x="8517" y="9295"/>
                </a:lnTo>
                <a:lnTo>
                  <a:pt x="8444" y="9271"/>
                </a:lnTo>
                <a:lnTo>
                  <a:pt x="8395" y="9295"/>
                </a:lnTo>
                <a:lnTo>
                  <a:pt x="8322" y="9344"/>
                </a:lnTo>
                <a:lnTo>
                  <a:pt x="8274" y="9417"/>
                </a:lnTo>
                <a:lnTo>
                  <a:pt x="8249" y="9466"/>
                </a:lnTo>
                <a:lnTo>
                  <a:pt x="8201" y="9514"/>
                </a:lnTo>
                <a:lnTo>
                  <a:pt x="8079" y="9587"/>
                </a:lnTo>
                <a:lnTo>
                  <a:pt x="7933" y="9612"/>
                </a:lnTo>
                <a:lnTo>
                  <a:pt x="7738" y="9636"/>
                </a:lnTo>
                <a:lnTo>
                  <a:pt x="7568" y="9636"/>
                </a:lnTo>
                <a:lnTo>
                  <a:pt x="7422" y="9587"/>
                </a:lnTo>
                <a:lnTo>
                  <a:pt x="7325" y="9514"/>
                </a:lnTo>
                <a:lnTo>
                  <a:pt x="7276" y="9466"/>
                </a:lnTo>
                <a:lnTo>
                  <a:pt x="7252" y="9417"/>
                </a:lnTo>
                <a:lnTo>
                  <a:pt x="7252" y="9344"/>
                </a:lnTo>
                <a:lnTo>
                  <a:pt x="7227" y="9295"/>
                </a:lnTo>
                <a:lnTo>
                  <a:pt x="7179" y="9247"/>
                </a:lnTo>
                <a:lnTo>
                  <a:pt x="7130" y="9222"/>
                </a:lnTo>
                <a:lnTo>
                  <a:pt x="7081" y="9198"/>
                </a:lnTo>
                <a:lnTo>
                  <a:pt x="7008" y="9198"/>
                </a:lnTo>
                <a:lnTo>
                  <a:pt x="6960" y="9222"/>
                </a:lnTo>
                <a:lnTo>
                  <a:pt x="6887" y="9247"/>
                </a:lnTo>
                <a:lnTo>
                  <a:pt x="6765" y="9417"/>
                </a:lnTo>
                <a:lnTo>
                  <a:pt x="6643" y="9563"/>
                </a:lnTo>
                <a:lnTo>
                  <a:pt x="6570" y="9636"/>
                </a:lnTo>
                <a:lnTo>
                  <a:pt x="6449" y="9685"/>
                </a:lnTo>
                <a:lnTo>
                  <a:pt x="6327" y="9733"/>
                </a:lnTo>
                <a:lnTo>
                  <a:pt x="6205" y="9758"/>
                </a:lnTo>
                <a:lnTo>
                  <a:pt x="6084" y="9758"/>
                </a:lnTo>
                <a:lnTo>
                  <a:pt x="6035" y="9733"/>
                </a:lnTo>
                <a:lnTo>
                  <a:pt x="5986" y="9709"/>
                </a:lnTo>
                <a:lnTo>
                  <a:pt x="5962" y="9660"/>
                </a:lnTo>
                <a:lnTo>
                  <a:pt x="5938" y="9612"/>
                </a:lnTo>
                <a:lnTo>
                  <a:pt x="5938" y="9514"/>
                </a:lnTo>
                <a:lnTo>
                  <a:pt x="5962" y="9441"/>
                </a:lnTo>
                <a:lnTo>
                  <a:pt x="5962" y="9344"/>
                </a:lnTo>
                <a:lnTo>
                  <a:pt x="5938" y="9271"/>
                </a:lnTo>
                <a:lnTo>
                  <a:pt x="5865" y="9198"/>
                </a:lnTo>
                <a:lnTo>
                  <a:pt x="5792" y="9174"/>
                </a:lnTo>
                <a:lnTo>
                  <a:pt x="5646" y="9174"/>
                </a:lnTo>
                <a:lnTo>
                  <a:pt x="5573" y="9247"/>
                </a:lnTo>
                <a:lnTo>
                  <a:pt x="5548" y="9320"/>
                </a:lnTo>
                <a:lnTo>
                  <a:pt x="5500" y="9417"/>
                </a:lnTo>
                <a:lnTo>
                  <a:pt x="5451" y="9490"/>
                </a:lnTo>
                <a:lnTo>
                  <a:pt x="5378" y="9587"/>
                </a:lnTo>
                <a:lnTo>
                  <a:pt x="5305" y="9636"/>
                </a:lnTo>
                <a:lnTo>
                  <a:pt x="5183" y="9685"/>
                </a:lnTo>
                <a:lnTo>
                  <a:pt x="5086" y="9733"/>
                </a:lnTo>
                <a:lnTo>
                  <a:pt x="4843" y="9782"/>
                </a:lnTo>
                <a:lnTo>
                  <a:pt x="4624" y="9782"/>
                </a:lnTo>
                <a:lnTo>
                  <a:pt x="4502" y="9733"/>
                </a:lnTo>
                <a:lnTo>
                  <a:pt x="4405" y="9709"/>
                </a:lnTo>
                <a:lnTo>
                  <a:pt x="4332" y="9636"/>
                </a:lnTo>
                <a:lnTo>
                  <a:pt x="4259" y="9587"/>
                </a:lnTo>
                <a:lnTo>
                  <a:pt x="4210" y="9490"/>
                </a:lnTo>
                <a:lnTo>
                  <a:pt x="4161" y="9393"/>
                </a:lnTo>
                <a:lnTo>
                  <a:pt x="4161" y="9344"/>
                </a:lnTo>
                <a:lnTo>
                  <a:pt x="4137" y="9295"/>
                </a:lnTo>
                <a:lnTo>
                  <a:pt x="4040" y="9247"/>
                </a:lnTo>
                <a:lnTo>
                  <a:pt x="3942" y="9222"/>
                </a:lnTo>
                <a:lnTo>
                  <a:pt x="3869" y="9247"/>
                </a:lnTo>
                <a:lnTo>
                  <a:pt x="3602" y="9417"/>
                </a:lnTo>
                <a:lnTo>
                  <a:pt x="3407" y="9539"/>
                </a:lnTo>
                <a:lnTo>
                  <a:pt x="3212" y="9660"/>
                </a:lnTo>
                <a:lnTo>
                  <a:pt x="3018" y="9733"/>
                </a:lnTo>
                <a:lnTo>
                  <a:pt x="2872" y="9733"/>
                </a:lnTo>
                <a:lnTo>
                  <a:pt x="2823" y="9709"/>
                </a:lnTo>
                <a:lnTo>
                  <a:pt x="2774" y="9660"/>
                </a:lnTo>
                <a:lnTo>
                  <a:pt x="2774" y="9587"/>
                </a:lnTo>
                <a:lnTo>
                  <a:pt x="2774" y="9490"/>
                </a:lnTo>
                <a:lnTo>
                  <a:pt x="2774" y="9417"/>
                </a:lnTo>
                <a:lnTo>
                  <a:pt x="2750" y="9368"/>
                </a:lnTo>
                <a:lnTo>
                  <a:pt x="2726" y="9344"/>
                </a:lnTo>
                <a:lnTo>
                  <a:pt x="2677" y="9320"/>
                </a:lnTo>
                <a:lnTo>
                  <a:pt x="2653" y="9295"/>
                </a:lnTo>
                <a:lnTo>
                  <a:pt x="2604" y="9320"/>
                </a:lnTo>
                <a:lnTo>
                  <a:pt x="2555" y="9320"/>
                </a:lnTo>
                <a:lnTo>
                  <a:pt x="2507" y="9368"/>
                </a:lnTo>
                <a:lnTo>
                  <a:pt x="2458" y="9490"/>
                </a:lnTo>
                <a:lnTo>
                  <a:pt x="2434" y="9612"/>
                </a:lnTo>
                <a:lnTo>
                  <a:pt x="2434" y="9733"/>
                </a:lnTo>
                <a:lnTo>
                  <a:pt x="2458" y="9831"/>
                </a:lnTo>
                <a:lnTo>
                  <a:pt x="2531" y="9928"/>
                </a:lnTo>
                <a:lnTo>
                  <a:pt x="2604" y="10025"/>
                </a:lnTo>
                <a:lnTo>
                  <a:pt x="2726" y="10098"/>
                </a:lnTo>
                <a:lnTo>
                  <a:pt x="2847" y="10147"/>
                </a:lnTo>
                <a:lnTo>
                  <a:pt x="2969" y="10171"/>
                </a:lnTo>
                <a:lnTo>
                  <a:pt x="3115" y="10147"/>
                </a:lnTo>
                <a:lnTo>
                  <a:pt x="3237" y="10123"/>
                </a:lnTo>
                <a:lnTo>
                  <a:pt x="3358" y="10074"/>
                </a:lnTo>
                <a:lnTo>
                  <a:pt x="3626" y="9928"/>
                </a:lnTo>
                <a:lnTo>
                  <a:pt x="3845" y="9758"/>
                </a:lnTo>
                <a:lnTo>
                  <a:pt x="3918" y="9855"/>
                </a:lnTo>
                <a:lnTo>
                  <a:pt x="3991" y="9952"/>
                </a:lnTo>
                <a:lnTo>
                  <a:pt x="4088" y="10025"/>
                </a:lnTo>
                <a:lnTo>
                  <a:pt x="4186" y="10074"/>
                </a:lnTo>
                <a:lnTo>
                  <a:pt x="4429" y="10171"/>
                </a:lnTo>
                <a:lnTo>
                  <a:pt x="4672" y="10196"/>
                </a:lnTo>
                <a:lnTo>
                  <a:pt x="4940" y="10196"/>
                </a:lnTo>
                <a:lnTo>
                  <a:pt x="5208" y="10147"/>
                </a:lnTo>
                <a:lnTo>
                  <a:pt x="5427" y="10050"/>
                </a:lnTo>
                <a:lnTo>
                  <a:pt x="5646" y="9928"/>
                </a:lnTo>
                <a:lnTo>
                  <a:pt x="5743" y="10001"/>
                </a:lnTo>
                <a:lnTo>
                  <a:pt x="5840" y="10098"/>
                </a:lnTo>
                <a:lnTo>
                  <a:pt x="5986" y="10147"/>
                </a:lnTo>
                <a:lnTo>
                  <a:pt x="6132" y="10196"/>
                </a:lnTo>
                <a:lnTo>
                  <a:pt x="6278" y="10220"/>
                </a:lnTo>
                <a:lnTo>
                  <a:pt x="6424" y="10196"/>
                </a:lnTo>
                <a:lnTo>
                  <a:pt x="6546" y="10171"/>
                </a:lnTo>
                <a:lnTo>
                  <a:pt x="6643" y="10123"/>
                </a:lnTo>
                <a:lnTo>
                  <a:pt x="6741" y="10050"/>
                </a:lnTo>
                <a:lnTo>
                  <a:pt x="6838" y="9977"/>
                </a:lnTo>
                <a:lnTo>
                  <a:pt x="7008" y="9782"/>
                </a:lnTo>
                <a:lnTo>
                  <a:pt x="7130" y="9879"/>
                </a:lnTo>
                <a:lnTo>
                  <a:pt x="7300" y="9977"/>
                </a:lnTo>
                <a:lnTo>
                  <a:pt x="7471" y="10025"/>
                </a:lnTo>
                <a:lnTo>
                  <a:pt x="7665" y="10050"/>
                </a:lnTo>
                <a:lnTo>
                  <a:pt x="7860" y="10050"/>
                </a:lnTo>
                <a:lnTo>
                  <a:pt x="8030" y="10025"/>
                </a:lnTo>
                <a:lnTo>
                  <a:pt x="8225" y="9952"/>
                </a:lnTo>
                <a:lnTo>
                  <a:pt x="8371" y="9879"/>
                </a:lnTo>
                <a:lnTo>
                  <a:pt x="8493" y="9977"/>
                </a:lnTo>
                <a:lnTo>
                  <a:pt x="8639" y="10025"/>
                </a:lnTo>
                <a:lnTo>
                  <a:pt x="8785" y="10074"/>
                </a:lnTo>
                <a:lnTo>
                  <a:pt x="8955" y="10074"/>
                </a:lnTo>
                <a:lnTo>
                  <a:pt x="9125" y="10050"/>
                </a:lnTo>
                <a:lnTo>
                  <a:pt x="9320" y="10001"/>
                </a:lnTo>
                <a:lnTo>
                  <a:pt x="9466" y="9928"/>
                </a:lnTo>
                <a:lnTo>
                  <a:pt x="9636" y="9831"/>
                </a:lnTo>
                <a:lnTo>
                  <a:pt x="9734" y="9904"/>
                </a:lnTo>
                <a:lnTo>
                  <a:pt x="9855" y="9952"/>
                </a:lnTo>
                <a:lnTo>
                  <a:pt x="10001" y="9977"/>
                </a:lnTo>
                <a:lnTo>
                  <a:pt x="10147" y="10001"/>
                </a:lnTo>
                <a:lnTo>
                  <a:pt x="10293" y="10001"/>
                </a:lnTo>
                <a:lnTo>
                  <a:pt x="10439" y="9977"/>
                </a:lnTo>
                <a:lnTo>
                  <a:pt x="10561" y="9928"/>
                </a:lnTo>
                <a:lnTo>
                  <a:pt x="10682" y="9855"/>
                </a:lnTo>
                <a:lnTo>
                  <a:pt x="10780" y="9952"/>
                </a:lnTo>
                <a:lnTo>
                  <a:pt x="10901" y="10001"/>
                </a:lnTo>
                <a:lnTo>
                  <a:pt x="11193" y="10001"/>
                </a:lnTo>
                <a:lnTo>
                  <a:pt x="11339" y="9952"/>
                </a:lnTo>
                <a:lnTo>
                  <a:pt x="11510" y="9904"/>
                </a:lnTo>
                <a:lnTo>
                  <a:pt x="11656" y="9831"/>
                </a:lnTo>
                <a:lnTo>
                  <a:pt x="11802" y="9733"/>
                </a:lnTo>
                <a:lnTo>
                  <a:pt x="11850" y="9806"/>
                </a:lnTo>
                <a:lnTo>
                  <a:pt x="11923" y="9855"/>
                </a:lnTo>
                <a:lnTo>
                  <a:pt x="12069" y="9928"/>
                </a:lnTo>
                <a:lnTo>
                  <a:pt x="12240" y="9952"/>
                </a:lnTo>
                <a:lnTo>
                  <a:pt x="12434" y="9952"/>
                </a:lnTo>
                <a:lnTo>
                  <a:pt x="12629" y="9904"/>
                </a:lnTo>
                <a:lnTo>
                  <a:pt x="12824" y="9831"/>
                </a:lnTo>
                <a:lnTo>
                  <a:pt x="13018" y="9758"/>
                </a:lnTo>
                <a:lnTo>
                  <a:pt x="13164" y="9660"/>
                </a:lnTo>
                <a:lnTo>
                  <a:pt x="13237" y="9612"/>
                </a:lnTo>
                <a:lnTo>
                  <a:pt x="13262" y="9539"/>
                </a:lnTo>
                <a:lnTo>
                  <a:pt x="13262" y="9466"/>
                </a:lnTo>
                <a:lnTo>
                  <a:pt x="13237" y="9393"/>
                </a:lnTo>
                <a:lnTo>
                  <a:pt x="13189" y="9344"/>
                </a:lnTo>
                <a:lnTo>
                  <a:pt x="13116" y="9320"/>
                </a:lnTo>
                <a:lnTo>
                  <a:pt x="13067" y="9320"/>
                </a:lnTo>
                <a:lnTo>
                  <a:pt x="12994" y="9344"/>
                </a:lnTo>
                <a:lnTo>
                  <a:pt x="12775" y="9466"/>
                </a:lnTo>
                <a:lnTo>
                  <a:pt x="12605" y="9539"/>
                </a:lnTo>
                <a:lnTo>
                  <a:pt x="12459" y="9587"/>
                </a:lnTo>
                <a:lnTo>
                  <a:pt x="12288" y="9612"/>
                </a:lnTo>
                <a:lnTo>
                  <a:pt x="12167" y="9612"/>
                </a:lnTo>
                <a:lnTo>
                  <a:pt x="12118" y="9587"/>
                </a:lnTo>
                <a:lnTo>
                  <a:pt x="12094" y="9539"/>
                </a:lnTo>
                <a:lnTo>
                  <a:pt x="12069" y="9490"/>
                </a:lnTo>
                <a:lnTo>
                  <a:pt x="12069" y="9417"/>
                </a:lnTo>
                <a:lnTo>
                  <a:pt x="12069" y="9368"/>
                </a:lnTo>
                <a:lnTo>
                  <a:pt x="12045" y="9295"/>
                </a:lnTo>
                <a:lnTo>
                  <a:pt x="12021" y="9247"/>
                </a:lnTo>
                <a:lnTo>
                  <a:pt x="11972" y="9222"/>
                </a:lnTo>
                <a:lnTo>
                  <a:pt x="11875" y="9222"/>
                </a:lnTo>
                <a:lnTo>
                  <a:pt x="11826" y="9247"/>
                </a:lnTo>
                <a:lnTo>
                  <a:pt x="11777" y="9295"/>
                </a:lnTo>
                <a:lnTo>
                  <a:pt x="11704" y="9393"/>
                </a:lnTo>
                <a:lnTo>
                  <a:pt x="11583" y="9490"/>
                </a:lnTo>
                <a:lnTo>
                  <a:pt x="11437" y="9587"/>
                </a:lnTo>
                <a:lnTo>
                  <a:pt x="11266" y="9660"/>
                </a:lnTo>
                <a:lnTo>
                  <a:pt x="11120" y="9709"/>
                </a:lnTo>
                <a:lnTo>
                  <a:pt x="11072" y="9709"/>
                </a:lnTo>
                <a:lnTo>
                  <a:pt x="11023" y="9685"/>
                </a:lnTo>
                <a:lnTo>
                  <a:pt x="10974" y="9660"/>
                </a:lnTo>
                <a:lnTo>
                  <a:pt x="10950" y="9612"/>
                </a:lnTo>
                <a:lnTo>
                  <a:pt x="10950" y="9539"/>
                </a:lnTo>
                <a:lnTo>
                  <a:pt x="10974" y="9441"/>
                </a:lnTo>
                <a:lnTo>
                  <a:pt x="10974" y="9393"/>
                </a:lnTo>
                <a:lnTo>
                  <a:pt x="10950" y="9320"/>
                </a:lnTo>
                <a:lnTo>
                  <a:pt x="10926" y="9271"/>
                </a:lnTo>
                <a:lnTo>
                  <a:pt x="10853" y="9271"/>
                </a:lnTo>
                <a:lnTo>
                  <a:pt x="10804" y="9247"/>
                </a:lnTo>
                <a:lnTo>
                  <a:pt x="10755" y="9271"/>
                </a:lnTo>
                <a:lnTo>
                  <a:pt x="10682" y="9295"/>
                </a:lnTo>
                <a:lnTo>
                  <a:pt x="10658" y="9368"/>
                </a:lnTo>
                <a:lnTo>
                  <a:pt x="10585" y="9490"/>
                </a:lnTo>
                <a:lnTo>
                  <a:pt x="10463" y="9587"/>
                </a:lnTo>
                <a:lnTo>
                  <a:pt x="10342" y="9636"/>
                </a:lnTo>
                <a:lnTo>
                  <a:pt x="10025" y="9636"/>
                </a:lnTo>
                <a:lnTo>
                  <a:pt x="9928" y="9587"/>
                </a:lnTo>
                <a:lnTo>
                  <a:pt x="9855" y="9563"/>
                </a:lnTo>
                <a:lnTo>
                  <a:pt x="9904" y="9393"/>
                </a:lnTo>
                <a:lnTo>
                  <a:pt x="9904" y="9320"/>
                </a:lnTo>
                <a:lnTo>
                  <a:pt x="9879" y="9247"/>
                </a:lnTo>
                <a:lnTo>
                  <a:pt x="9831" y="9198"/>
                </a:lnTo>
                <a:lnTo>
                  <a:pt x="9782" y="9174"/>
                </a:lnTo>
                <a:lnTo>
                  <a:pt x="9734" y="9149"/>
                </a:lnTo>
                <a:close/>
                <a:moveTo>
                  <a:pt x="16522" y="9003"/>
                </a:moveTo>
                <a:lnTo>
                  <a:pt x="16522" y="9879"/>
                </a:lnTo>
                <a:lnTo>
                  <a:pt x="16401" y="9879"/>
                </a:lnTo>
                <a:lnTo>
                  <a:pt x="16279" y="9928"/>
                </a:lnTo>
                <a:lnTo>
                  <a:pt x="16182" y="9977"/>
                </a:lnTo>
                <a:lnTo>
                  <a:pt x="16084" y="10050"/>
                </a:lnTo>
                <a:lnTo>
                  <a:pt x="15914" y="10196"/>
                </a:lnTo>
                <a:lnTo>
                  <a:pt x="15744" y="10390"/>
                </a:lnTo>
                <a:lnTo>
                  <a:pt x="15598" y="10561"/>
                </a:lnTo>
                <a:lnTo>
                  <a:pt x="15598" y="10342"/>
                </a:lnTo>
                <a:lnTo>
                  <a:pt x="15646" y="10317"/>
                </a:lnTo>
                <a:lnTo>
                  <a:pt x="15671" y="10269"/>
                </a:lnTo>
                <a:lnTo>
                  <a:pt x="15890" y="9879"/>
                </a:lnTo>
                <a:lnTo>
                  <a:pt x="16011" y="9685"/>
                </a:lnTo>
                <a:lnTo>
                  <a:pt x="16133" y="9490"/>
                </a:lnTo>
                <a:lnTo>
                  <a:pt x="16328" y="9271"/>
                </a:lnTo>
                <a:lnTo>
                  <a:pt x="16522" y="9003"/>
                </a:lnTo>
                <a:close/>
                <a:moveTo>
                  <a:pt x="16522" y="10001"/>
                </a:moveTo>
                <a:lnTo>
                  <a:pt x="16522" y="10755"/>
                </a:lnTo>
                <a:lnTo>
                  <a:pt x="16352" y="10853"/>
                </a:lnTo>
                <a:lnTo>
                  <a:pt x="16230" y="10974"/>
                </a:lnTo>
                <a:lnTo>
                  <a:pt x="15987" y="11242"/>
                </a:lnTo>
                <a:lnTo>
                  <a:pt x="15792" y="11461"/>
                </a:lnTo>
                <a:lnTo>
                  <a:pt x="15598" y="11704"/>
                </a:lnTo>
                <a:lnTo>
                  <a:pt x="15598" y="11291"/>
                </a:lnTo>
                <a:lnTo>
                  <a:pt x="15768" y="10974"/>
                </a:lnTo>
                <a:lnTo>
                  <a:pt x="15963" y="10682"/>
                </a:lnTo>
                <a:lnTo>
                  <a:pt x="16255" y="10342"/>
                </a:lnTo>
                <a:lnTo>
                  <a:pt x="16522" y="10001"/>
                </a:lnTo>
                <a:close/>
                <a:moveTo>
                  <a:pt x="10244" y="11145"/>
                </a:moveTo>
                <a:lnTo>
                  <a:pt x="10171" y="11193"/>
                </a:lnTo>
                <a:lnTo>
                  <a:pt x="10123" y="11242"/>
                </a:lnTo>
                <a:lnTo>
                  <a:pt x="9928" y="11534"/>
                </a:lnTo>
                <a:lnTo>
                  <a:pt x="9831" y="11656"/>
                </a:lnTo>
                <a:lnTo>
                  <a:pt x="9709" y="11753"/>
                </a:lnTo>
                <a:lnTo>
                  <a:pt x="9636" y="11802"/>
                </a:lnTo>
                <a:lnTo>
                  <a:pt x="9539" y="11826"/>
                </a:lnTo>
                <a:lnTo>
                  <a:pt x="9320" y="11826"/>
                </a:lnTo>
                <a:lnTo>
                  <a:pt x="9223" y="11802"/>
                </a:lnTo>
                <a:lnTo>
                  <a:pt x="9150" y="11753"/>
                </a:lnTo>
                <a:lnTo>
                  <a:pt x="9077" y="11680"/>
                </a:lnTo>
                <a:lnTo>
                  <a:pt x="9052" y="11607"/>
                </a:lnTo>
                <a:lnTo>
                  <a:pt x="9125" y="11412"/>
                </a:lnTo>
                <a:lnTo>
                  <a:pt x="9125" y="11339"/>
                </a:lnTo>
                <a:lnTo>
                  <a:pt x="9101" y="11266"/>
                </a:lnTo>
                <a:lnTo>
                  <a:pt x="9052" y="11218"/>
                </a:lnTo>
                <a:lnTo>
                  <a:pt x="9004" y="11169"/>
                </a:lnTo>
                <a:lnTo>
                  <a:pt x="8882" y="11169"/>
                </a:lnTo>
                <a:lnTo>
                  <a:pt x="8809" y="11193"/>
                </a:lnTo>
                <a:lnTo>
                  <a:pt x="8760" y="11266"/>
                </a:lnTo>
                <a:lnTo>
                  <a:pt x="8687" y="11388"/>
                </a:lnTo>
                <a:lnTo>
                  <a:pt x="8663" y="11510"/>
                </a:lnTo>
                <a:lnTo>
                  <a:pt x="8566" y="11656"/>
                </a:lnTo>
                <a:lnTo>
                  <a:pt x="8395" y="11729"/>
                </a:lnTo>
                <a:lnTo>
                  <a:pt x="8298" y="11753"/>
                </a:lnTo>
                <a:lnTo>
                  <a:pt x="8176" y="11777"/>
                </a:lnTo>
                <a:lnTo>
                  <a:pt x="8103" y="11753"/>
                </a:lnTo>
                <a:lnTo>
                  <a:pt x="8055" y="11729"/>
                </a:lnTo>
                <a:lnTo>
                  <a:pt x="8055" y="11680"/>
                </a:lnTo>
                <a:lnTo>
                  <a:pt x="8055" y="11607"/>
                </a:lnTo>
                <a:lnTo>
                  <a:pt x="8079" y="11534"/>
                </a:lnTo>
                <a:lnTo>
                  <a:pt x="8079" y="11461"/>
                </a:lnTo>
                <a:lnTo>
                  <a:pt x="8055" y="11412"/>
                </a:lnTo>
                <a:lnTo>
                  <a:pt x="8006" y="11364"/>
                </a:lnTo>
                <a:lnTo>
                  <a:pt x="7957" y="11339"/>
                </a:lnTo>
                <a:lnTo>
                  <a:pt x="7884" y="11315"/>
                </a:lnTo>
                <a:lnTo>
                  <a:pt x="7811" y="11339"/>
                </a:lnTo>
                <a:lnTo>
                  <a:pt x="7763" y="11388"/>
                </a:lnTo>
                <a:lnTo>
                  <a:pt x="7544" y="11558"/>
                </a:lnTo>
                <a:lnTo>
                  <a:pt x="7325" y="11753"/>
                </a:lnTo>
                <a:lnTo>
                  <a:pt x="7179" y="11802"/>
                </a:lnTo>
                <a:lnTo>
                  <a:pt x="6984" y="11826"/>
                </a:lnTo>
                <a:lnTo>
                  <a:pt x="6887" y="11802"/>
                </a:lnTo>
                <a:lnTo>
                  <a:pt x="6765" y="11802"/>
                </a:lnTo>
                <a:lnTo>
                  <a:pt x="6692" y="11753"/>
                </a:lnTo>
                <a:lnTo>
                  <a:pt x="6643" y="11704"/>
                </a:lnTo>
                <a:lnTo>
                  <a:pt x="6668" y="11583"/>
                </a:lnTo>
                <a:lnTo>
                  <a:pt x="6668" y="11412"/>
                </a:lnTo>
                <a:lnTo>
                  <a:pt x="6643" y="11339"/>
                </a:lnTo>
                <a:lnTo>
                  <a:pt x="6595" y="11266"/>
                </a:lnTo>
                <a:lnTo>
                  <a:pt x="6546" y="11218"/>
                </a:lnTo>
                <a:lnTo>
                  <a:pt x="6473" y="11193"/>
                </a:lnTo>
                <a:lnTo>
                  <a:pt x="6400" y="11193"/>
                </a:lnTo>
                <a:lnTo>
                  <a:pt x="6327" y="11218"/>
                </a:lnTo>
                <a:lnTo>
                  <a:pt x="6254" y="11291"/>
                </a:lnTo>
                <a:lnTo>
                  <a:pt x="6205" y="11364"/>
                </a:lnTo>
                <a:lnTo>
                  <a:pt x="6181" y="11485"/>
                </a:lnTo>
                <a:lnTo>
                  <a:pt x="6157" y="11583"/>
                </a:lnTo>
                <a:lnTo>
                  <a:pt x="6084" y="11656"/>
                </a:lnTo>
                <a:lnTo>
                  <a:pt x="5986" y="11704"/>
                </a:lnTo>
                <a:lnTo>
                  <a:pt x="5767" y="11704"/>
                </a:lnTo>
                <a:lnTo>
                  <a:pt x="5670" y="11680"/>
                </a:lnTo>
                <a:lnTo>
                  <a:pt x="5573" y="11607"/>
                </a:lnTo>
                <a:lnTo>
                  <a:pt x="5475" y="11534"/>
                </a:lnTo>
                <a:lnTo>
                  <a:pt x="5427" y="11461"/>
                </a:lnTo>
                <a:lnTo>
                  <a:pt x="5378" y="11388"/>
                </a:lnTo>
                <a:lnTo>
                  <a:pt x="5305" y="11315"/>
                </a:lnTo>
                <a:lnTo>
                  <a:pt x="5232" y="11291"/>
                </a:lnTo>
                <a:lnTo>
                  <a:pt x="5159" y="11291"/>
                </a:lnTo>
                <a:lnTo>
                  <a:pt x="5062" y="11315"/>
                </a:lnTo>
                <a:lnTo>
                  <a:pt x="5013" y="11364"/>
                </a:lnTo>
                <a:lnTo>
                  <a:pt x="4964" y="11412"/>
                </a:lnTo>
                <a:lnTo>
                  <a:pt x="4964" y="11510"/>
                </a:lnTo>
                <a:lnTo>
                  <a:pt x="4964" y="11607"/>
                </a:lnTo>
                <a:lnTo>
                  <a:pt x="4964" y="11680"/>
                </a:lnTo>
                <a:lnTo>
                  <a:pt x="4940" y="11729"/>
                </a:lnTo>
                <a:lnTo>
                  <a:pt x="4891" y="11777"/>
                </a:lnTo>
                <a:lnTo>
                  <a:pt x="4818" y="11826"/>
                </a:lnTo>
                <a:lnTo>
                  <a:pt x="4697" y="11850"/>
                </a:lnTo>
                <a:lnTo>
                  <a:pt x="4599" y="11826"/>
                </a:lnTo>
                <a:lnTo>
                  <a:pt x="4502" y="11753"/>
                </a:lnTo>
                <a:lnTo>
                  <a:pt x="4453" y="11656"/>
                </a:lnTo>
                <a:lnTo>
                  <a:pt x="4453" y="11607"/>
                </a:lnTo>
                <a:lnTo>
                  <a:pt x="4453" y="11558"/>
                </a:lnTo>
                <a:lnTo>
                  <a:pt x="4478" y="11437"/>
                </a:lnTo>
                <a:lnTo>
                  <a:pt x="4429" y="11364"/>
                </a:lnTo>
                <a:lnTo>
                  <a:pt x="4380" y="11291"/>
                </a:lnTo>
                <a:lnTo>
                  <a:pt x="4307" y="11266"/>
                </a:lnTo>
                <a:lnTo>
                  <a:pt x="4210" y="11242"/>
                </a:lnTo>
                <a:lnTo>
                  <a:pt x="4113" y="11266"/>
                </a:lnTo>
                <a:lnTo>
                  <a:pt x="4040" y="11339"/>
                </a:lnTo>
                <a:lnTo>
                  <a:pt x="3991" y="11412"/>
                </a:lnTo>
                <a:lnTo>
                  <a:pt x="3942" y="11510"/>
                </a:lnTo>
                <a:lnTo>
                  <a:pt x="3894" y="11607"/>
                </a:lnTo>
                <a:lnTo>
                  <a:pt x="3796" y="11680"/>
                </a:lnTo>
                <a:lnTo>
                  <a:pt x="3723" y="11753"/>
                </a:lnTo>
                <a:lnTo>
                  <a:pt x="3529" y="11850"/>
                </a:lnTo>
                <a:lnTo>
                  <a:pt x="3431" y="11875"/>
                </a:lnTo>
                <a:lnTo>
                  <a:pt x="3310" y="11899"/>
                </a:lnTo>
                <a:lnTo>
                  <a:pt x="3261" y="11899"/>
                </a:lnTo>
                <a:lnTo>
                  <a:pt x="3212" y="11875"/>
                </a:lnTo>
                <a:lnTo>
                  <a:pt x="3139" y="11826"/>
                </a:lnTo>
                <a:lnTo>
                  <a:pt x="3115" y="11729"/>
                </a:lnTo>
                <a:lnTo>
                  <a:pt x="3066" y="11631"/>
                </a:lnTo>
                <a:lnTo>
                  <a:pt x="3018" y="11461"/>
                </a:lnTo>
                <a:lnTo>
                  <a:pt x="2993" y="11388"/>
                </a:lnTo>
                <a:lnTo>
                  <a:pt x="2969" y="11388"/>
                </a:lnTo>
                <a:lnTo>
                  <a:pt x="2969" y="11364"/>
                </a:lnTo>
                <a:lnTo>
                  <a:pt x="2945" y="11339"/>
                </a:lnTo>
                <a:lnTo>
                  <a:pt x="2896" y="11315"/>
                </a:lnTo>
                <a:lnTo>
                  <a:pt x="2847" y="11315"/>
                </a:lnTo>
                <a:lnTo>
                  <a:pt x="2799" y="11339"/>
                </a:lnTo>
                <a:lnTo>
                  <a:pt x="2750" y="11364"/>
                </a:lnTo>
                <a:lnTo>
                  <a:pt x="2701" y="11461"/>
                </a:lnTo>
                <a:lnTo>
                  <a:pt x="2677" y="11583"/>
                </a:lnTo>
                <a:lnTo>
                  <a:pt x="2677" y="11802"/>
                </a:lnTo>
                <a:lnTo>
                  <a:pt x="2701" y="11923"/>
                </a:lnTo>
                <a:lnTo>
                  <a:pt x="2726" y="12021"/>
                </a:lnTo>
                <a:lnTo>
                  <a:pt x="2799" y="12093"/>
                </a:lnTo>
                <a:lnTo>
                  <a:pt x="2847" y="12191"/>
                </a:lnTo>
                <a:lnTo>
                  <a:pt x="2945" y="12264"/>
                </a:lnTo>
                <a:lnTo>
                  <a:pt x="3042" y="12312"/>
                </a:lnTo>
                <a:lnTo>
                  <a:pt x="3188" y="12361"/>
                </a:lnTo>
                <a:lnTo>
                  <a:pt x="3480" y="12361"/>
                </a:lnTo>
                <a:lnTo>
                  <a:pt x="3626" y="12337"/>
                </a:lnTo>
                <a:lnTo>
                  <a:pt x="3748" y="12288"/>
                </a:lnTo>
                <a:lnTo>
                  <a:pt x="3869" y="12215"/>
                </a:lnTo>
                <a:lnTo>
                  <a:pt x="4015" y="12142"/>
                </a:lnTo>
                <a:lnTo>
                  <a:pt x="4113" y="12045"/>
                </a:lnTo>
                <a:lnTo>
                  <a:pt x="4259" y="12166"/>
                </a:lnTo>
                <a:lnTo>
                  <a:pt x="4405" y="12239"/>
                </a:lnTo>
                <a:lnTo>
                  <a:pt x="4575" y="12288"/>
                </a:lnTo>
                <a:lnTo>
                  <a:pt x="4745" y="12312"/>
                </a:lnTo>
                <a:lnTo>
                  <a:pt x="4916" y="12288"/>
                </a:lnTo>
                <a:lnTo>
                  <a:pt x="5086" y="12239"/>
                </a:lnTo>
                <a:lnTo>
                  <a:pt x="5232" y="12142"/>
                </a:lnTo>
                <a:lnTo>
                  <a:pt x="5354" y="12021"/>
                </a:lnTo>
                <a:lnTo>
                  <a:pt x="5475" y="12069"/>
                </a:lnTo>
                <a:lnTo>
                  <a:pt x="5597" y="12118"/>
                </a:lnTo>
                <a:lnTo>
                  <a:pt x="5743" y="12142"/>
                </a:lnTo>
                <a:lnTo>
                  <a:pt x="5889" y="12166"/>
                </a:lnTo>
                <a:lnTo>
                  <a:pt x="6011" y="12166"/>
                </a:lnTo>
                <a:lnTo>
                  <a:pt x="6157" y="12142"/>
                </a:lnTo>
                <a:lnTo>
                  <a:pt x="6278" y="12093"/>
                </a:lnTo>
                <a:lnTo>
                  <a:pt x="6376" y="12045"/>
                </a:lnTo>
                <a:lnTo>
                  <a:pt x="6546" y="12142"/>
                </a:lnTo>
                <a:lnTo>
                  <a:pt x="6716" y="12239"/>
                </a:lnTo>
                <a:lnTo>
                  <a:pt x="6862" y="12288"/>
                </a:lnTo>
                <a:lnTo>
                  <a:pt x="7008" y="12312"/>
                </a:lnTo>
                <a:lnTo>
                  <a:pt x="7154" y="12288"/>
                </a:lnTo>
                <a:lnTo>
                  <a:pt x="7276" y="12264"/>
                </a:lnTo>
                <a:lnTo>
                  <a:pt x="7398" y="12191"/>
                </a:lnTo>
                <a:lnTo>
                  <a:pt x="7519" y="12118"/>
                </a:lnTo>
                <a:lnTo>
                  <a:pt x="7763" y="11948"/>
                </a:lnTo>
                <a:lnTo>
                  <a:pt x="7836" y="12021"/>
                </a:lnTo>
                <a:lnTo>
                  <a:pt x="7909" y="12093"/>
                </a:lnTo>
                <a:lnTo>
                  <a:pt x="8030" y="12142"/>
                </a:lnTo>
                <a:lnTo>
                  <a:pt x="8347" y="12142"/>
                </a:lnTo>
                <a:lnTo>
                  <a:pt x="8493" y="12118"/>
                </a:lnTo>
                <a:lnTo>
                  <a:pt x="8663" y="12045"/>
                </a:lnTo>
                <a:lnTo>
                  <a:pt x="8785" y="11948"/>
                </a:lnTo>
                <a:lnTo>
                  <a:pt x="8882" y="12021"/>
                </a:lnTo>
                <a:lnTo>
                  <a:pt x="8955" y="12093"/>
                </a:lnTo>
                <a:lnTo>
                  <a:pt x="9174" y="12191"/>
                </a:lnTo>
                <a:lnTo>
                  <a:pt x="9320" y="12239"/>
                </a:lnTo>
                <a:lnTo>
                  <a:pt x="9466" y="12264"/>
                </a:lnTo>
                <a:lnTo>
                  <a:pt x="9588" y="12239"/>
                </a:lnTo>
                <a:lnTo>
                  <a:pt x="9709" y="12215"/>
                </a:lnTo>
                <a:lnTo>
                  <a:pt x="9831" y="12166"/>
                </a:lnTo>
                <a:lnTo>
                  <a:pt x="9952" y="12093"/>
                </a:lnTo>
                <a:lnTo>
                  <a:pt x="10147" y="11899"/>
                </a:lnTo>
                <a:lnTo>
                  <a:pt x="10269" y="12021"/>
                </a:lnTo>
                <a:lnTo>
                  <a:pt x="10415" y="12093"/>
                </a:lnTo>
                <a:lnTo>
                  <a:pt x="10561" y="12142"/>
                </a:lnTo>
                <a:lnTo>
                  <a:pt x="10755" y="12166"/>
                </a:lnTo>
                <a:lnTo>
                  <a:pt x="10926" y="12191"/>
                </a:lnTo>
                <a:lnTo>
                  <a:pt x="11096" y="12166"/>
                </a:lnTo>
                <a:lnTo>
                  <a:pt x="11266" y="12093"/>
                </a:lnTo>
                <a:lnTo>
                  <a:pt x="11412" y="12021"/>
                </a:lnTo>
                <a:lnTo>
                  <a:pt x="11558" y="12093"/>
                </a:lnTo>
                <a:lnTo>
                  <a:pt x="11704" y="12142"/>
                </a:lnTo>
                <a:lnTo>
                  <a:pt x="12045" y="12142"/>
                </a:lnTo>
                <a:lnTo>
                  <a:pt x="12215" y="12118"/>
                </a:lnTo>
                <a:lnTo>
                  <a:pt x="12410" y="12069"/>
                </a:lnTo>
                <a:lnTo>
                  <a:pt x="12580" y="11996"/>
                </a:lnTo>
                <a:lnTo>
                  <a:pt x="12726" y="11899"/>
                </a:lnTo>
                <a:lnTo>
                  <a:pt x="12799" y="11948"/>
                </a:lnTo>
                <a:lnTo>
                  <a:pt x="12921" y="11972"/>
                </a:lnTo>
                <a:lnTo>
                  <a:pt x="13043" y="11972"/>
                </a:lnTo>
                <a:lnTo>
                  <a:pt x="13164" y="11948"/>
                </a:lnTo>
                <a:lnTo>
                  <a:pt x="13237" y="11899"/>
                </a:lnTo>
                <a:lnTo>
                  <a:pt x="13286" y="11850"/>
                </a:lnTo>
                <a:lnTo>
                  <a:pt x="13310" y="11777"/>
                </a:lnTo>
                <a:lnTo>
                  <a:pt x="13310" y="11704"/>
                </a:lnTo>
                <a:lnTo>
                  <a:pt x="13286" y="11631"/>
                </a:lnTo>
                <a:lnTo>
                  <a:pt x="13262" y="11583"/>
                </a:lnTo>
                <a:lnTo>
                  <a:pt x="13189" y="11558"/>
                </a:lnTo>
                <a:lnTo>
                  <a:pt x="13116" y="11534"/>
                </a:lnTo>
                <a:lnTo>
                  <a:pt x="13043" y="11558"/>
                </a:lnTo>
                <a:lnTo>
                  <a:pt x="12970" y="11534"/>
                </a:lnTo>
                <a:lnTo>
                  <a:pt x="12897" y="11437"/>
                </a:lnTo>
                <a:lnTo>
                  <a:pt x="12799" y="11388"/>
                </a:lnTo>
                <a:lnTo>
                  <a:pt x="12751" y="11364"/>
                </a:lnTo>
                <a:lnTo>
                  <a:pt x="12702" y="11364"/>
                </a:lnTo>
                <a:lnTo>
                  <a:pt x="12653" y="11388"/>
                </a:lnTo>
                <a:lnTo>
                  <a:pt x="12605" y="11437"/>
                </a:lnTo>
                <a:lnTo>
                  <a:pt x="12532" y="11485"/>
                </a:lnTo>
                <a:lnTo>
                  <a:pt x="12410" y="11558"/>
                </a:lnTo>
                <a:lnTo>
                  <a:pt x="12264" y="11631"/>
                </a:lnTo>
                <a:lnTo>
                  <a:pt x="12094" y="11704"/>
                </a:lnTo>
                <a:lnTo>
                  <a:pt x="11948" y="11729"/>
                </a:lnTo>
                <a:lnTo>
                  <a:pt x="11753" y="11729"/>
                </a:lnTo>
                <a:lnTo>
                  <a:pt x="11729" y="11704"/>
                </a:lnTo>
                <a:lnTo>
                  <a:pt x="11704" y="11656"/>
                </a:lnTo>
                <a:lnTo>
                  <a:pt x="11680" y="11607"/>
                </a:lnTo>
                <a:lnTo>
                  <a:pt x="11704" y="11485"/>
                </a:lnTo>
                <a:lnTo>
                  <a:pt x="11704" y="11412"/>
                </a:lnTo>
                <a:lnTo>
                  <a:pt x="11656" y="11339"/>
                </a:lnTo>
                <a:lnTo>
                  <a:pt x="11607" y="11291"/>
                </a:lnTo>
                <a:lnTo>
                  <a:pt x="11534" y="11266"/>
                </a:lnTo>
                <a:lnTo>
                  <a:pt x="11461" y="11291"/>
                </a:lnTo>
                <a:lnTo>
                  <a:pt x="11388" y="11315"/>
                </a:lnTo>
                <a:lnTo>
                  <a:pt x="11315" y="11364"/>
                </a:lnTo>
                <a:lnTo>
                  <a:pt x="11291" y="11437"/>
                </a:lnTo>
                <a:lnTo>
                  <a:pt x="11266" y="11558"/>
                </a:lnTo>
                <a:lnTo>
                  <a:pt x="11218" y="11607"/>
                </a:lnTo>
                <a:lnTo>
                  <a:pt x="11169" y="11656"/>
                </a:lnTo>
                <a:lnTo>
                  <a:pt x="11047" y="11729"/>
                </a:lnTo>
                <a:lnTo>
                  <a:pt x="10901" y="11753"/>
                </a:lnTo>
                <a:lnTo>
                  <a:pt x="10755" y="11753"/>
                </a:lnTo>
                <a:lnTo>
                  <a:pt x="10609" y="11729"/>
                </a:lnTo>
                <a:lnTo>
                  <a:pt x="10488" y="11656"/>
                </a:lnTo>
                <a:lnTo>
                  <a:pt x="10463" y="11631"/>
                </a:lnTo>
                <a:lnTo>
                  <a:pt x="10439" y="11583"/>
                </a:lnTo>
                <a:lnTo>
                  <a:pt x="10439" y="11510"/>
                </a:lnTo>
                <a:lnTo>
                  <a:pt x="10463" y="11461"/>
                </a:lnTo>
                <a:lnTo>
                  <a:pt x="10512" y="11364"/>
                </a:lnTo>
                <a:lnTo>
                  <a:pt x="10488" y="11291"/>
                </a:lnTo>
                <a:lnTo>
                  <a:pt x="10463" y="11218"/>
                </a:lnTo>
                <a:lnTo>
                  <a:pt x="10390" y="11169"/>
                </a:lnTo>
                <a:lnTo>
                  <a:pt x="10317" y="11145"/>
                </a:lnTo>
                <a:close/>
                <a:moveTo>
                  <a:pt x="16498" y="11193"/>
                </a:moveTo>
                <a:lnTo>
                  <a:pt x="16498" y="11948"/>
                </a:lnTo>
                <a:lnTo>
                  <a:pt x="16255" y="12093"/>
                </a:lnTo>
                <a:lnTo>
                  <a:pt x="16011" y="12312"/>
                </a:lnTo>
                <a:lnTo>
                  <a:pt x="15792" y="12556"/>
                </a:lnTo>
                <a:lnTo>
                  <a:pt x="15598" y="12823"/>
                </a:lnTo>
                <a:lnTo>
                  <a:pt x="15598" y="12775"/>
                </a:lnTo>
                <a:lnTo>
                  <a:pt x="15598" y="12434"/>
                </a:lnTo>
                <a:lnTo>
                  <a:pt x="15622" y="12385"/>
                </a:lnTo>
                <a:lnTo>
                  <a:pt x="15914" y="11923"/>
                </a:lnTo>
                <a:lnTo>
                  <a:pt x="16060" y="11680"/>
                </a:lnTo>
                <a:lnTo>
                  <a:pt x="16206" y="11461"/>
                </a:lnTo>
                <a:lnTo>
                  <a:pt x="16352" y="11339"/>
                </a:lnTo>
                <a:lnTo>
                  <a:pt x="16498" y="11193"/>
                </a:lnTo>
                <a:close/>
                <a:moveTo>
                  <a:pt x="16498" y="12288"/>
                </a:moveTo>
                <a:lnTo>
                  <a:pt x="16498" y="13140"/>
                </a:lnTo>
                <a:lnTo>
                  <a:pt x="16303" y="13213"/>
                </a:lnTo>
                <a:lnTo>
                  <a:pt x="16157" y="13334"/>
                </a:lnTo>
                <a:lnTo>
                  <a:pt x="16011" y="13456"/>
                </a:lnTo>
                <a:lnTo>
                  <a:pt x="15890" y="13602"/>
                </a:lnTo>
                <a:lnTo>
                  <a:pt x="15719" y="13797"/>
                </a:lnTo>
                <a:lnTo>
                  <a:pt x="15573" y="14016"/>
                </a:lnTo>
                <a:lnTo>
                  <a:pt x="15573" y="13602"/>
                </a:lnTo>
                <a:lnTo>
                  <a:pt x="15792" y="13213"/>
                </a:lnTo>
                <a:lnTo>
                  <a:pt x="16036" y="12848"/>
                </a:lnTo>
                <a:lnTo>
                  <a:pt x="16255" y="12556"/>
                </a:lnTo>
                <a:lnTo>
                  <a:pt x="16498" y="12288"/>
                </a:lnTo>
                <a:close/>
                <a:moveTo>
                  <a:pt x="2847" y="13286"/>
                </a:moveTo>
                <a:lnTo>
                  <a:pt x="2799" y="13310"/>
                </a:lnTo>
                <a:lnTo>
                  <a:pt x="2774" y="13334"/>
                </a:lnTo>
                <a:lnTo>
                  <a:pt x="2580" y="13675"/>
                </a:lnTo>
                <a:lnTo>
                  <a:pt x="2507" y="13870"/>
                </a:lnTo>
                <a:lnTo>
                  <a:pt x="2458" y="14064"/>
                </a:lnTo>
                <a:lnTo>
                  <a:pt x="2434" y="14259"/>
                </a:lnTo>
                <a:lnTo>
                  <a:pt x="2458" y="14332"/>
                </a:lnTo>
                <a:lnTo>
                  <a:pt x="2507" y="14405"/>
                </a:lnTo>
                <a:lnTo>
                  <a:pt x="2555" y="14478"/>
                </a:lnTo>
                <a:lnTo>
                  <a:pt x="2628" y="14527"/>
                </a:lnTo>
                <a:lnTo>
                  <a:pt x="2750" y="14551"/>
                </a:lnTo>
                <a:lnTo>
                  <a:pt x="3018" y="14551"/>
                </a:lnTo>
                <a:lnTo>
                  <a:pt x="3164" y="14527"/>
                </a:lnTo>
                <a:lnTo>
                  <a:pt x="3285" y="14478"/>
                </a:lnTo>
                <a:lnTo>
                  <a:pt x="3431" y="14429"/>
                </a:lnTo>
                <a:lnTo>
                  <a:pt x="3699" y="14283"/>
                </a:lnTo>
                <a:lnTo>
                  <a:pt x="3942" y="14089"/>
                </a:lnTo>
                <a:lnTo>
                  <a:pt x="4015" y="14186"/>
                </a:lnTo>
                <a:lnTo>
                  <a:pt x="4137" y="14259"/>
                </a:lnTo>
                <a:lnTo>
                  <a:pt x="4234" y="14332"/>
                </a:lnTo>
                <a:lnTo>
                  <a:pt x="4380" y="14381"/>
                </a:lnTo>
                <a:lnTo>
                  <a:pt x="4551" y="14429"/>
                </a:lnTo>
                <a:lnTo>
                  <a:pt x="4867" y="14429"/>
                </a:lnTo>
                <a:lnTo>
                  <a:pt x="5037" y="14405"/>
                </a:lnTo>
                <a:lnTo>
                  <a:pt x="5183" y="14356"/>
                </a:lnTo>
                <a:lnTo>
                  <a:pt x="5329" y="14283"/>
                </a:lnTo>
                <a:lnTo>
                  <a:pt x="5475" y="14186"/>
                </a:lnTo>
                <a:lnTo>
                  <a:pt x="5597" y="14089"/>
                </a:lnTo>
                <a:lnTo>
                  <a:pt x="5719" y="14186"/>
                </a:lnTo>
                <a:lnTo>
                  <a:pt x="5889" y="14235"/>
                </a:lnTo>
                <a:lnTo>
                  <a:pt x="6084" y="14259"/>
                </a:lnTo>
                <a:lnTo>
                  <a:pt x="6278" y="14259"/>
                </a:lnTo>
                <a:lnTo>
                  <a:pt x="6814" y="14235"/>
                </a:lnTo>
                <a:lnTo>
                  <a:pt x="7325" y="14259"/>
                </a:lnTo>
                <a:lnTo>
                  <a:pt x="7665" y="14283"/>
                </a:lnTo>
                <a:lnTo>
                  <a:pt x="8030" y="14259"/>
                </a:lnTo>
                <a:lnTo>
                  <a:pt x="8225" y="14235"/>
                </a:lnTo>
                <a:lnTo>
                  <a:pt x="8395" y="14186"/>
                </a:lnTo>
                <a:lnTo>
                  <a:pt x="8541" y="14113"/>
                </a:lnTo>
                <a:lnTo>
                  <a:pt x="8687" y="13991"/>
                </a:lnTo>
                <a:lnTo>
                  <a:pt x="8712" y="13943"/>
                </a:lnTo>
                <a:lnTo>
                  <a:pt x="8712" y="13894"/>
                </a:lnTo>
                <a:lnTo>
                  <a:pt x="8687" y="13845"/>
                </a:lnTo>
                <a:lnTo>
                  <a:pt x="8639" y="13821"/>
                </a:lnTo>
                <a:lnTo>
                  <a:pt x="8420" y="13772"/>
                </a:lnTo>
                <a:lnTo>
                  <a:pt x="8225" y="13797"/>
                </a:lnTo>
                <a:lnTo>
                  <a:pt x="7787" y="13845"/>
                </a:lnTo>
                <a:lnTo>
                  <a:pt x="7373" y="13845"/>
                </a:lnTo>
                <a:lnTo>
                  <a:pt x="6935" y="13797"/>
                </a:lnTo>
                <a:lnTo>
                  <a:pt x="6716" y="13797"/>
                </a:lnTo>
                <a:lnTo>
                  <a:pt x="6376" y="13821"/>
                </a:lnTo>
                <a:lnTo>
                  <a:pt x="6059" y="13821"/>
                </a:lnTo>
                <a:lnTo>
                  <a:pt x="5962" y="13797"/>
                </a:lnTo>
                <a:lnTo>
                  <a:pt x="5938" y="13797"/>
                </a:lnTo>
                <a:lnTo>
                  <a:pt x="5938" y="13772"/>
                </a:lnTo>
                <a:lnTo>
                  <a:pt x="5962" y="13699"/>
                </a:lnTo>
                <a:lnTo>
                  <a:pt x="5938" y="13602"/>
                </a:lnTo>
                <a:lnTo>
                  <a:pt x="5913" y="13553"/>
                </a:lnTo>
                <a:lnTo>
                  <a:pt x="5865" y="13480"/>
                </a:lnTo>
                <a:lnTo>
                  <a:pt x="5816" y="13456"/>
                </a:lnTo>
                <a:lnTo>
                  <a:pt x="5743" y="13432"/>
                </a:lnTo>
                <a:lnTo>
                  <a:pt x="5670" y="13456"/>
                </a:lnTo>
                <a:lnTo>
                  <a:pt x="5597" y="13505"/>
                </a:lnTo>
                <a:lnTo>
                  <a:pt x="5354" y="13748"/>
                </a:lnTo>
                <a:lnTo>
                  <a:pt x="5062" y="13943"/>
                </a:lnTo>
                <a:lnTo>
                  <a:pt x="4964" y="13991"/>
                </a:lnTo>
                <a:lnTo>
                  <a:pt x="4818" y="14016"/>
                </a:lnTo>
                <a:lnTo>
                  <a:pt x="4672" y="14016"/>
                </a:lnTo>
                <a:lnTo>
                  <a:pt x="4526" y="13991"/>
                </a:lnTo>
                <a:lnTo>
                  <a:pt x="4405" y="13943"/>
                </a:lnTo>
                <a:lnTo>
                  <a:pt x="4307" y="13870"/>
                </a:lnTo>
                <a:lnTo>
                  <a:pt x="4283" y="13821"/>
                </a:lnTo>
                <a:lnTo>
                  <a:pt x="4283" y="13748"/>
                </a:lnTo>
                <a:lnTo>
                  <a:pt x="4283" y="13675"/>
                </a:lnTo>
                <a:lnTo>
                  <a:pt x="4307" y="13578"/>
                </a:lnTo>
                <a:lnTo>
                  <a:pt x="4307" y="13505"/>
                </a:lnTo>
                <a:lnTo>
                  <a:pt x="4307" y="13432"/>
                </a:lnTo>
                <a:lnTo>
                  <a:pt x="4259" y="13383"/>
                </a:lnTo>
                <a:lnTo>
                  <a:pt x="4186" y="13334"/>
                </a:lnTo>
                <a:lnTo>
                  <a:pt x="4113" y="13310"/>
                </a:lnTo>
                <a:lnTo>
                  <a:pt x="4040" y="13334"/>
                </a:lnTo>
                <a:lnTo>
                  <a:pt x="3967" y="13359"/>
                </a:lnTo>
                <a:lnTo>
                  <a:pt x="3918" y="13432"/>
                </a:lnTo>
                <a:lnTo>
                  <a:pt x="3845" y="13529"/>
                </a:lnTo>
                <a:lnTo>
                  <a:pt x="3772" y="13602"/>
                </a:lnTo>
                <a:lnTo>
                  <a:pt x="3602" y="13772"/>
                </a:lnTo>
                <a:lnTo>
                  <a:pt x="3407" y="13918"/>
                </a:lnTo>
                <a:lnTo>
                  <a:pt x="3212" y="14016"/>
                </a:lnTo>
                <a:lnTo>
                  <a:pt x="3091" y="14089"/>
                </a:lnTo>
                <a:lnTo>
                  <a:pt x="2945" y="14113"/>
                </a:lnTo>
                <a:lnTo>
                  <a:pt x="2896" y="14113"/>
                </a:lnTo>
                <a:lnTo>
                  <a:pt x="2847" y="14089"/>
                </a:lnTo>
                <a:lnTo>
                  <a:pt x="2847" y="14016"/>
                </a:lnTo>
                <a:lnTo>
                  <a:pt x="2847" y="13918"/>
                </a:lnTo>
                <a:lnTo>
                  <a:pt x="2969" y="13456"/>
                </a:lnTo>
                <a:lnTo>
                  <a:pt x="2969" y="13407"/>
                </a:lnTo>
                <a:lnTo>
                  <a:pt x="2969" y="13359"/>
                </a:lnTo>
                <a:lnTo>
                  <a:pt x="2920" y="13310"/>
                </a:lnTo>
                <a:lnTo>
                  <a:pt x="2872" y="13286"/>
                </a:lnTo>
                <a:close/>
                <a:moveTo>
                  <a:pt x="16498" y="13286"/>
                </a:moveTo>
                <a:lnTo>
                  <a:pt x="16474" y="14137"/>
                </a:lnTo>
                <a:lnTo>
                  <a:pt x="16425" y="14137"/>
                </a:lnTo>
                <a:lnTo>
                  <a:pt x="16328" y="14210"/>
                </a:lnTo>
                <a:lnTo>
                  <a:pt x="16206" y="14283"/>
                </a:lnTo>
                <a:lnTo>
                  <a:pt x="15987" y="14478"/>
                </a:lnTo>
                <a:lnTo>
                  <a:pt x="15792" y="14697"/>
                </a:lnTo>
                <a:lnTo>
                  <a:pt x="15622" y="14916"/>
                </a:lnTo>
                <a:lnTo>
                  <a:pt x="15525" y="15038"/>
                </a:lnTo>
                <a:lnTo>
                  <a:pt x="15549" y="14673"/>
                </a:lnTo>
                <a:lnTo>
                  <a:pt x="15573" y="14673"/>
                </a:lnTo>
                <a:lnTo>
                  <a:pt x="15695" y="14502"/>
                </a:lnTo>
                <a:lnTo>
                  <a:pt x="15817" y="14332"/>
                </a:lnTo>
                <a:lnTo>
                  <a:pt x="16011" y="13967"/>
                </a:lnTo>
                <a:lnTo>
                  <a:pt x="16230" y="13602"/>
                </a:lnTo>
                <a:lnTo>
                  <a:pt x="16352" y="13432"/>
                </a:lnTo>
                <a:lnTo>
                  <a:pt x="16498" y="13286"/>
                </a:lnTo>
                <a:close/>
                <a:moveTo>
                  <a:pt x="16474" y="14332"/>
                </a:moveTo>
                <a:lnTo>
                  <a:pt x="16449" y="15208"/>
                </a:lnTo>
                <a:lnTo>
                  <a:pt x="16352" y="15232"/>
                </a:lnTo>
                <a:lnTo>
                  <a:pt x="16230" y="15305"/>
                </a:lnTo>
                <a:lnTo>
                  <a:pt x="15987" y="15500"/>
                </a:lnTo>
                <a:lnTo>
                  <a:pt x="15768" y="15719"/>
                </a:lnTo>
                <a:lnTo>
                  <a:pt x="15622" y="15889"/>
                </a:lnTo>
                <a:lnTo>
                  <a:pt x="15476" y="16035"/>
                </a:lnTo>
                <a:lnTo>
                  <a:pt x="15476" y="15743"/>
                </a:lnTo>
                <a:lnTo>
                  <a:pt x="15549" y="15695"/>
                </a:lnTo>
                <a:lnTo>
                  <a:pt x="15598" y="15646"/>
                </a:lnTo>
                <a:lnTo>
                  <a:pt x="15671" y="15500"/>
                </a:lnTo>
                <a:lnTo>
                  <a:pt x="15817" y="15257"/>
                </a:lnTo>
                <a:lnTo>
                  <a:pt x="16011" y="15013"/>
                </a:lnTo>
                <a:lnTo>
                  <a:pt x="16279" y="14697"/>
                </a:lnTo>
                <a:lnTo>
                  <a:pt x="16376" y="14502"/>
                </a:lnTo>
                <a:lnTo>
                  <a:pt x="16474" y="14332"/>
                </a:lnTo>
                <a:close/>
                <a:moveTo>
                  <a:pt x="16449" y="15622"/>
                </a:moveTo>
                <a:lnTo>
                  <a:pt x="16425" y="16376"/>
                </a:lnTo>
                <a:lnTo>
                  <a:pt x="16328" y="16425"/>
                </a:lnTo>
                <a:lnTo>
                  <a:pt x="16230" y="16522"/>
                </a:lnTo>
                <a:lnTo>
                  <a:pt x="16036" y="16692"/>
                </a:lnTo>
                <a:lnTo>
                  <a:pt x="15719" y="17082"/>
                </a:lnTo>
                <a:lnTo>
                  <a:pt x="15427" y="17422"/>
                </a:lnTo>
                <a:lnTo>
                  <a:pt x="15427" y="17106"/>
                </a:lnTo>
                <a:lnTo>
                  <a:pt x="15452" y="16960"/>
                </a:lnTo>
                <a:lnTo>
                  <a:pt x="15452" y="16887"/>
                </a:lnTo>
                <a:lnTo>
                  <a:pt x="15476" y="16765"/>
                </a:lnTo>
                <a:lnTo>
                  <a:pt x="15525" y="16644"/>
                </a:lnTo>
                <a:lnTo>
                  <a:pt x="15598" y="16522"/>
                </a:lnTo>
                <a:lnTo>
                  <a:pt x="15695" y="16400"/>
                </a:lnTo>
                <a:lnTo>
                  <a:pt x="15890" y="16181"/>
                </a:lnTo>
                <a:lnTo>
                  <a:pt x="16060" y="15987"/>
                </a:lnTo>
                <a:lnTo>
                  <a:pt x="16255" y="15816"/>
                </a:lnTo>
                <a:lnTo>
                  <a:pt x="16449" y="15622"/>
                </a:lnTo>
                <a:close/>
                <a:moveTo>
                  <a:pt x="16401" y="16984"/>
                </a:moveTo>
                <a:lnTo>
                  <a:pt x="16401" y="17641"/>
                </a:lnTo>
                <a:lnTo>
                  <a:pt x="16157" y="17763"/>
                </a:lnTo>
                <a:lnTo>
                  <a:pt x="15938" y="17933"/>
                </a:lnTo>
                <a:lnTo>
                  <a:pt x="15719" y="18104"/>
                </a:lnTo>
                <a:lnTo>
                  <a:pt x="15549" y="18323"/>
                </a:lnTo>
                <a:lnTo>
                  <a:pt x="15403" y="18493"/>
                </a:lnTo>
                <a:lnTo>
                  <a:pt x="15403" y="18347"/>
                </a:lnTo>
                <a:lnTo>
                  <a:pt x="15452" y="18298"/>
                </a:lnTo>
                <a:lnTo>
                  <a:pt x="15476" y="18250"/>
                </a:lnTo>
                <a:lnTo>
                  <a:pt x="15525" y="18104"/>
                </a:lnTo>
                <a:lnTo>
                  <a:pt x="15598" y="17982"/>
                </a:lnTo>
                <a:lnTo>
                  <a:pt x="15768" y="17714"/>
                </a:lnTo>
                <a:lnTo>
                  <a:pt x="15963" y="17471"/>
                </a:lnTo>
                <a:lnTo>
                  <a:pt x="16157" y="17252"/>
                </a:lnTo>
                <a:lnTo>
                  <a:pt x="16401" y="16984"/>
                </a:lnTo>
                <a:close/>
                <a:moveTo>
                  <a:pt x="14405" y="1533"/>
                </a:moveTo>
                <a:lnTo>
                  <a:pt x="14722" y="1558"/>
                </a:lnTo>
                <a:lnTo>
                  <a:pt x="14819" y="1582"/>
                </a:lnTo>
                <a:lnTo>
                  <a:pt x="14892" y="1606"/>
                </a:lnTo>
                <a:lnTo>
                  <a:pt x="14965" y="1655"/>
                </a:lnTo>
                <a:lnTo>
                  <a:pt x="14965" y="1874"/>
                </a:lnTo>
                <a:lnTo>
                  <a:pt x="14989" y="2093"/>
                </a:lnTo>
                <a:lnTo>
                  <a:pt x="15062" y="2531"/>
                </a:lnTo>
                <a:lnTo>
                  <a:pt x="15062" y="3188"/>
                </a:lnTo>
                <a:lnTo>
                  <a:pt x="15038" y="3821"/>
                </a:lnTo>
                <a:lnTo>
                  <a:pt x="15014" y="5183"/>
                </a:lnTo>
                <a:lnTo>
                  <a:pt x="15014" y="6546"/>
                </a:lnTo>
                <a:lnTo>
                  <a:pt x="15038" y="9563"/>
                </a:lnTo>
                <a:lnTo>
                  <a:pt x="15038" y="12580"/>
                </a:lnTo>
                <a:lnTo>
                  <a:pt x="15038" y="13651"/>
                </a:lnTo>
                <a:lnTo>
                  <a:pt x="14989" y="14697"/>
                </a:lnTo>
                <a:lnTo>
                  <a:pt x="14941" y="15768"/>
                </a:lnTo>
                <a:lnTo>
                  <a:pt x="14892" y="16814"/>
                </a:lnTo>
                <a:lnTo>
                  <a:pt x="14868" y="18420"/>
                </a:lnTo>
                <a:lnTo>
                  <a:pt x="14843" y="19077"/>
                </a:lnTo>
                <a:lnTo>
                  <a:pt x="14843" y="19296"/>
                </a:lnTo>
                <a:lnTo>
                  <a:pt x="14819" y="19393"/>
                </a:lnTo>
                <a:lnTo>
                  <a:pt x="14868" y="19296"/>
                </a:lnTo>
                <a:lnTo>
                  <a:pt x="14843" y="19369"/>
                </a:lnTo>
                <a:lnTo>
                  <a:pt x="14843" y="19442"/>
                </a:lnTo>
                <a:lnTo>
                  <a:pt x="14503" y="19491"/>
                </a:lnTo>
                <a:lnTo>
                  <a:pt x="13505" y="19491"/>
                </a:lnTo>
                <a:lnTo>
                  <a:pt x="12580" y="19515"/>
                </a:lnTo>
                <a:lnTo>
                  <a:pt x="11680" y="19539"/>
                </a:lnTo>
                <a:lnTo>
                  <a:pt x="9636" y="19466"/>
                </a:lnTo>
                <a:lnTo>
                  <a:pt x="7592" y="19418"/>
                </a:lnTo>
                <a:lnTo>
                  <a:pt x="6570" y="19393"/>
                </a:lnTo>
                <a:lnTo>
                  <a:pt x="2653" y="19393"/>
                </a:lnTo>
                <a:lnTo>
                  <a:pt x="1777" y="19466"/>
                </a:lnTo>
                <a:lnTo>
                  <a:pt x="1266" y="19491"/>
                </a:lnTo>
                <a:lnTo>
                  <a:pt x="731" y="19515"/>
                </a:lnTo>
                <a:lnTo>
                  <a:pt x="731" y="19491"/>
                </a:lnTo>
                <a:lnTo>
                  <a:pt x="682" y="18955"/>
                </a:lnTo>
                <a:lnTo>
                  <a:pt x="658" y="18420"/>
                </a:lnTo>
                <a:lnTo>
                  <a:pt x="633" y="17349"/>
                </a:lnTo>
                <a:lnTo>
                  <a:pt x="658" y="16279"/>
                </a:lnTo>
                <a:lnTo>
                  <a:pt x="633" y="15743"/>
                </a:lnTo>
                <a:lnTo>
                  <a:pt x="609" y="15208"/>
                </a:lnTo>
                <a:lnTo>
                  <a:pt x="560" y="14648"/>
                </a:lnTo>
                <a:lnTo>
                  <a:pt x="560" y="14113"/>
                </a:lnTo>
                <a:lnTo>
                  <a:pt x="560" y="13553"/>
                </a:lnTo>
                <a:lnTo>
                  <a:pt x="560" y="13018"/>
                </a:lnTo>
                <a:lnTo>
                  <a:pt x="633" y="11923"/>
                </a:lnTo>
                <a:lnTo>
                  <a:pt x="682" y="10828"/>
                </a:lnTo>
                <a:lnTo>
                  <a:pt x="731" y="9685"/>
                </a:lnTo>
                <a:lnTo>
                  <a:pt x="731" y="8541"/>
                </a:lnTo>
                <a:lnTo>
                  <a:pt x="682" y="7422"/>
                </a:lnTo>
                <a:lnTo>
                  <a:pt x="658" y="6278"/>
                </a:lnTo>
                <a:lnTo>
                  <a:pt x="585" y="4015"/>
                </a:lnTo>
                <a:lnTo>
                  <a:pt x="560" y="2847"/>
                </a:lnTo>
                <a:lnTo>
                  <a:pt x="560" y="2239"/>
                </a:lnTo>
                <a:lnTo>
                  <a:pt x="512" y="1655"/>
                </a:lnTo>
                <a:lnTo>
                  <a:pt x="852" y="1679"/>
                </a:lnTo>
                <a:lnTo>
                  <a:pt x="1193" y="1704"/>
                </a:lnTo>
                <a:lnTo>
                  <a:pt x="1874" y="1679"/>
                </a:lnTo>
                <a:lnTo>
                  <a:pt x="1874" y="1679"/>
                </a:lnTo>
                <a:lnTo>
                  <a:pt x="1753" y="1850"/>
                </a:lnTo>
                <a:lnTo>
                  <a:pt x="1631" y="2020"/>
                </a:lnTo>
                <a:lnTo>
                  <a:pt x="1558" y="2190"/>
                </a:lnTo>
                <a:lnTo>
                  <a:pt x="1534" y="2409"/>
                </a:lnTo>
                <a:lnTo>
                  <a:pt x="1534" y="2507"/>
                </a:lnTo>
                <a:lnTo>
                  <a:pt x="1558" y="2628"/>
                </a:lnTo>
                <a:lnTo>
                  <a:pt x="1607" y="2872"/>
                </a:lnTo>
                <a:lnTo>
                  <a:pt x="1728" y="3066"/>
                </a:lnTo>
                <a:lnTo>
                  <a:pt x="1874" y="3261"/>
                </a:lnTo>
                <a:lnTo>
                  <a:pt x="2069" y="3407"/>
                </a:lnTo>
                <a:lnTo>
                  <a:pt x="2288" y="3529"/>
                </a:lnTo>
                <a:lnTo>
                  <a:pt x="2385" y="3553"/>
                </a:lnTo>
                <a:lnTo>
                  <a:pt x="2507" y="3577"/>
                </a:lnTo>
                <a:lnTo>
                  <a:pt x="2750" y="3577"/>
                </a:lnTo>
                <a:lnTo>
                  <a:pt x="2896" y="3529"/>
                </a:lnTo>
                <a:lnTo>
                  <a:pt x="3042" y="3480"/>
                </a:lnTo>
                <a:lnTo>
                  <a:pt x="3164" y="3407"/>
                </a:lnTo>
                <a:lnTo>
                  <a:pt x="3285" y="3310"/>
                </a:lnTo>
                <a:lnTo>
                  <a:pt x="3407" y="3188"/>
                </a:lnTo>
                <a:lnTo>
                  <a:pt x="3504" y="3066"/>
                </a:lnTo>
                <a:lnTo>
                  <a:pt x="3577" y="2945"/>
                </a:lnTo>
                <a:lnTo>
                  <a:pt x="3650" y="2799"/>
                </a:lnTo>
                <a:lnTo>
                  <a:pt x="3699" y="2653"/>
                </a:lnTo>
                <a:lnTo>
                  <a:pt x="3748" y="2482"/>
                </a:lnTo>
                <a:lnTo>
                  <a:pt x="3772" y="2336"/>
                </a:lnTo>
                <a:lnTo>
                  <a:pt x="3772" y="2190"/>
                </a:lnTo>
                <a:lnTo>
                  <a:pt x="3748" y="2044"/>
                </a:lnTo>
                <a:lnTo>
                  <a:pt x="3723" y="1923"/>
                </a:lnTo>
                <a:lnTo>
                  <a:pt x="3675" y="1801"/>
                </a:lnTo>
                <a:lnTo>
                  <a:pt x="3577" y="1679"/>
                </a:lnTo>
                <a:lnTo>
                  <a:pt x="5378" y="1679"/>
                </a:lnTo>
                <a:lnTo>
                  <a:pt x="5281" y="1777"/>
                </a:lnTo>
                <a:lnTo>
                  <a:pt x="5208" y="1874"/>
                </a:lnTo>
                <a:lnTo>
                  <a:pt x="5086" y="2069"/>
                </a:lnTo>
                <a:lnTo>
                  <a:pt x="5013" y="2288"/>
                </a:lnTo>
                <a:lnTo>
                  <a:pt x="4989" y="2507"/>
                </a:lnTo>
                <a:lnTo>
                  <a:pt x="5013" y="2726"/>
                </a:lnTo>
                <a:lnTo>
                  <a:pt x="5110" y="2920"/>
                </a:lnTo>
                <a:lnTo>
                  <a:pt x="5232" y="3091"/>
                </a:lnTo>
                <a:lnTo>
                  <a:pt x="5402" y="3261"/>
                </a:lnTo>
                <a:lnTo>
                  <a:pt x="5597" y="3358"/>
                </a:lnTo>
                <a:lnTo>
                  <a:pt x="5840" y="3431"/>
                </a:lnTo>
                <a:lnTo>
                  <a:pt x="6059" y="3456"/>
                </a:lnTo>
                <a:lnTo>
                  <a:pt x="6303" y="3431"/>
                </a:lnTo>
                <a:lnTo>
                  <a:pt x="6497" y="3358"/>
                </a:lnTo>
                <a:lnTo>
                  <a:pt x="6716" y="3237"/>
                </a:lnTo>
                <a:lnTo>
                  <a:pt x="6862" y="3091"/>
                </a:lnTo>
                <a:lnTo>
                  <a:pt x="7008" y="2896"/>
                </a:lnTo>
                <a:lnTo>
                  <a:pt x="7081" y="2653"/>
                </a:lnTo>
                <a:lnTo>
                  <a:pt x="7106" y="2531"/>
                </a:lnTo>
                <a:lnTo>
                  <a:pt x="7106" y="2409"/>
                </a:lnTo>
                <a:lnTo>
                  <a:pt x="7081" y="2142"/>
                </a:lnTo>
                <a:lnTo>
                  <a:pt x="7057" y="1996"/>
                </a:lnTo>
                <a:lnTo>
                  <a:pt x="7008" y="1874"/>
                </a:lnTo>
                <a:lnTo>
                  <a:pt x="6935" y="1777"/>
                </a:lnTo>
                <a:lnTo>
                  <a:pt x="6862" y="1679"/>
                </a:lnTo>
                <a:lnTo>
                  <a:pt x="8614" y="1631"/>
                </a:lnTo>
                <a:lnTo>
                  <a:pt x="8639" y="1631"/>
                </a:lnTo>
                <a:lnTo>
                  <a:pt x="8541" y="1801"/>
                </a:lnTo>
                <a:lnTo>
                  <a:pt x="8444" y="1971"/>
                </a:lnTo>
                <a:lnTo>
                  <a:pt x="8420" y="2142"/>
                </a:lnTo>
                <a:lnTo>
                  <a:pt x="8395" y="2336"/>
                </a:lnTo>
                <a:lnTo>
                  <a:pt x="8420" y="2458"/>
                </a:lnTo>
                <a:lnTo>
                  <a:pt x="8444" y="2580"/>
                </a:lnTo>
                <a:lnTo>
                  <a:pt x="8493" y="2677"/>
                </a:lnTo>
                <a:lnTo>
                  <a:pt x="8541" y="2774"/>
                </a:lnTo>
                <a:lnTo>
                  <a:pt x="8712" y="2969"/>
                </a:lnTo>
                <a:lnTo>
                  <a:pt x="8906" y="3115"/>
                </a:lnTo>
                <a:lnTo>
                  <a:pt x="9125" y="3237"/>
                </a:lnTo>
                <a:lnTo>
                  <a:pt x="9369" y="3310"/>
                </a:lnTo>
                <a:lnTo>
                  <a:pt x="9588" y="3310"/>
                </a:lnTo>
                <a:lnTo>
                  <a:pt x="9709" y="3285"/>
                </a:lnTo>
                <a:lnTo>
                  <a:pt x="9831" y="3237"/>
                </a:lnTo>
                <a:lnTo>
                  <a:pt x="9977" y="3139"/>
                </a:lnTo>
                <a:lnTo>
                  <a:pt x="10098" y="3018"/>
                </a:lnTo>
                <a:lnTo>
                  <a:pt x="10171" y="2872"/>
                </a:lnTo>
                <a:lnTo>
                  <a:pt x="10244" y="2701"/>
                </a:lnTo>
                <a:lnTo>
                  <a:pt x="10293" y="2507"/>
                </a:lnTo>
                <a:lnTo>
                  <a:pt x="10293" y="2336"/>
                </a:lnTo>
                <a:lnTo>
                  <a:pt x="10293" y="2142"/>
                </a:lnTo>
                <a:lnTo>
                  <a:pt x="10293" y="1971"/>
                </a:lnTo>
                <a:lnTo>
                  <a:pt x="10220" y="1777"/>
                </a:lnTo>
                <a:lnTo>
                  <a:pt x="10123" y="1582"/>
                </a:lnTo>
                <a:lnTo>
                  <a:pt x="11169" y="1558"/>
                </a:lnTo>
                <a:lnTo>
                  <a:pt x="12215" y="1533"/>
                </a:lnTo>
                <a:lnTo>
                  <a:pt x="12069" y="1631"/>
                </a:lnTo>
                <a:lnTo>
                  <a:pt x="11948" y="1728"/>
                </a:lnTo>
                <a:lnTo>
                  <a:pt x="11850" y="1850"/>
                </a:lnTo>
                <a:lnTo>
                  <a:pt x="11753" y="1996"/>
                </a:lnTo>
                <a:lnTo>
                  <a:pt x="11656" y="2190"/>
                </a:lnTo>
                <a:lnTo>
                  <a:pt x="11631" y="2409"/>
                </a:lnTo>
                <a:lnTo>
                  <a:pt x="11631" y="2604"/>
                </a:lnTo>
                <a:lnTo>
                  <a:pt x="11704" y="2799"/>
                </a:lnTo>
                <a:lnTo>
                  <a:pt x="11802" y="2969"/>
                </a:lnTo>
                <a:lnTo>
                  <a:pt x="11948" y="3115"/>
                </a:lnTo>
                <a:lnTo>
                  <a:pt x="12118" y="3237"/>
                </a:lnTo>
                <a:lnTo>
                  <a:pt x="12313" y="3310"/>
                </a:lnTo>
                <a:lnTo>
                  <a:pt x="12532" y="3358"/>
                </a:lnTo>
                <a:lnTo>
                  <a:pt x="12751" y="3383"/>
                </a:lnTo>
                <a:lnTo>
                  <a:pt x="12970" y="3358"/>
                </a:lnTo>
                <a:lnTo>
                  <a:pt x="13213" y="3310"/>
                </a:lnTo>
                <a:lnTo>
                  <a:pt x="13432" y="3237"/>
                </a:lnTo>
                <a:lnTo>
                  <a:pt x="13602" y="3115"/>
                </a:lnTo>
                <a:lnTo>
                  <a:pt x="13773" y="2969"/>
                </a:lnTo>
                <a:lnTo>
                  <a:pt x="13821" y="2872"/>
                </a:lnTo>
                <a:lnTo>
                  <a:pt x="13870" y="2774"/>
                </a:lnTo>
                <a:lnTo>
                  <a:pt x="13919" y="2628"/>
                </a:lnTo>
                <a:lnTo>
                  <a:pt x="13919" y="2458"/>
                </a:lnTo>
                <a:lnTo>
                  <a:pt x="13894" y="2288"/>
                </a:lnTo>
                <a:lnTo>
                  <a:pt x="13846" y="2117"/>
                </a:lnTo>
                <a:lnTo>
                  <a:pt x="13773" y="1947"/>
                </a:lnTo>
                <a:lnTo>
                  <a:pt x="13675" y="1801"/>
                </a:lnTo>
                <a:lnTo>
                  <a:pt x="13554" y="1655"/>
                </a:lnTo>
                <a:lnTo>
                  <a:pt x="13432" y="1558"/>
                </a:lnTo>
                <a:lnTo>
                  <a:pt x="13870" y="1533"/>
                </a:lnTo>
                <a:close/>
                <a:moveTo>
                  <a:pt x="2628" y="19904"/>
                </a:moveTo>
                <a:lnTo>
                  <a:pt x="2507" y="20002"/>
                </a:lnTo>
                <a:lnTo>
                  <a:pt x="2385" y="20099"/>
                </a:lnTo>
                <a:lnTo>
                  <a:pt x="2190" y="20318"/>
                </a:lnTo>
                <a:lnTo>
                  <a:pt x="1996" y="20464"/>
                </a:lnTo>
                <a:lnTo>
                  <a:pt x="1996" y="20196"/>
                </a:lnTo>
                <a:lnTo>
                  <a:pt x="1996" y="19953"/>
                </a:lnTo>
                <a:lnTo>
                  <a:pt x="2628" y="19904"/>
                </a:lnTo>
                <a:close/>
                <a:moveTo>
                  <a:pt x="16449" y="20220"/>
                </a:moveTo>
                <a:lnTo>
                  <a:pt x="16425" y="20658"/>
                </a:lnTo>
                <a:lnTo>
                  <a:pt x="16376" y="21121"/>
                </a:lnTo>
                <a:lnTo>
                  <a:pt x="16230" y="21145"/>
                </a:lnTo>
                <a:lnTo>
                  <a:pt x="16328" y="20683"/>
                </a:lnTo>
                <a:lnTo>
                  <a:pt x="16449" y="20220"/>
                </a:lnTo>
                <a:close/>
                <a:moveTo>
                  <a:pt x="16425" y="18955"/>
                </a:moveTo>
                <a:lnTo>
                  <a:pt x="16449" y="19880"/>
                </a:lnTo>
                <a:lnTo>
                  <a:pt x="16303" y="19977"/>
                </a:lnTo>
                <a:lnTo>
                  <a:pt x="16206" y="20099"/>
                </a:lnTo>
                <a:lnTo>
                  <a:pt x="16109" y="20245"/>
                </a:lnTo>
                <a:lnTo>
                  <a:pt x="16011" y="20415"/>
                </a:lnTo>
                <a:lnTo>
                  <a:pt x="15890" y="20780"/>
                </a:lnTo>
                <a:lnTo>
                  <a:pt x="15792" y="21194"/>
                </a:lnTo>
                <a:lnTo>
                  <a:pt x="15744" y="21194"/>
                </a:lnTo>
                <a:lnTo>
                  <a:pt x="15817" y="20926"/>
                </a:lnTo>
                <a:lnTo>
                  <a:pt x="15865" y="20658"/>
                </a:lnTo>
                <a:lnTo>
                  <a:pt x="15987" y="20172"/>
                </a:lnTo>
                <a:lnTo>
                  <a:pt x="16206" y="19564"/>
                </a:lnTo>
                <a:lnTo>
                  <a:pt x="16425" y="18955"/>
                </a:lnTo>
                <a:close/>
                <a:moveTo>
                  <a:pt x="16401" y="17787"/>
                </a:moveTo>
                <a:lnTo>
                  <a:pt x="16425" y="18517"/>
                </a:lnTo>
                <a:lnTo>
                  <a:pt x="16303" y="18663"/>
                </a:lnTo>
                <a:lnTo>
                  <a:pt x="16206" y="18834"/>
                </a:lnTo>
                <a:lnTo>
                  <a:pt x="16011" y="19174"/>
                </a:lnTo>
                <a:lnTo>
                  <a:pt x="15865" y="19564"/>
                </a:lnTo>
                <a:lnTo>
                  <a:pt x="15744" y="19929"/>
                </a:lnTo>
                <a:lnTo>
                  <a:pt x="15500" y="20537"/>
                </a:lnTo>
                <a:lnTo>
                  <a:pt x="15379" y="20877"/>
                </a:lnTo>
                <a:lnTo>
                  <a:pt x="15306" y="21218"/>
                </a:lnTo>
                <a:lnTo>
                  <a:pt x="14892" y="21242"/>
                </a:lnTo>
                <a:lnTo>
                  <a:pt x="15038" y="20926"/>
                </a:lnTo>
                <a:lnTo>
                  <a:pt x="15135" y="20585"/>
                </a:lnTo>
                <a:lnTo>
                  <a:pt x="15184" y="20220"/>
                </a:lnTo>
                <a:lnTo>
                  <a:pt x="15184" y="19856"/>
                </a:lnTo>
                <a:lnTo>
                  <a:pt x="15257" y="19831"/>
                </a:lnTo>
                <a:lnTo>
                  <a:pt x="15330" y="19807"/>
                </a:lnTo>
                <a:lnTo>
                  <a:pt x="15379" y="19758"/>
                </a:lnTo>
                <a:lnTo>
                  <a:pt x="15403" y="19710"/>
                </a:lnTo>
                <a:lnTo>
                  <a:pt x="15427" y="19661"/>
                </a:lnTo>
                <a:lnTo>
                  <a:pt x="15427" y="19539"/>
                </a:lnTo>
                <a:lnTo>
                  <a:pt x="15379" y="19418"/>
                </a:lnTo>
                <a:lnTo>
                  <a:pt x="15403" y="19296"/>
                </a:lnTo>
                <a:lnTo>
                  <a:pt x="15403" y="19150"/>
                </a:lnTo>
                <a:lnTo>
                  <a:pt x="15500" y="19053"/>
                </a:lnTo>
                <a:lnTo>
                  <a:pt x="15598" y="18931"/>
                </a:lnTo>
                <a:lnTo>
                  <a:pt x="15768" y="18663"/>
                </a:lnTo>
                <a:lnTo>
                  <a:pt x="16084" y="18225"/>
                </a:lnTo>
                <a:lnTo>
                  <a:pt x="16230" y="18006"/>
                </a:lnTo>
                <a:lnTo>
                  <a:pt x="16401" y="17787"/>
                </a:lnTo>
                <a:close/>
                <a:moveTo>
                  <a:pt x="3431" y="19904"/>
                </a:moveTo>
                <a:lnTo>
                  <a:pt x="3285" y="20002"/>
                </a:lnTo>
                <a:lnTo>
                  <a:pt x="3164" y="20123"/>
                </a:lnTo>
                <a:lnTo>
                  <a:pt x="2920" y="20342"/>
                </a:lnTo>
                <a:lnTo>
                  <a:pt x="2628" y="20683"/>
                </a:lnTo>
                <a:lnTo>
                  <a:pt x="2336" y="21023"/>
                </a:lnTo>
                <a:lnTo>
                  <a:pt x="2093" y="21291"/>
                </a:lnTo>
                <a:lnTo>
                  <a:pt x="2044" y="20902"/>
                </a:lnTo>
                <a:lnTo>
                  <a:pt x="2190" y="20853"/>
                </a:lnTo>
                <a:lnTo>
                  <a:pt x="2312" y="20756"/>
                </a:lnTo>
                <a:lnTo>
                  <a:pt x="2531" y="20585"/>
                </a:lnTo>
                <a:lnTo>
                  <a:pt x="2677" y="20464"/>
                </a:lnTo>
                <a:lnTo>
                  <a:pt x="2823" y="20318"/>
                </a:lnTo>
                <a:lnTo>
                  <a:pt x="2945" y="20172"/>
                </a:lnTo>
                <a:lnTo>
                  <a:pt x="2969" y="20075"/>
                </a:lnTo>
                <a:lnTo>
                  <a:pt x="2993" y="20002"/>
                </a:lnTo>
                <a:lnTo>
                  <a:pt x="2969" y="19953"/>
                </a:lnTo>
                <a:lnTo>
                  <a:pt x="2945" y="19904"/>
                </a:lnTo>
                <a:close/>
                <a:moveTo>
                  <a:pt x="10050" y="19977"/>
                </a:moveTo>
                <a:lnTo>
                  <a:pt x="9879" y="20148"/>
                </a:lnTo>
                <a:lnTo>
                  <a:pt x="9734" y="20293"/>
                </a:lnTo>
                <a:lnTo>
                  <a:pt x="9588" y="20537"/>
                </a:lnTo>
                <a:lnTo>
                  <a:pt x="9442" y="20756"/>
                </a:lnTo>
                <a:lnTo>
                  <a:pt x="9296" y="20975"/>
                </a:lnTo>
                <a:lnTo>
                  <a:pt x="9223" y="21072"/>
                </a:lnTo>
                <a:lnTo>
                  <a:pt x="9198" y="21194"/>
                </a:lnTo>
                <a:lnTo>
                  <a:pt x="9198" y="21242"/>
                </a:lnTo>
                <a:lnTo>
                  <a:pt x="9198" y="21291"/>
                </a:lnTo>
                <a:lnTo>
                  <a:pt x="8493" y="21291"/>
                </a:lnTo>
                <a:lnTo>
                  <a:pt x="8663" y="21072"/>
                </a:lnTo>
                <a:lnTo>
                  <a:pt x="8833" y="20853"/>
                </a:lnTo>
                <a:lnTo>
                  <a:pt x="9028" y="20537"/>
                </a:lnTo>
                <a:lnTo>
                  <a:pt x="9247" y="20245"/>
                </a:lnTo>
                <a:lnTo>
                  <a:pt x="9393" y="20099"/>
                </a:lnTo>
                <a:lnTo>
                  <a:pt x="9563" y="19977"/>
                </a:lnTo>
                <a:close/>
                <a:moveTo>
                  <a:pt x="10780" y="20002"/>
                </a:moveTo>
                <a:lnTo>
                  <a:pt x="10585" y="20342"/>
                </a:lnTo>
                <a:lnTo>
                  <a:pt x="10366" y="20731"/>
                </a:lnTo>
                <a:lnTo>
                  <a:pt x="10147" y="21145"/>
                </a:lnTo>
                <a:lnTo>
                  <a:pt x="10123" y="21218"/>
                </a:lnTo>
                <a:lnTo>
                  <a:pt x="10147" y="21291"/>
                </a:lnTo>
                <a:lnTo>
                  <a:pt x="9417" y="21291"/>
                </a:lnTo>
                <a:lnTo>
                  <a:pt x="9515" y="21242"/>
                </a:lnTo>
                <a:lnTo>
                  <a:pt x="9588" y="21169"/>
                </a:lnTo>
                <a:lnTo>
                  <a:pt x="9734" y="20975"/>
                </a:lnTo>
                <a:lnTo>
                  <a:pt x="9977" y="20610"/>
                </a:lnTo>
                <a:lnTo>
                  <a:pt x="10050" y="20512"/>
                </a:lnTo>
                <a:lnTo>
                  <a:pt x="10147" y="20415"/>
                </a:lnTo>
                <a:lnTo>
                  <a:pt x="10366" y="20220"/>
                </a:lnTo>
                <a:lnTo>
                  <a:pt x="10463" y="20123"/>
                </a:lnTo>
                <a:lnTo>
                  <a:pt x="10512" y="20002"/>
                </a:lnTo>
                <a:close/>
                <a:moveTo>
                  <a:pt x="11534" y="20026"/>
                </a:moveTo>
                <a:lnTo>
                  <a:pt x="11364" y="20269"/>
                </a:lnTo>
                <a:lnTo>
                  <a:pt x="11218" y="20512"/>
                </a:lnTo>
                <a:lnTo>
                  <a:pt x="11120" y="20683"/>
                </a:lnTo>
                <a:lnTo>
                  <a:pt x="11023" y="20877"/>
                </a:lnTo>
                <a:lnTo>
                  <a:pt x="10950" y="21096"/>
                </a:lnTo>
                <a:lnTo>
                  <a:pt x="10901" y="21291"/>
                </a:lnTo>
                <a:lnTo>
                  <a:pt x="10488" y="21291"/>
                </a:lnTo>
                <a:lnTo>
                  <a:pt x="10609" y="21145"/>
                </a:lnTo>
                <a:lnTo>
                  <a:pt x="10707" y="20975"/>
                </a:lnTo>
                <a:lnTo>
                  <a:pt x="10901" y="20658"/>
                </a:lnTo>
                <a:lnTo>
                  <a:pt x="11120" y="20342"/>
                </a:lnTo>
                <a:lnTo>
                  <a:pt x="11218" y="20196"/>
                </a:lnTo>
                <a:lnTo>
                  <a:pt x="11315" y="20026"/>
                </a:lnTo>
                <a:close/>
                <a:moveTo>
                  <a:pt x="14843" y="19953"/>
                </a:moveTo>
                <a:lnTo>
                  <a:pt x="14746" y="20220"/>
                </a:lnTo>
                <a:lnTo>
                  <a:pt x="14697" y="20512"/>
                </a:lnTo>
                <a:lnTo>
                  <a:pt x="14624" y="20780"/>
                </a:lnTo>
                <a:lnTo>
                  <a:pt x="14576" y="20926"/>
                </a:lnTo>
                <a:lnTo>
                  <a:pt x="14527" y="21048"/>
                </a:lnTo>
                <a:lnTo>
                  <a:pt x="14503" y="21121"/>
                </a:lnTo>
                <a:lnTo>
                  <a:pt x="14503" y="21169"/>
                </a:lnTo>
                <a:lnTo>
                  <a:pt x="14527" y="21267"/>
                </a:lnTo>
                <a:lnTo>
                  <a:pt x="14211" y="21291"/>
                </a:lnTo>
                <a:lnTo>
                  <a:pt x="14284" y="20999"/>
                </a:lnTo>
                <a:lnTo>
                  <a:pt x="14381" y="20658"/>
                </a:lnTo>
                <a:lnTo>
                  <a:pt x="14454" y="20293"/>
                </a:lnTo>
                <a:lnTo>
                  <a:pt x="14454" y="20123"/>
                </a:lnTo>
                <a:lnTo>
                  <a:pt x="14478" y="19977"/>
                </a:lnTo>
                <a:lnTo>
                  <a:pt x="14843" y="19953"/>
                </a:lnTo>
                <a:close/>
                <a:moveTo>
                  <a:pt x="12337" y="20026"/>
                </a:moveTo>
                <a:lnTo>
                  <a:pt x="12215" y="20220"/>
                </a:lnTo>
                <a:lnTo>
                  <a:pt x="12142" y="20391"/>
                </a:lnTo>
                <a:lnTo>
                  <a:pt x="11948" y="20829"/>
                </a:lnTo>
                <a:lnTo>
                  <a:pt x="11875" y="21072"/>
                </a:lnTo>
                <a:lnTo>
                  <a:pt x="11826" y="21315"/>
                </a:lnTo>
                <a:lnTo>
                  <a:pt x="11364" y="21291"/>
                </a:lnTo>
                <a:lnTo>
                  <a:pt x="11412" y="21121"/>
                </a:lnTo>
                <a:lnTo>
                  <a:pt x="11485" y="20950"/>
                </a:lnTo>
                <a:lnTo>
                  <a:pt x="11656" y="20634"/>
                </a:lnTo>
                <a:lnTo>
                  <a:pt x="11826" y="20342"/>
                </a:lnTo>
                <a:lnTo>
                  <a:pt x="11899" y="20196"/>
                </a:lnTo>
                <a:lnTo>
                  <a:pt x="11948" y="20026"/>
                </a:lnTo>
                <a:close/>
                <a:moveTo>
                  <a:pt x="13335" y="20002"/>
                </a:moveTo>
                <a:lnTo>
                  <a:pt x="13213" y="20148"/>
                </a:lnTo>
                <a:lnTo>
                  <a:pt x="13140" y="20293"/>
                </a:lnTo>
                <a:lnTo>
                  <a:pt x="12970" y="20585"/>
                </a:lnTo>
                <a:lnTo>
                  <a:pt x="12799" y="20950"/>
                </a:lnTo>
                <a:lnTo>
                  <a:pt x="12751" y="21121"/>
                </a:lnTo>
                <a:lnTo>
                  <a:pt x="12702" y="21315"/>
                </a:lnTo>
                <a:lnTo>
                  <a:pt x="12264" y="21315"/>
                </a:lnTo>
                <a:lnTo>
                  <a:pt x="12337" y="21023"/>
                </a:lnTo>
                <a:lnTo>
                  <a:pt x="12410" y="20756"/>
                </a:lnTo>
                <a:lnTo>
                  <a:pt x="12507" y="20366"/>
                </a:lnTo>
                <a:lnTo>
                  <a:pt x="12580" y="20172"/>
                </a:lnTo>
                <a:lnTo>
                  <a:pt x="12629" y="20075"/>
                </a:lnTo>
                <a:lnTo>
                  <a:pt x="12702" y="20026"/>
                </a:lnTo>
                <a:lnTo>
                  <a:pt x="13335" y="20002"/>
                </a:lnTo>
                <a:close/>
                <a:moveTo>
                  <a:pt x="14113" y="20002"/>
                </a:moveTo>
                <a:lnTo>
                  <a:pt x="14065" y="20196"/>
                </a:lnTo>
                <a:lnTo>
                  <a:pt x="14016" y="20366"/>
                </a:lnTo>
                <a:lnTo>
                  <a:pt x="13870" y="20804"/>
                </a:lnTo>
                <a:lnTo>
                  <a:pt x="13748" y="21242"/>
                </a:lnTo>
                <a:lnTo>
                  <a:pt x="13748" y="21291"/>
                </a:lnTo>
                <a:lnTo>
                  <a:pt x="13164" y="21315"/>
                </a:lnTo>
                <a:lnTo>
                  <a:pt x="13262" y="21023"/>
                </a:lnTo>
                <a:lnTo>
                  <a:pt x="13383" y="20731"/>
                </a:lnTo>
                <a:lnTo>
                  <a:pt x="13578" y="20391"/>
                </a:lnTo>
                <a:lnTo>
                  <a:pt x="13651" y="20196"/>
                </a:lnTo>
                <a:lnTo>
                  <a:pt x="13700" y="20002"/>
                </a:lnTo>
                <a:close/>
                <a:moveTo>
                  <a:pt x="8979" y="19953"/>
                </a:moveTo>
                <a:lnTo>
                  <a:pt x="8833" y="20148"/>
                </a:lnTo>
                <a:lnTo>
                  <a:pt x="8736" y="20318"/>
                </a:lnTo>
                <a:lnTo>
                  <a:pt x="8395" y="20804"/>
                </a:lnTo>
                <a:lnTo>
                  <a:pt x="8225" y="21048"/>
                </a:lnTo>
                <a:lnTo>
                  <a:pt x="8079" y="21315"/>
                </a:lnTo>
                <a:lnTo>
                  <a:pt x="7446" y="21340"/>
                </a:lnTo>
                <a:lnTo>
                  <a:pt x="7446" y="21340"/>
                </a:lnTo>
                <a:lnTo>
                  <a:pt x="7592" y="21194"/>
                </a:lnTo>
                <a:lnTo>
                  <a:pt x="7714" y="21023"/>
                </a:lnTo>
                <a:lnTo>
                  <a:pt x="7957" y="20683"/>
                </a:lnTo>
                <a:lnTo>
                  <a:pt x="8055" y="20561"/>
                </a:lnTo>
                <a:lnTo>
                  <a:pt x="8152" y="20464"/>
                </a:lnTo>
                <a:lnTo>
                  <a:pt x="8371" y="20293"/>
                </a:lnTo>
                <a:lnTo>
                  <a:pt x="8614" y="20123"/>
                </a:lnTo>
                <a:lnTo>
                  <a:pt x="8833" y="19953"/>
                </a:lnTo>
                <a:close/>
                <a:moveTo>
                  <a:pt x="5646" y="19929"/>
                </a:moveTo>
                <a:lnTo>
                  <a:pt x="5548" y="19977"/>
                </a:lnTo>
                <a:lnTo>
                  <a:pt x="4818" y="20658"/>
                </a:lnTo>
                <a:lnTo>
                  <a:pt x="4478" y="20975"/>
                </a:lnTo>
                <a:lnTo>
                  <a:pt x="4332" y="21145"/>
                </a:lnTo>
                <a:lnTo>
                  <a:pt x="4259" y="21242"/>
                </a:lnTo>
                <a:lnTo>
                  <a:pt x="4210" y="21340"/>
                </a:lnTo>
                <a:lnTo>
                  <a:pt x="4210" y="21364"/>
                </a:lnTo>
                <a:lnTo>
                  <a:pt x="4234" y="21364"/>
                </a:lnTo>
                <a:lnTo>
                  <a:pt x="4332" y="21340"/>
                </a:lnTo>
                <a:lnTo>
                  <a:pt x="4453" y="21291"/>
                </a:lnTo>
                <a:lnTo>
                  <a:pt x="4648" y="21194"/>
                </a:lnTo>
                <a:lnTo>
                  <a:pt x="5013" y="20926"/>
                </a:lnTo>
                <a:lnTo>
                  <a:pt x="5427" y="20610"/>
                </a:lnTo>
                <a:lnTo>
                  <a:pt x="5816" y="20245"/>
                </a:lnTo>
                <a:lnTo>
                  <a:pt x="5865" y="20172"/>
                </a:lnTo>
                <a:lnTo>
                  <a:pt x="5865" y="20075"/>
                </a:lnTo>
                <a:lnTo>
                  <a:pt x="5816" y="19977"/>
                </a:lnTo>
                <a:lnTo>
                  <a:pt x="5743" y="19929"/>
                </a:lnTo>
                <a:close/>
                <a:moveTo>
                  <a:pt x="8225" y="19929"/>
                </a:moveTo>
                <a:lnTo>
                  <a:pt x="7982" y="20123"/>
                </a:lnTo>
                <a:lnTo>
                  <a:pt x="7763" y="20342"/>
                </a:lnTo>
                <a:lnTo>
                  <a:pt x="7568" y="20585"/>
                </a:lnTo>
                <a:lnTo>
                  <a:pt x="7373" y="20829"/>
                </a:lnTo>
                <a:lnTo>
                  <a:pt x="7033" y="21364"/>
                </a:lnTo>
                <a:lnTo>
                  <a:pt x="6668" y="21388"/>
                </a:lnTo>
                <a:lnTo>
                  <a:pt x="6668" y="21388"/>
                </a:lnTo>
                <a:lnTo>
                  <a:pt x="6838" y="21169"/>
                </a:lnTo>
                <a:lnTo>
                  <a:pt x="6984" y="20950"/>
                </a:lnTo>
                <a:lnTo>
                  <a:pt x="7227" y="20585"/>
                </a:lnTo>
                <a:lnTo>
                  <a:pt x="7495" y="20220"/>
                </a:lnTo>
                <a:lnTo>
                  <a:pt x="7690" y="20050"/>
                </a:lnTo>
                <a:lnTo>
                  <a:pt x="7860" y="19929"/>
                </a:lnTo>
                <a:close/>
                <a:moveTo>
                  <a:pt x="4526" y="19904"/>
                </a:moveTo>
                <a:lnTo>
                  <a:pt x="4356" y="20050"/>
                </a:lnTo>
                <a:lnTo>
                  <a:pt x="4186" y="20196"/>
                </a:lnTo>
                <a:lnTo>
                  <a:pt x="3869" y="20512"/>
                </a:lnTo>
                <a:lnTo>
                  <a:pt x="3285" y="21023"/>
                </a:lnTo>
                <a:lnTo>
                  <a:pt x="3115" y="21194"/>
                </a:lnTo>
                <a:lnTo>
                  <a:pt x="3042" y="21267"/>
                </a:lnTo>
                <a:lnTo>
                  <a:pt x="2969" y="21315"/>
                </a:lnTo>
                <a:lnTo>
                  <a:pt x="2920" y="21364"/>
                </a:lnTo>
                <a:lnTo>
                  <a:pt x="2920" y="21388"/>
                </a:lnTo>
                <a:lnTo>
                  <a:pt x="2945" y="21437"/>
                </a:lnTo>
                <a:lnTo>
                  <a:pt x="2969" y="21461"/>
                </a:lnTo>
                <a:lnTo>
                  <a:pt x="2872" y="21461"/>
                </a:lnTo>
                <a:lnTo>
                  <a:pt x="2458" y="21413"/>
                </a:lnTo>
                <a:lnTo>
                  <a:pt x="2580" y="21315"/>
                </a:lnTo>
                <a:lnTo>
                  <a:pt x="2701" y="21169"/>
                </a:lnTo>
                <a:lnTo>
                  <a:pt x="2896" y="20950"/>
                </a:lnTo>
                <a:lnTo>
                  <a:pt x="3188" y="20683"/>
                </a:lnTo>
                <a:lnTo>
                  <a:pt x="3480" y="20415"/>
                </a:lnTo>
                <a:lnTo>
                  <a:pt x="3602" y="20318"/>
                </a:lnTo>
                <a:lnTo>
                  <a:pt x="3723" y="20245"/>
                </a:lnTo>
                <a:lnTo>
                  <a:pt x="3991" y="20148"/>
                </a:lnTo>
                <a:lnTo>
                  <a:pt x="4040" y="20099"/>
                </a:lnTo>
                <a:lnTo>
                  <a:pt x="4064" y="20026"/>
                </a:lnTo>
                <a:lnTo>
                  <a:pt x="4064" y="19977"/>
                </a:lnTo>
                <a:lnTo>
                  <a:pt x="4064" y="19904"/>
                </a:lnTo>
                <a:close/>
                <a:moveTo>
                  <a:pt x="7349" y="19904"/>
                </a:moveTo>
                <a:lnTo>
                  <a:pt x="7154" y="20148"/>
                </a:lnTo>
                <a:lnTo>
                  <a:pt x="7008" y="20366"/>
                </a:lnTo>
                <a:lnTo>
                  <a:pt x="6546" y="21072"/>
                </a:lnTo>
                <a:lnTo>
                  <a:pt x="6400" y="21242"/>
                </a:lnTo>
                <a:lnTo>
                  <a:pt x="6254" y="21413"/>
                </a:lnTo>
                <a:lnTo>
                  <a:pt x="5451" y="21461"/>
                </a:lnTo>
                <a:lnTo>
                  <a:pt x="5621" y="21315"/>
                </a:lnTo>
                <a:lnTo>
                  <a:pt x="5792" y="21145"/>
                </a:lnTo>
                <a:lnTo>
                  <a:pt x="6084" y="20829"/>
                </a:lnTo>
                <a:lnTo>
                  <a:pt x="6303" y="20634"/>
                </a:lnTo>
                <a:lnTo>
                  <a:pt x="6522" y="20415"/>
                </a:lnTo>
                <a:lnTo>
                  <a:pt x="6619" y="20293"/>
                </a:lnTo>
                <a:lnTo>
                  <a:pt x="6716" y="20172"/>
                </a:lnTo>
                <a:lnTo>
                  <a:pt x="6741" y="20026"/>
                </a:lnTo>
                <a:lnTo>
                  <a:pt x="6765" y="19904"/>
                </a:lnTo>
                <a:close/>
                <a:moveTo>
                  <a:pt x="6424" y="19904"/>
                </a:moveTo>
                <a:lnTo>
                  <a:pt x="6278" y="20026"/>
                </a:lnTo>
                <a:lnTo>
                  <a:pt x="5986" y="20318"/>
                </a:lnTo>
                <a:lnTo>
                  <a:pt x="5694" y="20610"/>
                </a:lnTo>
                <a:lnTo>
                  <a:pt x="5500" y="20804"/>
                </a:lnTo>
                <a:lnTo>
                  <a:pt x="5281" y="20999"/>
                </a:lnTo>
                <a:lnTo>
                  <a:pt x="5110" y="21242"/>
                </a:lnTo>
                <a:lnTo>
                  <a:pt x="5037" y="21364"/>
                </a:lnTo>
                <a:lnTo>
                  <a:pt x="4989" y="21486"/>
                </a:lnTo>
                <a:lnTo>
                  <a:pt x="4575" y="21510"/>
                </a:lnTo>
                <a:lnTo>
                  <a:pt x="3845" y="21510"/>
                </a:lnTo>
                <a:lnTo>
                  <a:pt x="3139" y="21486"/>
                </a:lnTo>
                <a:lnTo>
                  <a:pt x="3237" y="21437"/>
                </a:lnTo>
                <a:lnTo>
                  <a:pt x="3334" y="21388"/>
                </a:lnTo>
                <a:lnTo>
                  <a:pt x="3529" y="21242"/>
                </a:lnTo>
                <a:lnTo>
                  <a:pt x="3796" y="20999"/>
                </a:lnTo>
                <a:lnTo>
                  <a:pt x="4161" y="20683"/>
                </a:lnTo>
                <a:lnTo>
                  <a:pt x="4526" y="20342"/>
                </a:lnTo>
                <a:lnTo>
                  <a:pt x="4745" y="20123"/>
                </a:lnTo>
                <a:lnTo>
                  <a:pt x="4843" y="20026"/>
                </a:lnTo>
                <a:lnTo>
                  <a:pt x="4916" y="19904"/>
                </a:lnTo>
                <a:close/>
                <a:moveTo>
                  <a:pt x="6132" y="0"/>
                </a:moveTo>
                <a:lnTo>
                  <a:pt x="6059" y="49"/>
                </a:lnTo>
                <a:lnTo>
                  <a:pt x="6011" y="98"/>
                </a:lnTo>
                <a:lnTo>
                  <a:pt x="5986" y="146"/>
                </a:lnTo>
                <a:lnTo>
                  <a:pt x="5938" y="317"/>
                </a:lnTo>
                <a:lnTo>
                  <a:pt x="5913" y="487"/>
                </a:lnTo>
                <a:lnTo>
                  <a:pt x="5938" y="828"/>
                </a:lnTo>
                <a:lnTo>
                  <a:pt x="5913" y="1047"/>
                </a:lnTo>
                <a:lnTo>
                  <a:pt x="5913" y="1241"/>
                </a:lnTo>
                <a:lnTo>
                  <a:pt x="4745" y="1266"/>
                </a:lnTo>
                <a:lnTo>
                  <a:pt x="2969" y="1266"/>
                </a:lnTo>
                <a:lnTo>
                  <a:pt x="2945" y="1144"/>
                </a:lnTo>
                <a:lnTo>
                  <a:pt x="2945" y="901"/>
                </a:lnTo>
                <a:lnTo>
                  <a:pt x="2945" y="633"/>
                </a:lnTo>
                <a:lnTo>
                  <a:pt x="2945" y="365"/>
                </a:lnTo>
                <a:lnTo>
                  <a:pt x="2920" y="122"/>
                </a:lnTo>
                <a:lnTo>
                  <a:pt x="2896" y="73"/>
                </a:lnTo>
                <a:lnTo>
                  <a:pt x="2847" y="25"/>
                </a:lnTo>
                <a:lnTo>
                  <a:pt x="2799" y="25"/>
                </a:lnTo>
                <a:lnTo>
                  <a:pt x="2726" y="49"/>
                </a:lnTo>
                <a:lnTo>
                  <a:pt x="2653" y="122"/>
                </a:lnTo>
                <a:lnTo>
                  <a:pt x="2580" y="219"/>
                </a:lnTo>
                <a:lnTo>
                  <a:pt x="2531" y="317"/>
                </a:lnTo>
                <a:lnTo>
                  <a:pt x="2507" y="438"/>
                </a:lnTo>
                <a:lnTo>
                  <a:pt x="2482" y="682"/>
                </a:lnTo>
                <a:lnTo>
                  <a:pt x="2482" y="925"/>
                </a:lnTo>
                <a:lnTo>
                  <a:pt x="2482" y="1266"/>
                </a:lnTo>
                <a:lnTo>
                  <a:pt x="877" y="1266"/>
                </a:lnTo>
                <a:lnTo>
                  <a:pt x="366" y="1339"/>
                </a:lnTo>
                <a:lnTo>
                  <a:pt x="317" y="1363"/>
                </a:lnTo>
                <a:lnTo>
                  <a:pt x="268" y="1387"/>
                </a:lnTo>
                <a:lnTo>
                  <a:pt x="244" y="1460"/>
                </a:lnTo>
                <a:lnTo>
                  <a:pt x="195" y="1485"/>
                </a:lnTo>
                <a:lnTo>
                  <a:pt x="171" y="1558"/>
                </a:lnTo>
                <a:lnTo>
                  <a:pt x="98" y="2069"/>
                </a:lnTo>
                <a:lnTo>
                  <a:pt x="49" y="2628"/>
                </a:lnTo>
                <a:lnTo>
                  <a:pt x="25" y="3164"/>
                </a:lnTo>
                <a:lnTo>
                  <a:pt x="25" y="3723"/>
                </a:lnTo>
                <a:lnTo>
                  <a:pt x="49" y="4818"/>
                </a:lnTo>
                <a:lnTo>
                  <a:pt x="98" y="5913"/>
                </a:lnTo>
                <a:lnTo>
                  <a:pt x="171" y="8273"/>
                </a:lnTo>
                <a:lnTo>
                  <a:pt x="171" y="9441"/>
                </a:lnTo>
                <a:lnTo>
                  <a:pt x="147" y="10634"/>
                </a:lnTo>
                <a:lnTo>
                  <a:pt x="98" y="11777"/>
                </a:lnTo>
                <a:lnTo>
                  <a:pt x="25" y="12921"/>
                </a:lnTo>
                <a:lnTo>
                  <a:pt x="1" y="14064"/>
                </a:lnTo>
                <a:lnTo>
                  <a:pt x="1" y="14624"/>
                </a:lnTo>
                <a:lnTo>
                  <a:pt x="49" y="15208"/>
                </a:lnTo>
                <a:lnTo>
                  <a:pt x="49" y="15743"/>
                </a:lnTo>
                <a:lnTo>
                  <a:pt x="49" y="16279"/>
                </a:lnTo>
                <a:lnTo>
                  <a:pt x="25" y="17398"/>
                </a:lnTo>
                <a:lnTo>
                  <a:pt x="25" y="17933"/>
                </a:lnTo>
                <a:lnTo>
                  <a:pt x="49" y="18493"/>
                </a:lnTo>
                <a:lnTo>
                  <a:pt x="98" y="19028"/>
                </a:lnTo>
                <a:lnTo>
                  <a:pt x="195" y="19564"/>
                </a:lnTo>
                <a:lnTo>
                  <a:pt x="244" y="19661"/>
                </a:lnTo>
                <a:lnTo>
                  <a:pt x="293" y="19710"/>
                </a:lnTo>
                <a:lnTo>
                  <a:pt x="390" y="19734"/>
                </a:lnTo>
                <a:lnTo>
                  <a:pt x="487" y="19758"/>
                </a:lnTo>
                <a:lnTo>
                  <a:pt x="585" y="19856"/>
                </a:lnTo>
                <a:lnTo>
                  <a:pt x="682" y="19904"/>
                </a:lnTo>
                <a:lnTo>
                  <a:pt x="804" y="19953"/>
                </a:lnTo>
                <a:lnTo>
                  <a:pt x="950" y="19977"/>
                </a:lnTo>
                <a:lnTo>
                  <a:pt x="1485" y="19977"/>
                </a:lnTo>
                <a:lnTo>
                  <a:pt x="1485" y="20342"/>
                </a:lnTo>
                <a:lnTo>
                  <a:pt x="1485" y="20634"/>
                </a:lnTo>
                <a:lnTo>
                  <a:pt x="1509" y="20950"/>
                </a:lnTo>
                <a:lnTo>
                  <a:pt x="1558" y="21534"/>
                </a:lnTo>
                <a:lnTo>
                  <a:pt x="1558" y="21607"/>
                </a:lnTo>
                <a:lnTo>
                  <a:pt x="1582" y="21705"/>
                </a:lnTo>
                <a:lnTo>
                  <a:pt x="1655" y="21753"/>
                </a:lnTo>
                <a:lnTo>
                  <a:pt x="1728" y="21802"/>
                </a:lnTo>
                <a:lnTo>
                  <a:pt x="1898" y="21802"/>
                </a:lnTo>
                <a:lnTo>
                  <a:pt x="1971" y="21778"/>
                </a:lnTo>
                <a:lnTo>
                  <a:pt x="2385" y="21851"/>
                </a:lnTo>
                <a:lnTo>
                  <a:pt x="2799" y="21899"/>
                </a:lnTo>
                <a:lnTo>
                  <a:pt x="3626" y="21948"/>
                </a:lnTo>
                <a:lnTo>
                  <a:pt x="4478" y="21948"/>
                </a:lnTo>
                <a:lnTo>
                  <a:pt x="5305" y="21924"/>
                </a:lnTo>
                <a:lnTo>
                  <a:pt x="7008" y="21826"/>
                </a:lnTo>
                <a:lnTo>
                  <a:pt x="7836" y="21778"/>
                </a:lnTo>
                <a:lnTo>
                  <a:pt x="8687" y="21753"/>
                </a:lnTo>
                <a:lnTo>
                  <a:pt x="9515" y="21729"/>
                </a:lnTo>
                <a:lnTo>
                  <a:pt x="10342" y="21753"/>
                </a:lnTo>
                <a:lnTo>
                  <a:pt x="12021" y="21778"/>
                </a:lnTo>
                <a:lnTo>
                  <a:pt x="13700" y="21778"/>
                </a:lnTo>
                <a:lnTo>
                  <a:pt x="14527" y="21753"/>
                </a:lnTo>
                <a:lnTo>
                  <a:pt x="15354" y="21680"/>
                </a:lnTo>
                <a:lnTo>
                  <a:pt x="15427" y="21705"/>
                </a:lnTo>
                <a:lnTo>
                  <a:pt x="15500" y="21680"/>
                </a:lnTo>
                <a:lnTo>
                  <a:pt x="16425" y="21583"/>
                </a:lnTo>
                <a:lnTo>
                  <a:pt x="16498" y="21559"/>
                </a:lnTo>
                <a:lnTo>
                  <a:pt x="16620" y="21607"/>
                </a:lnTo>
                <a:lnTo>
                  <a:pt x="16717" y="21607"/>
                </a:lnTo>
                <a:lnTo>
                  <a:pt x="16766" y="21583"/>
                </a:lnTo>
                <a:lnTo>
                  <a:pt x="16814" y="21534"/>
                </a:lnTo>
                <a:lnTo>
                  <a:pt x="16863" y="21486"/>
                </a:lnTo>
                <a:lnTo>
                  <a:pt x="16863" y="21413"/>
                </a:lnTo>
                <a:lnTo>
                  <a:pt x="16936" y="20902"/>
                </a:lnTo>
                <a:lnTo>
                  <a:pt x="16985" y="20391"/>
                </a:lnTo>
                <a:lnTo>
                  <a:pt x="16985" y="19880"/>
                </a:lnTo>
                <a:lnTo>
                  <a:pt x="16985" y="19369"/>
                </a:lnTo>
                <a:lnTo>
                  <a:pt x="16936" y="18323"/>
                </a:lnTo>
                <a:lnTo>
                  <a:pt x="16936" y="17812"/>
                </a:lnTo>
                <a:lnTo>
                  <a:pt x="16936" y="17301"/>
                </a:lnTo>
                <a:lnTo>
                  <a:pt x="17009" y="14867"/>
                </a:lnTo>
                <a:lnTo>
                  <a:pt x="17033" y="13651"/>
                </a:lnTo>
                <a:lnTo>
                  <a:pt x="17033" y="12458"/>
                </a:lnTo>
                <a:lnTo>
                  <a:pt x="17058" y="10025"/>
                </a:lnTo>
                <a:lnTo>
                  <a:pt x="17082" y="8809"/>
                </a:lnTo>
                <a:lnTo>
                  <a:pt x="17082" y="7592"/>
                </a:lnTo>
                <a:lnTo>
                  <a:pt x="17082" y="6984"/>
                </a:lnTo>
                <a:lnTo>
                  <a:pt x="17082" y="6375"/>
                </a:lnTo>
                <a:lnTo>
                  <a:pt x="17106" y="5791"/>
                </a:lnTo>
                <a:lnTo>
                  <a:pt x="17082" y="5183"/>
                </a:lnTo>
                <a:lnTo>
                  <a:pt x="17033" y="4696"/>
                </a:lnTo>
                <a:lnTo>
                  <a:pt x="16960" y="4210"/>
                </a:lnTo>
                <a:lnTo>
                  <a:pt x="16766" y="3237"/>
                </a:lnTo>
                <a:lnTo>
                  <a:pt x="16839" y="3115"/>
                </a:lnTo>
                <a:lnTo>
                  <a:pt x="16839" y="2993"/>
                </a:lnTo>
                <a:lnTo>
                  <a:pt x="16814" y="2945"/>
                </a:lnTo>
                <a:lnTo>
                  <a:pt x="16790" y="2896"/>
                </a:lnTo>
                <a:lnTo>
                  <a:pt x="16717" y="2847"/>
                </a:lnTo>
                <a:lnTo>
                  <a:pt x="16644" y="2847"/>
                </a:lnTo>
                <a:lnTo>
                  <a:pt x="16157" y="2774"/>
                </a:lnTo>
                <a:lnTo>
                  <a:pt x="15865" y="2774"/>
                </a:lnTo>
                <a:lnTo>
                  <a:pt x="15622" y="2799"/>
                </a:lnTo>
                <a:lnTo>
                  <a:pt x="15598" y="2434"/>
                </a:lnTo>
                <a:lnTo>
                  <a:pt x="15549" y="2069"/>
                </a:lnTo>
                <a:lnTo>
                  <a:pt x="15500" y="1898"/>
                </a:lnTo>
                <a:lnTo>
                  <a:pt x="15452" y="1728"/>
                </a:lnTo>
                <a:lnTo>
                  <a:pt x="15403" y="1582"/>
                </a:lnTo>
                <a:lnTo>
                  <a:pt x="15306" y="1436"/>
                </a:lnTo>
                <a:lnTo>
                  <a:pt x="15306" y="1339"/>
                </a:lnTo>
                <a:lnTo>
                  <a:pt x="15233" y="1241"/>
                </a:lnTo>
                <a:lnTo>
                  <a:pt x="15160" y="1193"/>
                </a:lnTo>
                <a:lnTo>
                  <a:pt x="15087" y="1144"/>
                </a:lnTo>
                <a:lnTo>
                  <a:pt x="14892" y="1095"/>
                </a:lnTo>
                <a:lnTo>
                  <a:pt x="13262" y="1095"/>
                </a:lnTo>
                <a:lnTo>
                  <a:pt x="13018" y="1120"/>
                </a:lnTo>
                <a:lnTo>
                  <a:pt x="13043" y="560"/>
                </a:lnTo>
                <a:lnTo>
                  <a:pt x="13043" y="268"/>
                </a:lnTo>
                <a:lnTo>
                  <a:pt x="13018" y="146"/>
                </a:lnTo>
                <a:lnTo>
                  <a:pt x="12970" y="25"/>
                </a:lnTo>
                <a:lnTo>
                  <a:pt x="12945" y="0"/>
                </a:lnTo>
                <a:lnTo>
                  <a:pt x="12897" y="0"/>
                </a:lnTo>
                <a:lnTo>
                  <a:pt x="12799" y="98"/>
                </a:lnTo>
                <a:lnTo>
                  <a:pt x="12702" y="219"/>
                </a:lnTo>
                <a:lnTo>
                  <a:pt x="12653" y="341"/>
                </a:lnTo>
                <a:lnTo>
                  <a:pt x="12605" y="463"/>
                </a:lnTo>
                <a:lnTo>
                  <a:pt x="12556" y="755"/>
                </a:lnTo>
                <a:lnTo>
                  <a:pt x="12556" y="1047"/>
                </a:lnTo>
                <a:lnTo>
                  <a:pt x="12532" y="1120"/>
                </a:lnTo>
                <a:lnTo>
                  <a:pt x="11145" y="1144"/>
                </a:lnTo>
                <a:lnTo>
                  <a:pt x="9734" y="1168"/>
                </a:lnTo>
                <a:lnTo>
                  <a:pt x="9734" y="195"/>
                </a:lnTo>
                <a:lnTo>
                  <a:pt x="9734" y="146"/>
                </a:lnTo>
                <a:lnTo>
                  <a:pt x="9709" y="98"/>
                </a:lnTo>
                <a:lnTo>
                  <a:pt x="9636" y="25"/>
                </a:lnTo>
                <a:lnTo>
                  <a:pt x="9466" y="25"/>
                </a:lnTo>
                <a:lnTo>
                  <a:pt x="9417" y="73"/>
                </a:lnTo>
                <a:lnTo>
                  <a:pt x="9344" y="171"/>
                </a:lnTo>
                <a:lnTo>
                  <a:pt x="9296" y="317"/>
                </a:lnTo>
                <a:lnTo>
                  <a:pt x="9247" y="438"/>
                </a:lnTo>
                <a:lnTo>
                  <a:pt x="9223" y="609"/>
                </a:lnTo>
                <a:lnTo>
                  <a:pt x="9198" y="901"/>
                </a:lnTo>
                <a:lnTo>
                  <a:pt x="9198" y="1193"/>
                </a:lnTo>
                <a:lnTo>
                  <a:pt x="9150" y="1193"/>
                </a:lnTo>
                <a:lnTo>
                  <a:pt x="7811" y="1217"/>
                </a:lnTo>
                <a:lnTo>
                  <a:pt x="6449" y="1241"/>
                </a:lnTo>
                <a:lnTo>
                  <a:pt x="6449" y="706"/>
                </a:lnTo>
                <a:lnTo>
                  <a:pt x="6424" y="414"/>
                </a:lnTo>
                <a:lnTo>
                  <a:pt x="6376" y="146"/>
                </a:lnTo>
                <a:lnTo>
                  <a:pt x="6351" y="73"/>
                </a:lnTo>
                <a:lnTo>
                  <a:pt x="6303" y="25"/>
                </a:lnTo>
                <a:lnTo>
                  <a:pt x="625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505772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685800" y="434267"/>
            <a:ext cx="7772400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11.</a:t>
            </a:r>
            <a:endParaRPr sz="3800" dirty="0" smtClean="0"/>
          </a:p>
          <a:p>
            <a:pPr lvl="0"/>
            <a:r>
              <a:rPr lang="en" sz="3800" dirty="0" smtClean="0"/>
              <a:t>Lição de Casa: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562046" y="1371600"/>
            <a:ext cx="842292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endParaRPr lang="pt-BR" sz="1600" dirty="0"/>
          </a:p>
          <a:p>
            <a:pPr marL="0" lvl="0" indent="0" algn="just"/>
            <a:r>
              <a:rPr lang="pt-BR" sz="1600" dirty="0" smtClean="0"/>
              <a:t>- Formato de entrega: </a:t>
            </a:r>
          </a:p>
          <a:p>
            <a:pPr marL="0" lvl="0" indent="0" algn="just"/>
            <a:endParaRPr lang="pt-BR" sz="1600" dirty="0" smtClean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/>
              <a:t>	</a:t>
            </a:r>
            <a:r>
              <a:rPr lang="pt-BR" sz="1600" dirty="0" smtClean="0"/>
              <a:t>Bloco de notas (TXT). Não esquecer de colocar nome completo, turma e período dentro do arquivo.</a:t>
            </a:r>
          </a:p>
          <a:p>
            <a:pPr marL="0" lvl="0" indent="0" algn="just">
              <a:tabLst>
                <a:tab pos="536575" algn="l"/>
              </a:tabLst>
            </a:pPr>
            <a:endParaRPr lang="pt-BR" sz="1600" dirty="0" smtClean="0"/>
          </a:p>
          <a:p>
            <a:pPr marL="0" lvl="0" indent="0" algn="just">
              <a:tabLst>
                <a:tab pos="536575" algn="l"/>
              </a:tabLst>
            </a:pP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endParaRPr lang="pt-BR" sz="1600" dirty="0" smtClean="0"/>
          </a:p>
          <a:p>
            <a:pPr marL="0" lvl="0" indent="0" algn="just"/>
            <a:endParaRPr lang="pt-BR" sz="1600" dirty="0" smtClean="0"/>
          </a:p>
          <a:p>
            <a:pPr marL="0" lvl="0" indent="0" algn="just"/>
            <a:r>
              <a:rPr lang="pt-BR" sz="1600" dirty="0" smtClean="0"/>
              <a:t>- Prazo de entrega: </a:t>
            </a:r>
          </a:p>
          <a:p>
            <a:pPr marL="0" lvl="0" indent="0" algn="just">
              <a:tabLst>
                <a:tab pos="536575" algn="l"/>
              </a:tabLst>
            </a:pPr>
            <a:endParaRPr lang="pt-BR" sz="1600" dirty="0" smtClean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 smtClean="0"/>
              <a:t>	XX/XX/2021</a:t>
            </a:r>
            <a:endParaRPr lang="pt-BR" sz="1600" dirty="0"/>
          </a:p>
          <a:p>
            <a:pPr marL="0" lvl="0" indent="0" algn="l"/>
            <a:endParaRPr lang="pt-BR" sz="1600" dirty="0" smtClean="0"/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7" name="Google Shape;354;p38"/>
          <p:cNvSpPr/>
          <p:nvPr/>
        </p:nvSpPr>
        <p:spPr>
          <a:xfrm>
            <a:off x="7601672" y="245579"/>
            <a:ext cx="797826" cy="971814"/>
          </a:xfrm>
          <a:custGeom>
            <a:avLst/>
            <a:gdLst/>
            <a:ahLst/>
            <a:cxnLst/>
            <a:rect l="l" t="t" r="r" b="b"/>
            <a:pathLst>
              <a:path w="16863" h="20878" extrusionOk="0">
                <a:moveTo>
                  <a:pt x="974" y="1801"/>
                </a:moveTo>
                <a:lnTo>
                  <a:pt x="1144" y="1825"/>
                </a:lnTo>
                <a:lnTo>
                  <a:pt x="1314" y="1874"/>
                </a:lnTo>
                <a:lnTo>
                  <a:pt x="1436" y="1874"/>
                </a:lnTo>
                <a:lnTo>
                  <a:pt x="1460" y="2093"/>
                </a:lnTo>
                <a:lnTo>
                  <a:pt x="1485" y="2774"/>
                </a:lnTo>
                <a:lnTo>
                  <a:pt x="1387" y="2750"/>
                </a:lnTo>
                <a:lnTo>
                  <a:pt x="1314" y="2774"/>
                </a:lnTo>
                <a:lnTo>
                  <a:pt x="1241" y="2798"/>
                </a:lnTo>
                <a:lnTo>
                  <a:pt x="901" y="3042"/>
                </a:lnTo>
                <a:lnTo>
                  <a:pt x="560" y="3309"/>
                </a:lnTo>
                <a:lnTo>
                  <a:pt x="511" y="3358"/>
                </a:lnTo>
                <a:lnTo>
                  <a:pt x="511" y="2847"/>
                </a:lnTo>
                <a:lnTo>
                  <a:pt x="536" y="2823"/>
                </a:lnTo>
                <a:lnTo>
                  <a:pt x="706" y="2725"/>
                </a:lnTo>
                <a:lnTo>
                  <a:pt x="852" y="2604"/>
                </a:lnTo>
                <a:lnTo>
                  <a:pt x="1193" y="2409"/>
                </a:lnTo>
                <a:lnTo>
                  <a:pt x="1290" y="2360"/>
                </a:lnTo>
                <a:lnTo>
                  <a:pt x="1339" y="2287"/>
                </a:lnTo>
                <a:lnTo>
                  <a:pt x="1436" y="2117"/>
                </a:lnTo>
                <a:lnTo>
                  <a:pt x="1460" y="2093"/>
                </a:lnTo>
                <a:lnTo>
                  <a:pt x="1436" y="2044"/>
                </a:lnTo>
                <a:lnTo>
                  <a:pt x="1412" y="2020"/>
                </a:lnTo>
                <a:lnTo>
                  <a:pt x="1290" y="1995"/>
                </a:lnTo>
                <a:lnTo>
                  <a:pt x="1168" y="1995"/>
                </a:lnTo>
                <a:lnTo>
                  <a:pt x="998" y="2068"/>
                </a:lnTo>
                <a:lnTo>
                  <a:pt x="828" y="2166"/>
                </a:lnTo>
                <a:lnTo>
                  <a:pt x="657" y="2287"/>
                </a:lnTo>
                <a:lnTo>
                  <a:pt x="487" y="2409"/>
                </a:lnTo>
                <a:lnTo>
                  <a:pt x="487" y="2093"/>
                </a:lnTo>
                <a:lnTo>
                  <a:pt x="438" y="1801"/>
                </a:lnTo>
                <a:lnTo>
                  <a:pt x="609" y="1825"/>
                </a:lnTo>
                <a:lnTo>
                  <a:pt x="974" y="1801"/>
                </a:lnTo>
                <a:close/>
                <a:moveTo>
                  <a:pt x="13237" y="803"/>
                </a:moveTo>
                <a:lnTo>
                  <a:pt x="13383" y="949"/>
                </a:lnTo>
                <a:lnTo>
                  <a:pt x="13651" y="1192"/>
                </a:lnTo>
                <a:lnTo>
                  <a:pt x="13943" y="1436"/>
                </a:lnTo>
                <a:lnTo>
                  <a:pt x="14210" y="1655"/>
                </a:lnTo>
                <a:lnTo>
                  <a:pt x="14454" y="1922"/>
                </a:lnTo>
                <a:lnTo>
                  <a:pt x="14697" y="2214"/>
                </a:lnTo>
                <a:lnTo>
                  <a:pt x="14965" y="2482"/>
                </a:lnTo>
                <a:lnTo>
                  <a:pt x="15500" y="3017"/>
                </a:lnTo>
                <a:lnTo>
                  <a:pt x="15646" y="3188"/>
                </a:lnTo>
                <a:lnTo>
                  <a:pt x="15792" y="3382"/>
                </a:lnTo>
                <a:lnTo>
                  <a:pt x="15938" y="3577"/>
                </a:lnTo>
                <a:lnTo>
                  <a:pt x="16084" y="3772"/>
                </a:lnTo>
                <a:lnTo>
                  <a:pt x="15743" y="3796"/>
                </a:lnTo>
                <a:lnTo>
                  <a:pt x="15403" y="3820"/>
                </a:lnTo>
                <a:lnTo>
                  <a:pt x="14697" y="3820"/>
                </a:lnTo>
                <a:lnTo>
                  <a:pt x="14016" y="3796"/>
                </a:lnTo>
                <a:lnTo>
                  <a:pt x="13651" y="3772"/>
                </a:lnTo>
                <a:lnTo>
                  <a:pt x="13310" y="3820"/>
                </a:lnTo>
                <a:lnTo>
                  <a:pt x="13261" y="3042"/>
                </a:lnTo>
                <a:lnTo>
                  <a:pt x="13188" y="2239"/>
                </a:lnTo>
                <a:lnTo>
                  <a:pt x="13188" y="1874"/>
                </a:lnTo>
                <a:lnTo>
                  <a:pt x="13188" y="1533"/>
                </a:lnTo>
                <a:lnTo>
                  <a:pt x="13237" y="803"/>
                </a:lnTo>
                <a:close/>
                <a:moveTo>
                  <a:pt x="1509" y="3163"/>
                </a:moveTo>
                <a:lnTo>
                  <a:pt x="1533" y="3455"/>
                </a:lnTo>
                <a:lnTo>
                  <a:pt x="1363" y="3553"/>
                </a:lnTo>
                <a:lnTo>
                  <a:pt x="1193" y="3650"/>
                </a:lnTo>
                <a:lnTo>
                  <a:pt x="901" y="3918"/>
                </a:lnTo>
                <a:lnTo>
                  <a:pt x="706" y="4064"/>
                </a:lnTo>
                <a:lnTo>
                  <a:pt x="511" y="4210"/>
                </a:lnTo>
                <a:lnTo>
                  <a:pt x="511" y="3845"/>
                </a:lnTo>
                <a:lnTo>
                  <a:pt x="511" y="3747"/>
                </a:lnTo>
                <a:lnTo>
                  <a:pt x="657" y="3699"/>
                </a:lnTo>
                <a:lnTo>
                  <a:pt x="803" y="3626"/>
                </a:lnTo>
                <a:lnTo>
                  <a:pt x="1047" y="3455"/>
                </a:lnTo>
                <a:lnTo>
                  <a:pt x="1387" y="3236"/>
                </a:lnTo>
                <a:lnTo>
                  <a:pt x="1509" y="3163"/>
                </a:lnTo>
                <a:close/>
                <a:moveTo>
                  <a:pt x="1533" y="3942"/>
                </a:moveTo>
                <a:lnTo>
                  <a:pt x="1533" y="4404"/>
                </a:lnTo>
                <a:lnTo>
                  <a:pt x="1533" y="4526"/>
                </a:lnTo>
                <a:lnTo>
                  <a:pt x="1168" y="4745"/>
                </a:lnTo>
                <a:lnTo>
                  <a:pt x="828" y="4988"/>
                </a:lnTo>
                <a:lnTo>
                  <a:pt x="657" y="5086"/>
                </a:lnTo>
                <a:lnTo>
                  <a:pt x="511" y="5232"/>
                </a:lnTo>
                <a:lnTo>
                  <a:pt x="511" y="4648"/>
                </a:lnTo>
                <a:lnTo>
                  <a:pt x="657" y="4575"/>
                </a:lnTo>
                <a:lnTo>
                  <a:pt x="803" y="4477"/>
                </a:lnTo>
                <a:lnTo>
                  <a:pt x="1095" y="4258"/>
                </a:lnTo>
                <a:lnTo>
                  <a:pt x="1533" y="3942"/>
                </a:lnTo>
                <a:close/>
                <a:moveTo>
                  <a:pt x="1509" y="4964"/>
                </a:moveTo>
                <a:lnTo>
                  <a:pt x="1485" y="5378"/>
                </a:lnTo>
                <a:lnTo>
                  <a:pt x="1363" y="5451"/>
                </a:lnTo>
                <a:lnTo>
                  <a:pt x="1217" y="5548"/>
                </a:lnTo>
                <a:lnTo>
                  <a:pt x="998" y="5767"/>
                </a:lnTo>
                <a:lnTo>
                  <a:pt x="730" y="5986"/>
                </a:lnTo>
                <a:lnTo>
                  <a:pt x="609" y="6108"/>
                </a:lnTo>
                <a:lnTo>
                  <a:pt x="487" y="6254"/>
                </a:lnTo>
                <a:lnTo>
                  <a:pt x="487" y="5499"/>
                </a:lnTo>
                <a:lnTo>
                  <a:pt x="633" y="5475"/>
                </a:lnTo>
                <a:lnTo>
                  <a:pt x="755" y="5426"/>
                </a:lnTo>
                <a:lnTo>
                  <a:pt x="998" y="5256"/>
                </a:lnTo>
                <a:lnTo>
                  <a:pt x="1509" y="4964"/>
                </a:lnTo>
                <a:close/>
                <a:moveTo>
                  <a:pt x="1460" y="5889"/>
                </a:moveTo>
                <a:lnTo>
                  <a:pt x="1436" y="6473"/>
                </a:lnTo>
                <a:lnTo>
                  <a:pt x="1363" y="6448"/>
                </a:lnTo>
                <a:lnTo>
                  <a:pt x="1266" y="6448"/>
                </a:lnTo>
                <a:lnTo>
                  <a:pt x="1168" y="6473"/>
                </a:lnTo>
                <a:lnTo>
                  <a:pt x="998" y="6594"/>
                </a:lnTo>
                <a:lnTo>
                  <a:pt x="852" y="6716"/>
                </a:lnTo>
                <a:lnTo>
                  <a:pt x="730" y="6862"/>
                </a:lnTo>
                <a:lnTo>
                  <a:pt x="511" y="7105"/>
                </a:lnTo>
                <a:lnTo>
                  <a:pt x="487" y="6448"/>
                </a:lnTo>
                <a:lnTo>
                  <a:pt x="511" y="6448"/>
                </a:lnTo>
                <a:lnTo>
                  <a:pt x="682" y="6424"/>
                </a:lnTo>
                <a:lnTo>
                  <a:pt x="828" y="6351"/>
                </a:lnTo>
                <a:lnTo>
                  <a:pt x="974" y="6254"/>
                </a:lnTo>
                <a:lnTo>
                  <a:pt x="1095" y="6156"/>
                </a:lnTo>
                <a:lnTo>
                  <a:pt x="1460" y="5889"/>
                </a:lnTo>
                <a:close/>
                <a:moveTo>
                  <a:pt x="6984" y="6205"/>
                </a:moveTo>
                <a:lnTo>
                  <a:pt x="6935" y="6229"/>
                </a:lnTo>
                <a:lnTo>
                  <a:pt x="6862" y="6278"/>
                </a:lnTo>
                <a:lnTo>
                  <a:pt x="6716" y="6424"/>
                </a:lnTo>
                <a:lnTo>
                  <a:pt x="6546" y="6594"/>
                </a:lnTo>
                <a:lnTo>
                  <a:pt x="6327" y="6740"/>
                </a:lnTo>
                <a:lnTo>
                  <a:pt x="6108" y="6862"/>
                </a:lnTo>
                <a:lnTo>
                  <a:pt x="5986" y="6911"/>
                </a:lnTo>
                <a:lnTo>
                  <a:pt x="5889" y="6935"/>
                </a:lnTo>
                <a:lnTo>
                  <a:pt x="5767" y="6935"/>
                </a:lnTo>
                <a:lnTo>
                  <a:pt x="5670" y="6911"/>
                </a:lnTo>
                <a:lnTo>
                  <a:pt x="5572" y="6886"/>
                </a:lnTo>
                <a:lnTo>
                  <a:pt x="5499" y="6838"/>
                </a:lnTo>
                <a:lnTo>
                  <a:pt x="5426" y="6740"/>
                </a:lnTo>
                <a:lnTo>
                  <a:pt x="5353" y="6619"/>
                </a:lnTo>
                <a:lnTo>
                  <a:pt x="5305" y="6546"/>
                </a:lnTo>
                <a:lnTo>
                  <a:pt x="5232" y="6521"/>
                </a:lnTo>
                <a:lnTo>
                  <a:pt x="5134" y="6521"/>
                </a:lnTo>
                <a:lnTo>
                  <a:pt x="5061" y="6546"/>
                </a:lnTo>
                <a:lnTo>
                  <a:pt x="4794" y="6716"/>
                </a:lnTo>
                <a:lnTo>
                  <a:pt x="4599" y="6813"/>
                </a:lnTo>
                <a:lnTo>
                  <a:pt x="4429" y="6911"/>
                </a:lnTo>
                <a:lnTo>
                  <a:pt x="4283" y="6959"/>
                </a:lnTo>
                <a:lnTo>
                  <a:pt x="4210" y="6959"/>
                </a:lnTo>
                <a:lnTo>
                  <a:pt x="4137" y="6935"/>
                </a:lnTo>
                <a:lnTo>
                  <a:pt x="4088" y="6911"/>
                </a:lnTo>
                <a:lnTo>
                  <a:pt x="4064" y="6838"/>
                </a:lnTo>
                <a:lnTo>
                  <a:pt x="4039" y="6765"/>
                </a:lnTo>
                <a:lnTo>
                  <a:pt x="4039" y="6667"/>
                </a:lnTo>
                <a:lnTo>
                  <a:pt x="4039" y="6619"/>
                </a:lnTo>
                <a:lnTo>
                  <a:pt x="4015" y="6594"/>
                </a:lnTo>
                <a:lnTo>
                  <a:pt x="3966" y="6570"/>
                </a:lnTo>
                <a:lnTo>
                  <a:pt x="3893" y="6570"/>
                </a:lnTo>
                <a:lnTo>
                  <a:pt x="3845" y="6643"/>
                </a:lnTo>
                <a:lnTo>
                  <a:pt x="3796" y="6862"/>
                </a:lnTo>
                <a:lnTo>
                  <a:pt x="3772" y="6959"/>
                </a:lnTo>
                <a:lnTo>
                  <a:pt x="3772" y="7057"/>
                </a:lnTo>
                <a:lnTo>
                  <a:pt x="3796" y="7154"/>
                </a:lnTo>
                <a:lnTo>
                  <a:pt x="3845" y="7251"/>
                </a:lnTo>
                <a:lnTo>
                  <a:pt x="3942" y="7300"/>
                </a:lnTo>
                <a:lnTo>
                  <a:pt x="4064" y="7349"/>
                </a:lnTo>
                <a:lnTo>
                  <a:pt x="4331" y="7349"/>
                </a:lnTo>
                <a:lnTo>
                  <a:pt x="4453" y="7324"/>
                </a:lnTo>
                <a:lnTo>
                  <a:pt x="4599" y="7276"/>
                </a:lnTo>
                <a:lnTo>
                  <a:pt x="4842" y="7154"/>
                </a:lnTo>
                <a:lnTo>
                  <a:pt x="5086" y="7008"/>
                </a:lnTo>
                <a:lnTo>
                  <a:pt x="5183" y="7130"/>
                </a:lnTo>
                <a:lnTo>
                  <a:pt x="5280" y="7203"/>
                </a:lnTo>
                <a:lnTo>
                  <a:pt x="5378" y="7276"/>
                </a:lnTo>
                <a:lnTo>
                  <a:pt x="5499" y="7324"/>
                </a:lnTo>
                <a:lnTo>
                  <a:pt x="5597" y="7349"/>
                </a:lnTo>
                <a:lnTo>
                  <a:pt x="5718" y="7349"/>
                </a:lnTo>
                <a:lnTo>
                  <a:pt x="5962" y="7324"/>
                </a:lnTo>
                <a:lnTo>
                  <a:pt x="6229" y="7251"/>
                </a:lnTo>
                <a:lnTo>
                  <a:pt x="6473" y="7130"/>
                </a:lnTo>
                <a:lnTo>
                  <a:pt x="6716" y="6984"/>
                </a:lnTo>
                <a:lnTo>
                  <a:pt x="6935" y="6813"/>
                </a:lnTo>
                <a:lnTo>
                  <a:pt x="7057" y="6959"/>
                </a:lnTo>
                <a:lnTo>
                  <a:pt x="7203" y="7081"/>
                </a:lnTo>
                <a:lnTo>
                  <a:pt x="7373" y="7154"/>
                </a:lnTo>
                <a:lnTo>
                  <a:pt x="7568" y="7203"/>
                </a:lnTo>
                <a:lnTo>
                  <a:pt x="7714" y="7227"/>
                </a:lnTo>
                <a:lnTo>
                  <a:pt x="7981" y="7227"/>
                </a:lnTo>
                <a:lnTo>
                  <a:pt x="8103" y="7178"/>
                </a:lnTo>
                <a:lnTo>
                  <a:pt x="8225" y="7130"/>
                </a:lnTo>
                <a:lnTo>
                  <a:pt x="8322" y="7057"/>
                </a:lnTo>
                <a:lnTo>
                  <a:pt x="8541" y="6911"/>
                </a:lnTo>
                <a:lnTo>
                  <a:pt x="8663" y="7057"/>
                </a:lnTo>
                <a:lnTo>
                  <a:pt x="8833" y="7154"/>
                </a:lnTo>
                <a:lnTo>
                  <a:pt x="9028" y="7203"/>
                </a:lnTo>
                <a:lnTo>
                  <a:pt x="9222" y="7227"/>
                </a:lnTo>
                <a:lnTo>
                  <a:pt x="9441" y="7203"/>
                </a:lnTo>
                <a:lnTo>
                  <a:pt x="9636" y="7154"/>
                </a:lnTo>
                <a:lnTo>
                  <a:pt x="9830" y="7057"/>
                </a:lnTo>
                <a:lnTo>
                  <a:pt x="10001" y="6935"/>
                </a:lnTo>
                <a:lnTo>
                  <a:pt x="10171" y="7057"/>
                </a:lnTo>
                <a:lnTo>
                  <a:pt x="10341" y="7154"/>
                </a:lnTo>
                <a:lnTo>
                  <a:pt x="10512" y="7227"/>
                </a:lnTo>
                <a:lnTo>
                  <a:pt x="10706" y="7276"/>
                </a:lnTo>
                <a:lnTo>
                  <a:pt x="10877" y="7276"/>
                </a:lnTo>
                <a:lnTo>
                  <a:pt x="11047" y="7251"/>
                </a:lnTo>
                <a:lnTo>
                  <a:pt x="11193" y="7203"/>
                </a:lnTo>
                <a:lnTo>
                  <a:pt x="11339" y="7105"/>
                </a:lnTo>
                <a:lnTo>
                  <a:pt x="11436" y="7203"/>
                </a:lnTo>
                <a:lnTo>
                  <a:pt x="11534" y="7276"/>
                </a:lnTo>
                <a:lnTo>
                  <a:pt x="11655" y="7349"/>
                </a:lnTo>
                <a:lnTo>
                  <a:pt x="11777" y="7397"/>
                </a:lnTo>
                <a:lnTo>
                  <a:pt x="11899" y="7422"/>
                </a:lnTo>
                <a:lnTo>
                  <a:pt x="12020" y="7422"/>
                </a:lnTo>
                <a:lnTo>
                  <a:pt x="12142" y="7397"/>
                </a:lnTo>
                <a:lnTo>
                  <a:pt x="12239" y="7349"/>
                </a:lnTo>
                <a:lnTo>
                  <a:pt x="12337" y="7300"/>
                </a:lnTo>
                <a:lnTo>
                  <a:pt x="12434" y="7203"/>
                </a:lnTo>
                <a:lnTo>
                  <a:pt x="12604" y="7032"/>
                </a:lnTo>
                <a:lnTo>
                  <a:pt x="12848" y="7178"/>
                </a:lnTo>
                <a:lnTo>
                  <a:pt x="12969" y="7251"/>
                </a:lnTo>
                <a:lnTo>
                  <a:pt x="13091" y="7300"/>
                </a:lnTo>
                <a:lnTo>
                  <a:pt x="13213" y="7324"/>
                </a:lnTo>
                <a:lnTo>
                  <a:pt x="13334" y="7324"/>
                </a:lnTo>
                <a:lnTo>
                  <a:pt x="13432" y="7300"/>
                </a:lnTo>
                <a:lnTo>
                  <a:pt x="13529" y="7227"/>
                </a:lnTo>
                <a:lnTo>
                  <a:pt x="13651" y="7324"/>
                </a:lnTo>
                <a:lnTo>
                  <a:pt x="13797" y="7373"/>
                </a:lnTo>
                <a:lnTo>
                  <a:pt x="13967" y="7397"/>
                </a:lnTo>
                <a:lnTo>
                  <a:pt x="14113" y="7373"/>
                </a:lnTo>
                <a:lnTo>
                  <a:pt x="14259" y="7349"/>
                </a:lnTo>
                <a:lnTo>
                  <a:pt x="14405" y="7251"/>
                </a:lnTo>
                <a:lnTo>
                  <a:pt x="14502" y="7154"/>
                </a:lnTo>
                <a:lnTo>
                  <a:pt x="14575" y="7008"/>
                </a:lnTo>
                <a:lnTo>
                  <a:pt x="14575" y="6959"/>
                </a:lnTo>
                <a:lnTo>
                  <a:pt x="14575" y="6935"/>
                </a:lnTo>
                <a:lnTo>
                  <a:pt x="14527" y="6911"/>
                </a:lnTo>
                <a:lnTo>
                  <a:pt x="14502" y="6911"/>
                </a:lnTo>
                <a:lnTo>
                  <a:pt x="14283" y="6959"/>
                </a:lnTo>
                <a:lnTo>
                  <a:pt x="14016" y="7032"/>
                </a:lnTo>
                <a:lnTo>
                  <a:pt x="13894" y="7032"/>
                </a:lnTo>
                <a:lnTo>
                  <a:pt x="13772" y="7008"/>
                </a:lnTo>
                <a:lnTo>
                  <a:pt x="13699" y="6959"/>
                </a:lnTo>
                <a:lnTo>
                  <a:pt x="13651" y="6911"/>
                </a:lnTo>
                <a:lnTo>
                  <a:pt x="13651" y="6862"/>
                </a:lnTo>
                <a:lnTo>
                  <a:pt x="13626" y="6789"/>
                </a:lnTo>
                <a:lnTo>
                  <a:pt x="13578" y="6740"/>
                </a:lnTo>
                <a:lnTo>
                  <a:pt x="13529" y="6692"/>
                </a:lnTo>
                <a:lnTo>
                  <a:pt x="13407" y="6692"/>
                </a:lnTo>
                <a:lnTo>
                  <a:pt x="13359" y="6716"/>
                </a:lnTo>
                <a:lnTo>
                  <a:pt x="13334" y="6789"/>
                </a:lnTo>
                <a:lnTo>
                  <a:pt x="13310" y="6862"/>
                </a:lnTo>
                <a:lnTo>
                  <a:pt x="13286" y="6911"/>
                </a:lnTo>
                <a:lnTo>
                  <a:pt x="13286" y="6959"/>
                </a:lnTo>
                <a:lnTo>
                  <a:pt x="13261" y="6984"/>
                </a:lnTo>
                <a:lnTo>
                  <a:pt x="13115" y="6984"/>
                </a:lnTo>
                <a:lnTo>
                  <a:pt x="13018" y="6935"/>
                </a:lnTo>
                <a:lnTo>
                  <a:pt x="12823" y="6789"/>
                </a:lnTo>
                <a:lnTo>
                  <a:pt x="12677" y="6667"/>
                </a:lnTo>
                <a:lnTo>
                  <a:pt x="12629" y="6643"/>
                </a:lnTo>
                <a:lnTo>
                  <a:pt x="12580" y="6619"/>
                </a:lnTo>
                <a:lnTo>
                  <a:pt x="12507" y="6619"/>
                </a:lnTo>
                <a:lnTo>
                  <a:pt x="12458" y="6667"/>
                </a:lnTo>
                <a:lnTo>
                  <a:pt x="12264" y="6886"/>
                </a:lnTo>
                <a:lnTo>
                  <a:pt x="12166" y="6959"/>
                </a:lnTo>
                <a:lnTo>
                  <a:pt x="12045" y="7032"/>
                </a:lnTo>
                <a:lnTo>
                  <a:pt x="11947" y="7057"/>
                </a:lnTo>
                <a:lnTo>
                  <a:pt x="11850" y="7032"/>
                </a:lnTo>
                <a:lnTo>
                  <a:pt x="11777" y="7008"/>
                </a:lnTo>
                <a:lnTo>
                  <a:pt x="11704" y="6911"/>
                </a:lnTo>
                <a:lnTo>
                  <a:pt x="11631" y="6813"/>
                </a:lnTo>
                <a:lnTo>
                  <a:pt x="11582" y="6667"/>
                </a:lnTo>
                <a:lnTo>
                  <a:pt x="11582" y="6594"/>
                </a:lnTo>
                <a:lnTo>
                  <a:pt x="11534" y="6521"/>
                </a:lnTo>
                <a:lnTo>
                  <a:pt x="11485" y="6497"/>
                </a:lnTo>
                <a:lnTo>
                  <a:pt x="11436" y="6473"/>
                </a:lnTo>
                <a:lnTo>
                  <a:pt x="11363" y="6473"/>
                </a:lnTo>
                <a:lnTo>
                  <a:pt x="11315" y="6497"/>
                </a:lnTo>
                <a:lnTo>
                  <a:pt x="11266" y="6546"/>
                </a:lnTo>
                <a:lnTo>
                  <a:pt x="11217" y="6619"/>
                </a:lnTo>
                <a:lnTo>
                  <a:pt x="11193" y="6716"/>
                </a:lnTo>
                <a:lnTo>
                  <a:pt x="11144" y="6789"/>
                </a:lnTo>
                <a:lnTo>
                  <a:pt x="11071" y="6838"/>
                </a:lnTo>
                <a:lnTo>
                  <a:pt x="11023" y="6886"/>
                </a:lnTo>
                <a:lnTo>
                  <a:pt x="10950" y="6911"/>
                </a:lnTo>
                <a:lnTo>
                  <a:pt x="10877" y="6911"/>
                </a:lnTo>
                <a:lnTo>
                  <a:pt x="10706" y="6886"/>
                </a:lnTo>
                <a:lnTo>
                  <a:pt x="10560" y="6838"/>
                </a:lnTo>
                <a:lnTo>
                  <a:pt x="10390" y="6740"/>
                </a:lnTo>
                <a:lnTo>
                  <a:pt x="10268" y="6643"/>
                </a:lnTo>
                <a:lnTo>
                  <a:pt x="10147" y="6521"/>
                </a:lnTo>
                <a:lnTo>
                  <a:pt x="10074" y="6473"/>
                </a:lnTo>
                <a:lnTo>
                  <a:pt x="10001" y="6448"/>
                </a:lnTo>
                <a:lnTo>
                  <a:pt x="9928" y="6473"/>
                </a:lnTo>
                <a:lnTo>
                  <a:pt x="9855" y="6521"/>
                </a:lnTo>
                <a:lnTo>
                  <a:pt x="9757" y="6619"/>
                </a:lnTo>
                <a:lnTo>
                  <a:pt x="9611" y="6716"/>
                </a:lnTo>
                <a:lnTo>
                  <a:pt x="9441" y="6789"/>
                </a:lnTo>
                <a:lnTo>
                  <a:pt x="9271" y="6838"/>
                </a:lnTo>
                <a:lnTo>
                  <a:pt x="9101" y="6838"/>
                </a:lnTo>
                <a:lnTo>
                  <a:pt x="9028" y="6813"/>
                </a:lnTo>
                <a:lnTo>
                  <a:pt x="8979" y="6789"/>
                </a:lnTo>
                <a:lnTo>
                  <a:pt x="8906" y="6740"/>
                </a:lnTo>
                <a:lnTo>
                  <a:pt x="8882" y="6667"/>
                </a:lnTo>
                <a:lnTo>
                  <a:pt x="8833" y="6594"/>
                </a:lnTo>
                <a:lnTo>
                  <a:pt x="8833" y="6497"/>
                </a:lnTo>
                <a:lnTo>
                  <a:pt x="8809" y="6424"/>
                </a:lnTo>
                <a:lnTo>
                  <a:pt x="8784" y="6375"/>
                </a:lnTo>
                <a:lnTo>
                  <a:pt x="8736" y="6327"/>
                </a:lnTo>
                <a:lnTo>
                  <a:pt x="8687" y="6302"/>
                </a:lnTo>
                <a:lnTo>
                  <a:pt x="8638" y="6278"/>
                </a:lnTo>
                <a:lnTo>
                  <a:pt x="8565" y="6278"/>
                </a:lnTo>
                <a:lnTo>
                  <a:pt x="8517" y="6302"/>
                </a:lnTo>
                <a:lnTo>
                  <a:pt x="8468" y="6351"/>
                </a:lnTo>
                <a:lnTo>
                  <a:pt x="8298" y="6546"/>
                </a:lnTo>
                <a:lnTo>
                  <a:pt x="8200" y="6643"/>
                </a:lnTo>
                <a:lnTo>
                  <a:pt x="8103" y="6740"/>
                </a:lnTo>
                <a:lnTo>
                  <a:pt x="7981" y="6789"/>
                </a:lnTo>
                <a:lnTo>
                  <a:pt x="7860" y="6813"/>
                </a:lnTo>
                <a:lnTo>
                  <a:pt x="7714" y="6813"/>
                </a:lnTo>
                <a:lnTo>
                  <a:pt x="7592" y="6789"/>
                </a:lnTo>
                <a:lnTo>
                  <a:pt x="7446" y="6740"/>
                </a:lnTo>
                <a:lnTo>
                  <a:pt x="7349" y="6667"/>
                </a:lnTo>
                <a:lnTo>
                  <a:pt x="7276" y="6546"/>
                </a:lnTo>
                <a:lnTo>
                  <a:pt x="7227" y="6424"/>
                </a:lnTo>
                <a:lnTo>
                  <a:pt x="7227" y="6375"/>
                </a:lnTo>
                <a:lnTo>
                  <a:pt x="7178" y="6302"/>
                </a:lnTo>
                <a:lnTo>
                  <a:pt x="7154" y="6278"/>
                </a:lnTo>
                <a:lnTo>
                  <a:pt x="7105" y="6229"/>
                </a:lnTo>
                <a:lnTo>
                  <a:pt x="7032" y="6205"/>
                </a:lnTo>
                <a:close/>
                <a:moveTo>
                  <a:pt x="1412" y="6813"/>
                </a:moveTo>
                <a:lnTo>
                  <a:pt x="1387" y="7397"/>
                </a:lnTo>
                <a:lnTo>
                  <a:pt x="1144" y="7616"/>
                </a:lnTo>
                <a:lnTo>
                  <a:pt x="925" y="7835"/>
                </a:lnTo>
                <a:lnTo>
                  <a:pt x="755" y="8006"/>
                </a:lnTo>
                <a:lnTo>
                  <a:pt x="584" y="8176"/>
                </a:lnTo>
                <a:lnTo>
                  <a:pt x="536" y="7543"/>
                </a:lnTo>
                <a:lnTo>
                  <a:pt x="657" y="7446"/>
                </a:lnTo>
                <a:lnTo>
                  <a:pt x="755" y="7349"/>
                </a:lnTo>
                <a:lnTo>
                  <a:pt x="949" y="7154"/>
                </a:lnTo>
                <a:lnTo>
                  <a:pt x="1095" y="7032"/>
                </a:lnTo>
                <a:lnTo>
                  <a:pt x="1241" y="6911"/>
                </a:lnTo>
                <a:lnTo>
                  <a:pt x="1412" y="6813"/>
                </a:lnTo>
                <a:close/>
                <a:moveTo>
                  <a:pt x="1363" y="7981"/>
                </a:moveTo>
                <a:lnTo>
                  <a:pt x="1339" y="8468"/>
                </a:lnTo>
                <a:lnTo>
                  <a:pt x="1241" y="8541"/>
                </a:lnTo>
                <a:lnTo>
                  <a:pt x="1168" y="8614"/>
                </a:lnTo>
                <a:lnTo>
                  <a:pt x="1022" y="8736"/>
                </a:lnTo>
                <a:lnTo>
                  <a:pt x="901" y="8882"/>
                </a:lnTo>
                <a:lnTo>
                  <a:pt x="779" y="9052"/>
                </a:lnTo>
                <a:lnTo>
                  <a:pt x="633" y="9222"/>
                </a:lnTo>
                <a:lnTo>
                  <a:pt x="584" y="8492"/>
                </a:lnTo>
                <a:lnTo>
                  <a:pt x="730" y="8444"/>
                </a:lnTo>
                <a:lnTo>
                  <a:pt x="852" y="8395"/>
                </a:lnTo>
                <a:lnTo>
                  <a:pt x="1095" y="8200"/>
                </a:lnTo>
                <a:lnTo>
                  <a:pt x="1363" y="7981"/>
                </a:lnTo>
                <a:close/>
                <a:moveTo>
                  <a:pt x="10901" y="8638"/>
                </a:moveTo>
                <a:lnTo>
                  <a:pt x="10828" y="8687"/>
                </a:lnTo>
                <a:lnTo>
                  <a:pt x="10779" y="8736"/>
                </a:lnTo>
                <a:lnTo>
                  <a:pt x="10706" y="8857"/>
                </a:lnTo>
                <a:lnTo>
                  <a:pt x="10682" y="8979"/>
                </a:lnTo>
                <a:lnTo>
                  <a:pt x="10560" y="9076"/>
                </a:lnTo>
                <a:lnTo>
                  <a:pt x="10414" y="9149"/>
                </a:lnTo>
                <a:lnTo>
                  <a:pt x="10293" y="9173"/>
                </a:lnTo>
                <a:lnTo>
                  <a:pt x="10122" y="9173"/>
                </a:lnTo>
                <a:lnTo>
                  <a:pt x="10025" y="9149"/>
                </a:lnTo>
                <a:lnTo>
                  <a:pt x="9976" y="9125"/>
                </a:lnTo>
                <a:lnTo>
                  <a:pt x="9928" y="9076"/>
                </a:lnTo>
                <a:lnTo>
                  <a:pt x="9903" y="9028"/>
                </a:lnTo>
                <a:lnTo>
                  <a:pt x="9903" y="8930"/>
                </a:lnTo>
                <a:lnTo>
                  <a:pt x="9879" y="8857"/>
                </a:lnTo>
                <a:lnTo>
                  <a:pt x="9830" y="8809"/>
                </a:lnTo>
                <a:lnTo>
                  <a:pt x="9757" y="8760"/>
                </a:lnTo>
                <a:lnTo>
                  <a:pt x="9684" y="8760"/>
                </a:lnTo>
                <a:lnTo>
                  <a:pt x="9611" y="8784"/>
                </a:lnTo>
                <a:lnTo>
                  <a:pt x="9563" y="8833"/>
                </a:lnTo>
                <a:lnTo>
                  <a:pt x="9514" y="8906"/>
                </a:lnTo>
                <a:lnTo>
                  <a:pt x="9490" y="8955"/>
                </a:lnTo>
                <a:lnTo>
                  <a:pt x="9441" y="9003"/>
                </a:lnTo>
                <a:lnTo>
                  <a:pt x="9320" y="9052"/>
                </a:lnTo>
                <a:lnTo>
                  <a:pt x="9149" y="9101"/>
                </a:lnTo>
                <a:lnTo>
                  <a:pt x="8979" y="9125"/>
                </a:lnTo>
                <a:lnTo>
                  <a:pt x="8809" y="9101"/>
                </a:lnTo>
                <a:lnTo>
                  <a:pt x="8663" y="9076"/>
                </a:lnTo>
                <a:lnTo>
                  <a:pt x="8541" y="9003"/>
                </a:lnTo>
                <a:lnTo>
                  <a:pt x="8517" y="8955"/>
                </a:lnTo>
                <a:lnTo>
                  <a:pt x="8492" y="8906"/>
                </a:lnTo>
                <a:lnTo>
                  <a:pt x="8492" y="8833"/>
                </a:lnTo>
                <a:lnTo>
                  <a:pt x="8444" y="8784"/>
                </a:lnTo>
                <a:lnTo>
                  <a:pt x="8419" y="8736"/>
                </a:lnTo>
                <a:lnTo>
                  <a:pt x="8371" y="8711"/>
                </a:lnTo>
                <a:lnTo>
                  <a:pt x="8298" y="8687"/>
                </a:lnTo>
                <a:lnTo>
                  <a:pt x="8249" y="8687"/>
                </a:lnTo>
                <a:lnTo>
                  <a:pt x="8200" y="8711"/>
                </a:lnTo>
                <a:lnTo>
                  <a:pt x="8127" y="8736"/>
                </a:lnTo>
                <a:lnTo>
                  <a:pt x="8006" y="8906"/>
                </a:lnTo>
                <a:lnTo>
                  <a:pt x="7860" y="9052"/>
                </a:lnTo>
                <a:lnTo>
                  <a:pt x="7787" y="9125"/>
                </a:lnTo>
                <a:lnTo>
                  <a:pt x="7689" y="9173"/>
                </a:lnTo>
                <a:lnTo>
                  <a:pt x="7568" y="9222"/>
                </a:lnTo>
                <a:lnTo>
                  <a:pt x="7446" y="9246"/>
                </a:lnTo>
                <a:lnTo>
                  <a:pt x="7324" y="9246"/>
                </a:lnTo>
                <a:lnTo>
                  <a:pt x="7276" y="9222"/>
                </a:lnTo>
                <a:lnTo>
                  <a:pt x="7227" y="9198"/>
                </a:lnTo>
                <a:lnTo>
                  <a:pt x="7203" y="9149"/>
                </a:lnTo>
                <a:lnTo>
                  <a:pt x="7178" y="9076"/>
                </a:lnTo>
                <a:lnTo>
                  <a:pt x="7178" y="9003"/>
                </a:lnTo>
                <a:lnTo>
                  <a:pt x="7203" y="8930"/>
                </a:lnTo>
                <a:lnTo>
                  <a:pt x="7203" y="8833"/>
                </a:lnTo>
                <a:lnTo>
                  <a:pt x="7154" y="8760"/>
                </a:lnTo>
                <a:lnTo>
                  <a:pt x="7105" y="8687"/>
                </a:lnTo>
                <a:lnTo>
                  <a:pt x="7032" y="8663"/>
                </a:lnTo>
                <a:lnTo>
                  <a:pt x="6886" y="8663"/>
                </a:lnTo>
                <a:lnTo>
                  <a:pt x="6813" y="8711"/>
                </a:lnTo>
                <a:lnTo>
                  <a:pt x="6789" y="8809"/>
                </a:lnTo>
                <a:lnTo>
                  <a:pt x="6740" y="8906"/>
                </a:lnTo>
                <a:lnTo>
                  <a:pt x="6692" y="8979"/>
                </a:lnTo>
                <a:lnTo>
                  <a:pt x="6619" y="9076"/>
                </a:lnTo>
                <a:lnTo>
                  <a:pt x="6521" y="9125"/>
                </a:lnTo>
                <a:lnTo>
                  <a:pt x="6424" y="9173"/>
                </a:lnTo>
                <a:lnTo>
                  <a:pt x="6327" y="9222"/>
                </a:lnTo>
                <a:lnTo>
                  <a:pt x="6083" y="9271"/>
                </a:lnTo>
                <a:lnTo>
                  <a:pt x="5864" y="9246"/>
                </a:lnTo>
                <a:lnTo>
                  <a:pt x="5743" y="9222"/>
                </a:lnTo>
                <a:lnTo>
                  <a:pt x="5645" y="9198"/>
                </a:lnTo>
                <a:lnTo>
                  <a:pt x="5572" y="9125"/>
                </a:lnTo>
                <a:lnTo>
                  <a:pt x="5499" y="9052"/>
                </a:lnTo>
                <a:lnTo>
                  <a:pt x="5451" y="8979"/>
                </a:lnTo>
                <a:lnTo>
                  <a:pt x="5402" y="8882"/>
                </a:lnTo>
                <a:lnTo>
                  <a:pt x="5402" y="8833"/>
                </a:lnTo>
                <a:lnTo>
                  <a:pt x="5378" y="8784"/>
                </a:lnTo>
                <a:lnTo>
                  <a:pt x="5280" y="8736"/>
                </a:lnTo>
                <a:lnTo>
                  <a:pt x="5183" y="8711"/>
                </a:lnTo>
                <a:lnTo>
                  <a:pt x="5086" y="8736"/>
                </a:lnTo>
                <a:lnTo>
                  <a:pt x="4842" y="8906"/>
                </a:lnTo>
                <a:lnTo>
                  <a:pt x="4648" y="9028"/>
                </a:lnTo>
                <a:lnTo>
                  <a:pt x="4453" y="9149"/>
                </a:lnTo>
                <a:lnTo>
                  <a:pt x="4258" y="9222"/>
                </a:lnTo>
                <a:lnTo>
                  <a:pt x="4112" y="9222"/>
                </a:lnTo>
                <a:lnTo>
                  <a:pt x="4064" y="9198"/>
                </a:lnTo>
                <a:lnTo>
                  <a:pt x="4015" y="9149"/>
                </a:lnTo>
                <a:lnTo>
                  <a:pt x="3991" y="9076"/>
                </a:lnTo>
                <a:lnTo>
                  <a:pt x="4015" y="8955"/>
                </a:lnTo>
                <a:lnTo>
                  <a:pt x="4015" y="8906"/>
                </a:lnTo>
                <a:lnTo>
                  <a:pt x="3991" y="8857"/>
                </a:lnTo>
                <a:lnTo>
                  <a:pt x="3966" y="8833"/>
                </a:lnTo>
                <a:lnTo>
                  <a:pt x="3918" y="8809"/>
                </a:lnTo>
                <a:lnTo>
                  <a:pt x="3893" y="8784"/>
                </a:lnTo>
                <a:lnTo>
                  <a:pt x="3845" y="8809"/>
                </a:lnTo>
                <a:lnTo>
                  <a:pt x="3796" y="8809"/>
                </a:lnTo>
                <a:lnTo>
                  <a:pt x="3747" y="8857"/>
                </a:lnTo>
                <a:lnTo>
                  <a:pt x="3699" y="8979"/>
                </a:lnTo>
                <a:lnTo>
                  <a:pt x="3674" y="9101"/>
                </a:lnTo>
                <a:lnTo>
                  <a:pt x="3674" y="9222"/>
                </a:lnTo>
                <a:lnTo>
                  <a:pt x="3699" y="9319"/>
                </a:lnTo>
                <a:lnTo>
                  <a:pt x="3772" y="9417"/>
                </a:lnTo>
                <a:lnTo>
                  <a:pt x="3845" y="9514"/>
                </a:lnTo>
                <a:lnTo>
                  <a:pt x="3966" y="9587"/>
                </a:lnTo>
                <a:lnTo>
                  <a:pt x="4088" y="9636"/>
                </a:lnTo>
                <a:lnTo>
                  <a:pt x="4210" y="9660"/>
                </a:lnTo>
                <a:lnTo>
                  <a:pt x="4356" y="9636"/>
                </a:lnTo>
                <a:lnTo>
                  <a:pt x="4477" y="9611"/>
                </a:lnTo>
                <a:lnTo>
                  <a:pt x="4599" y="9563"/>
                </a:lnTo>
                <a:lnTo>
                  <a:pt x="4842" y="9417"/>
                </a:lnTo>
                <a:lnTo>
                  <a:pt x="5086" y="9246"/>
                </a:lnTo>
                <a:lnTo>
                  <a:pt x="5159" y="9344"/>
                </a:lnTo>
                <a:lnTo>
                  <a:pt x="5232" y="9441"/>
                </a:lnTo>
                <a:lnTo>
                  <a:pt x="5329" y="9514"/>
                </a:lnTo>
                <a:lnTo>
                  <a:pt x="5426" y="9563"/>
                </a:lnTo>
                <a:lnTo>
                  <a:pt x="5670" y="9660"/>
                </a:lnTo>
                <a:lnTo>
                  <a:pt x="5913" y="9684"/>
                </a:lnTo>
                <a:lnTo>
                  <a:pt x="6181" y="9684"/>
                </a:lnTo>
                <a:lnTo>
                  <a:pt x="6424" y="9636"/>
                </a:lnTo>
                <a:lnTo>
                  <a:pt x="6667" y="9538"/>
                </a:lnTo>
                <a:lnTo>
                  <a:pt x="6886" y="9392"/>
                </a:lnTo>
                <a:lnTo>
                  <a:pt x="6984" y="9490"/>
                </a:lnTo>
                <a:lnTo>
                  <a:pt x="7081" y="9563"/>
                </a:lnTo>
                <a:lnTo>
                  <a:pt x="7227" y="9636"/>
                </a:lnTo>
                <a:lnTo>
                  <a:pt x="7373" y="9684"/>
                </a:lnTo>
                <a:lnTo>
                  <a:pt x="7519" y="9709"/>
                </a:lnTo>
                <a:lnTo>
                  <a:pt x="7641" y="9684"/>
                </a:lnTo>
                <a:lnTo>
                  <a:pt x="7762" y="9660"/>
                </a:lnTo>
                <a:lnTo>
                  <a:pt x="7884" y="9611"/>
                </a:lnTo>
                <a:lnTo>
                  <a:pt x="7981" y="9538"/>
                </a:lnTo>
                <a:lnTo>
                  <a:pt x="8079" y="9465"/>
                </a:lnTo>
                <a:lnTo>
                  <a:pt x="8249" y="9271"/>
                </a:lnTo>
                <a:lnTo>
                  <a:pt x="8371" y="9368"/>
                </a:lnTo>
                <a:lnTo>
                  <a:pt x="8541" y="9465"/>
                </a:lnTo>
                <a:lnTo>
                  <a:pt x="8711" y="9514"/>
                </a:lnTo>
                <a:lnTo>
                  <a:pt x="8906" y="9538"/>
                </a:lnTo>
                <a:lnTo>
                  <a:pt x="9101" y="9538"/>
                </a:lnTo>
                <a:lnTo>
                  <a:pt x="9271" y="9514"/>
                </a:lnTo>
                <a:lnTo>
                  <a:pt x="9466" y="9441"/>
                </a:lnTo>
                <a:lnTo>
                  <a:pt x="9611" y="9368"/>
                </a:lnTo>
                <a:lnTo>
                  <a:pt x="9733" y="9465"/>
                </a:lnTo>
                <a:lnTo>
                  <a:pt x="9855" y="9514"/>
                </a:lnTo>
                <a:lnTo>
                  <a:pt x="10025" y="9563"/>
                </a:lnTo>
                <a:lnTo>
                  <a:pt x="10195" y="9563"/>
                </a:lnTo>
                <a:lnTo>
                  <a:pt x="10366" y="9538"/>
                </a:lnTo>
                <a:lnTo>
                  <a:pt x="10560" y="9490"/>
                </a:lnTo>
                <a:lnTo>
                  <a:pt x="10706" y="9417"/>
                </a:lnTo>
                <a:lnTo>
                  <a:pt x="10852" y="9319"/>
                </a:lnTo>
                <a:lnTo>
                  <a:pt x="10974" y="9392"/>
                </a:lnTo>
                <a:lnTo>
                  <a:pt x="11096" y="9441"/>
                </a:lnTo>
                <a:lnTo>
                  <a:pt x="11242" y="9465"/>
                </a:lnTo>
                <a:lnTo>
                  <a:pt x="11363" y="9490"/>
                </a:lnTo>
                <a:lnTo>
                  <a:pt x="11509" y="9490"/>
                </a:lnTo>
                <a:lnTo>
                  <a:pt x="11655" y="9465"/>
                </a:lnTo>
                <a:lnTo>
                  <a:pt x="11801" y="9417"/>
                </a:lnTo>
                <a:lnTo>
                  <a:pt x="11923" y="9344"/>
                </a:lnTo>
                <a:lnTo>
                  <a:pt x="12020" y="9441"/>
                </a:lnTo>
                <a:lnTo>
                  <a:pt x="12142" y="9490"/>
                </a:lnTo>
                <a:lnTo>
                  <a:pt x="12434" y="9490"/>
                </a:lnTo>
                <a:lnTo>
                  <a:pt x="12580" y="9441"/>
                </a:lnTo>
                <a:lnTo>
                  <a:pt x="12750" y="9392"/>
                </a:lnTo>
                <a:lnTo>
                  <a:pt x="12896" y="9319"/>
                </a:lnTo>
                <a:lnTo>
                  <a:pt x="13042" y="9222"/>
                </a:lnTo>
                <a:lnTo>
                  <a:pt x="13091" y="9295"/>
                </a:lnTo>
                <a:lnTo>
                  <a:pt x="13164" y="9344"/>
                </a:lnTo>
                <a:lnTo>
                  <a:pt x="13310" y="9417"/>
                </a:lnTo>
                <a:lnTo>
                  <a:pt x="13480" y="9441"/>
                </a:lnTo>
                <a:lnTo>
                  <a:pt x="13675" y="9441"/>
                </a:lnTo>
                <a:lnTo>
                  <a:pt x="13870" y="9392"/>
                </a:lnTo>
                <a:lnTo>
                  <a:pt x="14064" y="9319"/>
                </a:lnTo>
                <a:lnTo>
                  <a:pt x="14259" y="9246"/>
                </a:lnTo>
                <a:lnTo>
                  <a:pt x="14405" y="9149"/>
                </a:lnTo>
                <a:lnTo>
                  <a:pt x="14478" y="9101"/>
                </a:lnTo>
                <a:lnTo>
                  <a:pt x="14502" y="9028"/>
                </a:lnTo>
                <a:lnTo>
                  <a:pt x="14478" y="8955"/>
                </a:lnTo>
                <a:lnTo>
                  <a:pt x="14454" y="8882"/>
                </a:lnTo>
                <a:lnTo>
                  <a:pt x="14429" y="8833"/>
                </a:lnTo>
                <a:lnTo>
                  <a:pt x="14356" y="8809"/>
                </a:lnTo>
                <a:lnTo>
                  <a:pt x="14308" y="8809"/>
                </a:lnTo>
                <a:lnTo>
                  <a:pt x="14235" y="8833"/>
                </a:lnTo>
                <a:lnTo>
                  <a:pt x="14016" y="8955"/>
                </a:lnTo>
                <a:lnTo>
                  <a:pt x="13845" y="9028"/>
                </a:lnTo>
                <a:lnTo>
                  <a:pt x="13675" y="9076"/>
                </a:lnTo>
                <a:lnTo>
                  <a:pt x="13529" y="9101"/>
                </a:lnTo>
                <a:lnTo>
                  <a:pt x="13407" y="9101"/>
                </a:lnTo>
                <a:lnTo>
                  <a:pt x="13359" y="9076"/>
                </a:lnTo>
                <a:lnTo>
                  <a:pt x="13334" y="9028"/>
                </a:lnTo>
                <a:lnTo>
                  <a:pt x="13310" y="8979"/>
                </a:lnTo>
                <a:lnTo>
                  <a:pt x="13310" y="8906"/>
                </a:lnTo>
                <a:lnTo>
                  <a:pt x="13310" y="8857"/>
                </a:lnTo>
                <a:lnTo>
                  <a:pt x="13286" y="8784"/>
                </a:lnTo>
                <a:lnTo>
                  <a:pt x="13261" y="8736"/>
                </a:lnTo>
                <a:lnTo>
                  <a:pt x="13213" y="8711"/>
                </a:lnTo>
                <a:lnTo>
                  <a:pt x="13091" y="8711"/>
                </a:lnTo>
                <a:lnTo>
                  <a:pt x="13042" y="8736"/>
                </a:lnTo>
                <a:lnTo>
                  <a:pt x="13018" y="8784"/>
                </a:lnTo>
                <a:lnTo>
                  <a:pt x="12945" y="8882"/>
                </a:lnTo>
                <a:lnTo>
                  <a:pt x="12823" y="8979"/>
                </a:lnTo>
                <a:lnTo>
                  <a:pt x="12653" y="9076"/>
                </a:lnTo>
                <a:lnTo>
                  <a:pt x="12507" y="9149"/>
                </a:lnTo>
                <a:lnTo>
                  <a:pt x="12361" y="9198"/>
                </a:lnTo>
                <a:lnTo>
                  <a:pt x="12312" y="9198"/>
                </a:lnTo>
                <a:lnTo>
                  <a:pt x="12264" y="9173"/>
                </a:lnTo>
                <a:lnTo>
                  <a:pt x="12215" y="9149"/>
                </a:lnTo>
                <a:lnTo>
                  <a:pt x="12191" y="9101"/>
                </a:lnTo>
                <a:lnTo>
                  <a:pt x="12191" y="9028"/>
                </a:lnTo>
                <a:lnTo>
                  <a:pt x="12215" y="8930"/>
                </a:lnTo>
                <a:lnTo>
                  <a:pt x="12215" y="8857"/>
                </a:lnTo>
                <a:lnTo>
                  <a:pt x="12191" y="8809"/>
                </a:lnTo>
                <a:lnTo>
                  <a:pt x="12142" y="8760"/>
                </a:lnTo>
                <a:lnTo>
                  <a:pt x="12093" y="8736"/>
                </a:lnTo>
                <a:lnTo>
                  <a:pt x="12045" y="8736"/>
                </a:lnTo>
                <a:lnTo>
                  <a:pt x="11972" y="8760"/>
                </a:lnTo>
                <a:lnTo>
                  <a:pt x="11923" y="8784"/>
                </a:lnTo>
                <a:lnTo>
                  <a:pt x="11899" y="8857"/>
                </a:lnTo>
                <a:lnTo>
                  <a:pt x="11801" y="8979"/>
                </a:lnTo>
                <a:lnTo>
                  <a:pt x="11704" y="9076"/>
                </a:lnTo>
                <a:lnTo>
                  <a:pt x="11582" y="9125"/>
                </a:lnTo>
                <a:lnTo>
                  <a:pt x="11266" y="9125"/>
                </a:lnTo>
                <a:lnTo>
                  <a:pt x="11169" y="9076"/>
                </a:lnTo>
                <a:lnTo>
                  <a:pt x="11096" y="9028"/>
                </a:lnTo>
                <a:lnTo>
                  <a:pt x="11144" y="8882"/>
                </a:lnTo>
                <a:lnTo>
                  <a:pt x="11144" y="8809"/>
                </a:lnTo>
                <a:lnTo>
                  <a:pt x="11120" y="8736"/>
                </a:lnTo>
                <a:lnTo>
                  <a:pt x="11071" y="8687"/>
                </a:lnTo>
                <a:lnTo>
                  <a:pt x="11023" y="8663"/>
                </a:lnTo>
                <a:lnTo>
                  <a:pt x="10950" y="8638"/>
                </a:lnTo>
                <a:close/>
                <a:moveTo>
                  <a:pt x="1314" y="9003"/>
                </a:moveTo>
                <a:lnTo>
                  <a:pt x="1290" y="9611"/>
                </a:lnTo>
                <a:lnTo>
                  <a:pt x="1168" y="9660"/>
                </a:lnTo>
                <a:lnTo>
                  <a:pt x="1071" y="9733"/>
                </a:lnTo>
                <a:lnTo>
                  <a:pt x="852" y="9903"/>
                </a:lnTo>
                <a:lnTo>
                  <a:pt x="706" y="10049"/>
                </a:lnTo>
                <a:lnTo>
                  <a:pt x="657" y="9368"/>
                </a:lnTo>
                <a:lnTo>
                  <a:pt x="925" y="9271"/>
                </a:lnTo>
                <a:lnTo>
                  <a:pt x="1168" y="9101"/>
                </a:lnTo>
                <a:lnTo>
                  <a:pt x="1314" y="9003"/>
                </a:lnTo>
                <a:close/>
                <a:moveTo>
                  <a:pt x="1266" y="10122"/>
                </a:moveTo>
                <a:lnTo>
                  <a:pt x="1266" y="10877"/>
                </a:lnTo>
                <a:lnTo>
                  <a:pt x="1120" y="10998"/>
                </a:lnTo>
                <a:lnTo>
                  <a:pt x="779" y="11242"/>
                </a:lnTo>
                <a:lnTo>
                  <a:pt x="730" y="10439"/>
                </a:lnTo>
                <a:lnTo>
                  <a:pt x="876" y="10366"/>
                </a:lnTo>
                <a:lnTo>
                  <a:pt x="1022" y="10293"/>
                </a:lnTo>
                <a:lnTo>
                  <a:pt x="1266" y="10122"/>
                </a:lnTo>
                <a:close/>
                <a:moveTo>
                  <a:pt x="11485" y="10633"/>
                </a:moveTo>
                <a:lnTo>
                  <a:pt x="11412" y="10658"/>
                </a:lnTo>
                <a:lnTo>
                  <a:pt x="11339" y="10731"/>
                </a:lnTo>
                <a:lnTo>
                  <a:pt x="11169" y="11023"/>
                </a:lnTo>
                <a:lnTo>
                  <a:pt x="11071" y="11144"/>
                </a:lnTo>
                <a:lnTo>
                  <a:pt x="10950" y="11242"/>
                </a:lnTo>
                <a:lnTo>
                  <a:pt x="10877" y="11290"/>
                </a:lnTo>
                <a:lnTo>
                  <a:pt x="10779" y="11315"/>
                </a:lnTo>
                <a:lnTo>
                  <a:pt x="10560" y="11315"/>
                </a:lnTo>
                <a:lnTo>
                  <a:pt x="10463" y="11290"/>
                </a:lnTo>
                <a:lnTo>
                  <a:pt x="10390" y="11242"/>
                </a:lnTo>
                <a:lnTo>
                  <a:pt x="10317" y="11169"/>
                </a:lnTo>
                <a:lnTo>
                  <a:pt x="10293" y="11096"/>
                </a:lnTo>
                <a:lnTo>
                  <a:pt x="10366" y="10901"/>
                </a:lnTo>
                <a:lnTo>
                  <a:pt x="10366" y="10828"/>
                </a:lnTo>
                <a:lnTo>
                  <a:pt x="10341" y="10755"/>
                </a:lnTo>
                <a:lnTo>
                  <a:pt x="10293" y="10706"/>
                </a:lnTo>
                <a:lnTo>
                  <a:pt x="10244" y="10658"/>
                </a:lnTo>
                <a:lnTo>
                  <a:pt x="10098" y="10658"/>
                </a:lnTo>
                <a:lnTo>
                  <a:pt x="10049" y="10682"/>
                </a:lnTo>
                <a:lnTo>
                  <a:pt x="10001" y="10755"/>
                </a:lnTo>
                <a:lnTo>
                  <a:pt x="9928" y="10877"/>
                </a:lnTo>
                <a:lnTo>
                  <a:pt x="9903" y="10998"/>
                </a:lnTo>
                <a:lnTo>
                  <a:pt x="9806" y="11120"/>
                </a:lnTo>
                <a:lnTo>
                  <a:pt x="9636" y="11217"/>
                </a:lnTo>
                <a:lnTo>
                  <a:pt x="9539" y="11242"/>
                </a:lnTo>
                <a:lnTo>
                  <a:pt x="9393" y="11266"/>
                </a:lnTo>
                <a:lnTo>
                  <a:pt x="9344" y="11242"/>
                </a:lnTo>
                <a:lnTo>
                  <a:pt x="9295" y="11217"/>
                </a:lnTo>
                <a:lnTo>
                  <a:pt x="9295" y="11169"/>
                </a:lnTo>
                <a:lnTo>
                  <a:pt x="9295" y="11096"/>
                </a:lnTo>
                <a:lnTo>
                  <a:pt x="9320" y="11023"/>
                </a:lnTo>
                <a:lnTo>
                  <a:pt x="9320" y="10950"/>
                </a:lnTo>
                <a:lnTo>
                  <a:pt x="9295" y="10901"/>
                </a:lnTo>
                <a:lnTo>
                  <a:pt x="9247" y="10852"/>
                </a:lnTo>
                <a:lnTo>
                  <a:pt x="9198" y="10828"/>
                </a:lnTo>
                <a:lnTo>
                  <a:pt x="9125" y="10804"/>
                </a:lnTo>
                <a:lnTo>
                  <a:pt x="9052" y="10828"/>
                </a:lnTo>
                <a:lnTo>
                  <a:pt x="8979" y="10852"/>
                </a:lnTo>
                <a:lnTo>
                  <a:pt x="8784" y="11047"/>
                </a:lnTo>
                <a:lnTo>
                  <a:pt x="8565" y="11242"/>
                </a:lnTo>
                <a:lnTo>
                  <a:pt x="8419" y="11290"/>
                </a:lnTo>
                <a:lnTo>
                  <a:pt x="8225" y="11315"/>
                </a:lnTo>
                <a:lnTo>
                  <a:pt x="8103" y="11290"/>
                </a:lnTo>
                <a:lnTo>
                  <a:pt x="8006" y="11290"/>
                </a:lnTo>
                <a:lnTo>
                  <a:pt x="7933" y="11242"/>
                </a:lnTo>
                <a:lnTo>
                  <a:pt x="7884" y="11193"/>
                </a:lnTo>
                <a:lnTo>
                  <a:pt x="7908" y="11071"/>
                </a:lnTo>
                <a:lnTo>
                  <a:pt x="7908" y="10901"/>
                </a:lnTo>
                <a:lnTo>
                  <a:pt x="7884" y="10828"/>
                </a:lnTo>
                <a:lnTo>
                  <a:pt x="7835" y="10755"/>
                </a:lnTo>
                <a:lnTo>
                  <a:pt x="7787" y="10706"/>
                </a:lnTo>
                <a:lnTo>
                  <a:pt x="7714" y="10682"/>
                </a:lnTo>
                <a:lnTo>
                  <a:pt x="7616" y="10682"/>
                </a:lnTo>
                <a:lnTo>
                  <a:pt x="7543" y="10706"/>
                </a:lnTo>
                <a:lnTo>
                  <a:pt x="7495" y="10779"/>
                </a:lnTo>
                <a:lnTo>
                  <a:pt x="7446" y="10852"/>
                </a:lnTo>
                <a:lnTo>
                  <a:pt x="7397" y="10974"/>
                </a:lnTo>
                <a:lnTo>
                  <a:pt x="7397" y="11071"/>
                </a:lnTo>
                <a:lnTo>
                  <a:pt x="7324" y="11144"/>
                </a:lnTo>
                <a:lnTo>
                  <a:pt x="7227" y="11193"/>
                </a:lnTo>
                <a:lnTo>
                  <a:pt x="7008" y="11193"/>
                </a:lnTo>
                <a:lnTo>
                  <a:pt x="6911" y="11169"/>
                </a:lnTo>
                <a:lnTo>
                  <a:pt x="6789" y="11096"/>
                </a:lnTo>
                <a:lnTo>
                  <a:pt x="6716" y="11023"/>
                </a:lnTo>
                <a:lnTo>
                  <a:pt x="6667" y="10950"/>
                </a:lnTo>
                <a:lnTo>
                  <a:pt x="6619" y="10877"/>
                </a:lnTo>
                <a:lnTo>
                  <a:pt x="6546" y="10804"/>
                </a:lnTo>
                <a:lnTo>
                  <a:pt x="6473" y="10779"/>
                </a:lnTo>
                <a:lnTo>
                  <a:pt x="6400" y="10779"/>
                </a:lnTo>
                <a:lnTo>
                  <a:pt x="6302" y="10804"/>
                </a:lnTo>
                <a:lnTo>
                  <a:pt x="6254" y="10852"/>
                </a:lnTo>
                <a:lnTo>
                  <a:pt x="6205" y="10901"/>
                </a:lnTo>
                <a:lnTo>
                  <a:pt x="6205" y="10998"/>
                </a:lnTo>
                <a:lnTo>
                  <a:pt x="6205" y="11096"/>
                </a:lnTo>
                <a:lnTo>
                  <a:pt x="6181" y="11169"/>
                </a:lnTo>
                <a:lnTo>
                  <a:pt x="6156" y="11217"/>
                </a:lnTo>
                <a:lnTo>
                  <a:pt x="6132" y="11266"/>
                </a:lnTo>
                <a:lnTo>
                  <a:pt x="6035" y="11315"/>
                </a:lnTo>
                <a:lnTo>
                  <a:pt x="5937" y="11339"/>
                </a:lnTo>
                <a:lnTo>
                  <a:pt x="5840" y="11315"/>
                </a:lnTo>
                <a:lnTo>
                  <a:pt x="5743" y="11242"/>
                </a:lnTo>
                <a:lnTo>
                  <a:pt x="5694" y="11144"/>
                </a:lnTo>
                <a:lnTo>
                  <a:pt x="5694" y="11096"/>
                </a:lnTo>
                <a:lnTo>
                  <a:pt x="5694" y="11047"/>
                </a:lnTo>
                <a:lnTo>
                  <a:pt x="5694" y="10925"/>
                </a:lnTo>
                <a:lnTo>
                  <a:pt x="5670" y="10852"/>
                </a:lnTo>
                <a:lnTo>
                  <a:pt x="5621" y="10779"/>
                </a:lnTo>
                <a:lnTo>
                  <a:pt x="5524" y="10755"/>
                </a:lnTo>
                <a:lnTo>
                  <a:pt x="5451" y="10731"/>
                </a:lnTo>
                <a:lnTo>
                  <a:pt x="5353" y="10755"/>
                </a:lnTo>
                <a:lnTo>
                  <a:pt x="5280" y="10828"/>
                </a:lnTo>
                <a:lnTo>
                  <a:pt x="5232" y="10901"/>
                </a:lnTo>
                <a:lnTo>
                  <a:pt x="5183" y="10998"/>
                </a:lnTo>
                <a:lnTo>
                  <a:pt x="5110" y="11096"/>
                </a:lnTo>
                <a:lnTo>
                  <a:pt x="5037" y="11169"/>
                </a:lnTo>
                <a:lnTo>
                  <a:pt x="4964" y="11242"/>
                </a:lnTo>
                <a:lnTo>
                  <a:pt x="4769" y="11339"/>
                </a:lnTo>
                <a:lnTo>
                  <a:pt x="4648" y="11363"/>
                </a:lnTo>
                <a:lnTo>
                  <a:pt x="4550" y="11388"/>
                </a:lnTo>
                <a:lnTo>
                  <a:pt x="4502" y="11388"/>
                </a:lnTo>
                <a:lnTo>
                  <a:pt x="4453" y="11363"/>
                </a:lnTo>
                <a:lnTo>
                  <a:pt x="4380" y="11315"/>
                </a:lnTo>
                <a:lnTo>
                  <a:pt x="4331" y="11217"/>
                </a:lnTo>
                <a:lnTo>
                  <a:pt x="4307" y="11120"/>
                </a:lnTo>
                <a:lnTo>
                  <a:pt x="4258" y="10950"/>
                </a:lnTo>
                <a:lnTo>
                  <a:pt x="4234" y="10877"/>
                </a:lnTo>
                <a:lnTo>
                  <a:pt x="4210" y="10877"/>
                </a:lnTo>
                <a:lnTo>
                  <a:pt x="4210" y="10852"/>
                </a:lnTo>
                <a:lnTo>
                  <a:pt x="4185" y="10828"/>
                </a:lnTo>
                <a:lnTo>
                  <a:pt x="4137" y="10804"/>
                </a:lnTo>
                <a:lnTo>
                  <a:pt x="4088" y="10804"/>
                </a:lnTo>
                <a:lnTo>
                  <a:pt x="4039" y="10828"/>
                </a:lnTo>
                <a:lnTo>
                  <a:pt x="3991" y="10852"/>
                </a:lnTo>
                <a:lnTo>
                  <a:pt x="3942" y="10950"/>
                </a:lnTo>
                <a:lnTo>
                  <a:pt x="3918" y="11071"/>
                </a:lnTo>
                <a:lnTo>
                  <a:pt x="3918" y="11290"/>
                </a:lnTo>
                <a:lnTo>
                  <a:pt x="3942" y="11388"/>
                </a:lnTo>
                <a:lnTo>
                  <a:pt x="3966" y="11509"/>
                </a:lnTo>
                <a:lnTo>
                  <a:pt x="4015" y="11582"/>
                </a:lnTo>
                <a:lnTo>
                  <a:pt x="4088" y="11680"/>
                </a:lnTo>
                <a:lnTo>
                  <a:pt x="4185" y="11753"/>
                </a:lnTo>
                <a:lnTo>
                  <a:pt x="4283" y="11801"/>
                </a:lnTo>
                <a:lnTo>
                  <a:pt x="4429" y="11850"/>
                </a:lnTo>
                <a:lnTo>
                  <a:pt x="4721" y="11850"/>
                </a:lnTo>
                <a:lnTo>
                  <a:pt x="4842" y="11826"/>
                </a:lnTo>
                <a:lnTo>
                  <a:pt x="4988" y="11777"/>
                </a:lnTo>
                <a:lnTo>
                  <a:pt x="5110" y="11704"/>
                </a:lnTo>
                <a:lnTo>
                  <a:pt x="5232" y="11631"/>
                </a:lnTo>
                <a:lnTo>
                  <a:pt x="5353" y="11534"/>
                </a:lnTo>
                <a:lnTo>
                  <a:pt x="5475" y="11655"/>
                </a:lnTo>
                <a:lnTo>
                  <a:pt x="5645" y="11728"/>
                </a:lnTo>
                <a:lnTo>
                  <a:pt x="5816" y="11777"/>
                </a:lnTo>
                <a:lnTo>
                  <a:pt x="5986" y="11801"/>
                </a:lnTo>
                <a:lnTo>
                  <a:pt x="6156" y="11777"/>
                </a:lnTo>
                <a:lnTo>
                  <a:pt x="6327" y="11728"/>
                </a:lnTo>
                <a:lnTo>
                  <a:pt x="6473" y="11631"/>
                </a:lnTo>
                <a:lnTo>
                  <a:pt x="6570" y="11509"/>
                </a:lnTo>
                <a:lnTo>
                  <a:pt x="6716" y="11558"/>
                </a:lnTo>
                <a:lnTo>
                  <a:pt x="6838" y="11607"/>
                </a:lnTo>
                <a:lnTo>
                  <a:pt x="6984" y="11631"/>
                </a:lnTo>
                <a:lnTo>
                  <a:pt x="7105" y="11655"/>
                </a:lnTo>
                <a:lnTo>
                  <a:pt x="7251" y="11655"/>
                </a:lnTo>
                <a:lnTo>
                  <a:pt x="7373" y="11631"/>
                </a:lnTo>
                <a:lnTo>
                  <a:pt x="7519" y="11582"/>
                </a:lnTo>
                <a:lnTo>
                  <a:pt x="7616" y="11534"/>
                </a:lnTo>
                <a:lnTo>
                  <a:pt x="7787" y="11631"/>
                </a:lnTo>
                <a:lnTo>
                  <a:pt x="7957" y="11728"/>
                </a:lnTo>
                <a:lnTo>
                  <a:pt x="8103" y="11777"/>
                </a:lnTo>
                <a:lnTo>
                  <a:pt x="8249" y="11801"/>
                </a:lnTo>
                <a:lnTo>
                  <a:pt x="8395" y="11777"/>
                </a:lnTo>
                <a:lnTo>
                  <a:pt x="8517" y="11753"/>
                </a:lnTo>
                <a:lnTo>
                  <a:pt x="8638" y="11680"/>
                </a:lnTo>
                <a:lnTo>
                  <a:pt x="8760" y="11607"/>
                </a:lnTo>
                <a:lnTo>
                  <a:pt x="9003" y="11436"/>
                </a:lnTo>
                <a:lnTo>
                  <a:pt x="9052" y="11509"/>
                </a:lnTo>
                <a:lnTo>
                  <a:pt x="9149" y="11582"/>
                </a:lnTo>
                <a:lnTo>
                  <a:pt x="9271" y="11631"/>
                </a:lnTo>
                <a:lnTo>
                  <a:pt x="9563" y="11631"/>
                </a:lnTo>
                <a:lnTo>
                  <a:pt x="9733" y="11582"/>
                </a:lnTo>
                <a:lnTo>
                  <a:pt x="9903" y="11534"/>
                </a:lnTo>
                <a:lnTo>
                  <a:pt x="10025" y="11436"/>
                </a:lnTo>
                <a:lnTo>
                  <a:pt x="10098" y="11509"/>
                </a:lnTo>
                <a:lnTo>
                  <a:pt x="10195" y="11582"/>
                </a:lnTo>
                <a:lnTo>
                  <a:pt x="10414" y="11680"/>
                </a:lnTo>
                <a:lnTo>
                  <a:pt x="10560" y="11728"/>
                </a:lnTo>
                <a:lnTo>
                  <a:pt x="10682" y="11753"/>
                </a:lnTo>
                <a:lnTo>
                  <a:pt x="10828" y="11728"/>
                </a:lnTo>
                <a:lnTo>
                  <a:pt x="10950" y="11704"/>
                </a:lnTo>
                <a:lnTo>
                  <a:pt x="11071" y="11655"/>
                </a:lnTo>
                <a:lnTo>
                  <a:pt x="11193" y="11582"/>
                </a:lnTo>
                <a:lnTo>
                  <a:pt x="11388" y="11388"/>
                </a:lnTo>
                <a:lnTo>
                  <a:pt x="11509" y="11509"/>
                </a:lnTo>
                <a:lnTo>
                  <a:pt x="11655" y="11582"/>
                </a:lnTo>
                <a:lnTo>
                  <a:pt x="11801" y="11631"/>
                </a:lnTo>
                <a:lnTo>
                  <a:pt x="11996" y="11655"/>
                </a:lnTo>
                <a:lnTo>
                  <a:pt x="12166" y="11655"/>
                </a:lnTo>
                <a:lnTo>
                  <a:pt x="12337" y="11631"/>
                </a:lnTo>
                <a:lnTo>
                  <a:pt x="12507" y="11582"/>
                </a:lnTo>
                <a:lnTo>
                  <a:pt x="12653" y="11509"/>
                </a:lnTo>
                <a:lnTo>
                  <a:pt x="12799" y="11582"/>
                </a:lnTo>
                <a:lnTo>
                  <a:pt x="12945" y="11607"/>
                </a:lnTo>
                <a:lnTo>
                  <a:pt x="13115" y="11631"/>
                </a:lnTo>
                <a:lnTo>
                  <a:pt x="13286" y="11631"/>
                </a:lnTo>
                <a:lnTo>
                  <a:pt x="13456" y="11607"/>
                </a:lnTo>
                <a:lnTo>
                  <a:pt x="13651" y="11558"/>
                </a:lnTo>
                <a:lnTo>
                  <a:pt x="13797" y="11485"/>
                </a:lnTo>
                <a:lnTo>
                  <a:pt x="13967" y="11388"/>
                </a:lnTo>
                <a:lnTo>
                  <a:pt x="14040" y="11436"/>
                </a:lnTo>
                <a:lnTo>
                  <a:pt x="14137" y="11461"/>
                </a:lnTo>
                <a:lnTo>
                  <a:pt x="14259" y="11461"/>
                </a:lnTo>
                <a:lnTo>
                  <a:pt x="14405" y="11436"/>
                </a:lnTo>
                <a:lnTo>
                  <a:pt x="14478" y="11388"/>
                </a:lnTo>
                <a:lnTo>
                  <a:pt x="14527" y="11339"/>
                </a:lnTo>
                <a:lnTo>
                  <a:pt x="14551" y="11266"/>
                </a:lnTo>
                <a:lnTo>
                  <a:pt x="14551" y="11193"/>
                </a:lnTo>
                <a:lnTo>
                  <a:pt x="14527" y="11120"/>
                </a:lnTo>
                <a:lnTo>
                  <a:pt x="14478" y="11071"/>
                </a:lnTo>
                <a:lnTo>
                  <a:pt x="14429" y="11047"/>
                </a:lnTo>
                <a:lnTo>
                  <a:pt x="14356" y="11023"/>
                </a:lnTo>
                <a:lnTo>
                  <a:pt x="14283" y="11047"/>
                </a:lnTo>
                <a:lnTo>
                  <a:pt x="14210" y="11023"/>
                </a:lnTo>
                <a:lnTo>
                  <a:pt x="14137" y="10925"/>
                </a:lnTo>
                <a:lnTo>
                  <a:pt x="14040" y="10852"/>
                </a:lnTo>
                <a:lnTo>
                  <a:pt x="13943" y="10852"/>
                </a:lnTo>
                <a:lnTo>
                  <a:pt x="13894" y="10877"/>
                </a:lnTo>
                <a:lnTo>
                  <a:pt x="13845" y="10925"/>
                </a:lnTo>
                <a:lnTo>
                  <a:pt x="13772" y="10974"/>
                </a:lnTo>
                <a:lnTo>
                  <a:pt x="13651" y="11047"/>
                </a:lnTo>
                <a:lnTo>
                  <a:pt x="13505" y="11120"/>
                </a:lnTo>
                <a:lnTo>
                  <a:pt x="13334" y="11169"/>
                </a:lnTo>
                <a:lnTo>
                  <a:pt x="13188" y="11217"/>
                </a:lnTo>
                <a:lnTo>
                  <a:pt x="12994" y="11217"/>
                </a:lnTo>
                <a:lnTo>
                  <a:pt x="12969" y="11193"/>
                </a:lnTo>
                <a:lnTo>
                  <a:pt x="12945" y="11144"/>
                </a:lnTo>
                <a:lnTo>
                  <a:pt x="12921" y="11096"/>
                </a:lnTo>
                <a:lnTo>
                  <a:pt x="12945" y="10974"/>
                </a:lnTo>
                <a:lnTo>
                  <a:pt x="12945" y="10901"/>
                </a:lnTo>
                <a:lnTo>
                  <a:pt x="12896" y="10828"/>
                </a:lnTo>
                <a:lnTo>
                  <a:pt x="12848" y="10779"/>
                </a:lnTo>
                <a:lnTo>
                  <a:pt x="12775" y="10755"/>
                </a:lnTo>
                <a:lnTo>
                  <a:pt x="12677" y="10779"/>
                </a:lnTo>
                <a:lnTo>
                  <a:pt x="12629" y="10804"/>
                </a:lnTo>
                <a:lnTo>
                  <a:pt x="12556" y="10852"/>
                </a:lnTo>
                <a:lnTo>
                  <a:pt x="12531" y="10925"/>
                </a:lnTo>
                <a:lnTo>
                  <a:pt x="12507" y="11047"/>
                </a:lnTo>
                <a:lnTo>
                  <a:pt x="12458" y="11096"/>
                </a:lnTo>
                <a:lnTo>
                  <a:pt x="12410" y="11144"/>
                </a:lnTo>
                <a:lnTo>
                  <a:pt x="12288" y="11217"/>
                </a:lnTo>
                <a:lnTo>
                  <a:pt x="12142" y="11242"/>
                </a:lnTo>
                <a:lnTo>
                  <a:pt x="11972" y="11242"/>
                </a:lnTo>
                <a:lnTo>
                  <a:pt x="11850" y="11217"/>
                </a:lnTo>
                <a:lnTo>
                  <a:pt x="11728" y="11144"/>
                </a:lnTo>
                <a:lnTo>
                  <a:pt x="11704" y="11120"/>
                </a:lnTo>
                <a:lnTo>
                  <a:pt x="11680" y="11071"/>
                </a:lnTo>
                <a:lnTo>
                  <a:pt x="11680" y="10998"/>
                </a:lnTo>
                <a:lnTo>
                  <a:pt x="11704" y="10950"/>
                </a:lnTo>
                <a:lnTo>
                  <a:pt x="11728" y="10852"/>
                </a:lnTo>
                <a:lnTo>
                  <a:pt x="11728" y="10779"/>
                </a:lnTo>
                <a:lnTo>
                  <a:pt x="11680" y="10706"/>
                </a:lnTo>
                <a:lnTo>
                  <a:pt x="11631" y="10658"/>
                </a:lnTo>
                <a:lnTo>
                  <a:pt x="11558" y="10633"/>
                </a:lnTo>
                <a:close/>
                <a:moveTo>
                  <a:pt x="1266" y="11363"/>
                </a:moveTo>
                <a:lnTo>
                  <a:pt x="1266" y="11826"/>
                </a:lnTo>
                <a:lnTo>
                  <a:pt x="1095" y="11972"/>
                </a:lnTo>
                <a:lnTo>
                  <a:pt x="974" y="12118"/>
                </a:lnTo>
                <a:lnTo>
                  <a:pt x="876" y="12215"/>
                </a:lnTo>
                <a:lnTo>
                  <a:pt x="828" y="12337"/>
                </a:lnTo>
                <a:lnTo>
                  <a:pt x="803" y="11534"/>
                </a:lnTo>
                <a:lnTo>
                  <a:pt x="803" y="11485"/>
                </a:lnTo>
                <a:lnTo>
                  <a:pt x="925" y="11485"/>
                </a:lnTo>
                <a:lnTo>
                  <a:pt x="1047" y="11461"/>
                </a:lnTo>
                <a:lnTo>
                  <a:pt x="1144" y="11412"/>
                </a:lnTo>
                <a:lnTo>
                  <a:pt x="1266" y="11363"/>
                </a:lnTo>
                <a:close/>
                <a:moveTo>
                  <a:pt x="1266" y="12385"/>
                </a:moveTo>
                <a:lnTo>
                  <a:pt x="1266" y="12872"/>
                </a:lnTo>
                <a:lnTo>
                  <a:pt x="974" y="13140"/>
                </a:lnTo>
                <a:lnTo>
                  <a:pt x="828" y="13286"/>
                </a:lnTo>
                <a:lnTo>
                  <a:pt x="828" y="12653"/>
                </a:lnTo>
                <a:lnTo>
                  <a:pt x="1022" y="12556"/>
                </a:lnTo>
                <a:lnTo>
                  <a:pt x="1217" y="12410"/>
                </a:lnTo>
                <a:lnTo>
                  <a:pt x="1266" y="12385"/>
                </a:lnTo>
                <a:close/>
                <a:moveTo>
                  <a:pt x="4088" y="12775"/>
                </a:moveTo>
                <a:lnTo>
                  <a:pt x="4039" y="12799"/>
                </a:lnTo>
                <a:lnTo>
                  <a:pt x="4015" y="12823"/>
                </a:lnTo>
                <a:lnTo>
                  <a:pt x="3820" y="13164"/>
                </a:lnTo>
                <a:lnTo>
                  <a:pt x="3747" y="13359"/>
                </a:lnTo>
                <a:lnTo>
                  <a:pt x="3699" y="13553"/>
                </a:lnTo>
                <a:lnTo>
                  <a:pt x="3674" y="13748"/>
                </a:lnTo>
                <a:lnTo>
                  <a:pt x="3699" y="13821"/>
                </a:lnTo>
                <a:lnTo>
                  <a:pt x="3747" y="13894"/>
                </a:lnTo>
                <a:lnTo>
                  <a:pt x="3796" y="13967"/>
                </a:lnTo>
                <a:lnTo>
                  <a:pt x="3869" y="13991"/>
                </a:lnTo>
                <a:lnTo>
                  <a:pt x="3991" y="14040"/>
                </a:lnTo>
                <a:lnTo>
                  <a:pt x="4258" y="14040"/>
                </a:lnTo>
                <a:lnTo>
                  <a:pt x="4404" y="14016"/>
                </a:lnTo>
                <a:lnTo>
                  <a:pt x="4526" y="13967"/>
                </a:lnTo>
                <a:lnTo>
                  <a:pt x="4672" y="13918"/>
                </a:lnTo>
                <a:lnTo>
                  <a:pt x="4940" y="13748"/>
                </a:lnTo>
                <a:lnTo>
                  <a:pt x="5183" y="13578"/>
                </a:lnTo>
                <a:lnTo>
                  <a:pt x="5256" y="13675"/>
                </a:lnTo>
                <a:lnTo>
                  <a:pt x="5353" y="13748"/>
                </a:lnTo>
                <a:lnTo>
                  <a:pt x="5475" y="13821"/>
                </a:lnTo>
                <a:lnTo>
                  <a:pt x="5621" y="13870"/>
                </a:lnTo>
                <a:lnTo>
                  <a:pt x="5791" y="13918"/>
                </a:lnTo>
                <a:lnTo>
                  <a:pt x="6108" y="13918"/>
                </a:lnTo>
                <a:lnTo>
                  <a:pt x="6278" y="13894"/>
                </a:lnTo>
                <a:lnTo>
                  <a:pt x="6424" y="13821"/>
                </a:lnTo>
                <a:lnTo>
                  <a:pt x="6570" y="13772"/>
                </a:lnTo>
                <a:lnTo>
                  <a:pt x="6692" y="13675"/>
                </a:lnTo>
                <a:lnTo>
                  <a:pt x="6838" y="13578"/>
                </a:lnTo>
                <a:lnTo>
                  <a:pt x="6959" y="13675"/>
                </a:lnTo>
                <a:lnTo>
                  <a:pt x="7130" y="13724"/>
                </a:lnTo>
                <a:lnTo>
                  <a:pt x="7324" y="13748"/>
                </a:lnTo>
                <a:lnTo>
                  <a:pt x="7519" y="13748"/>
                </a:lnTo>
                <a:lnTo>
                  <a:pt x="8030" y="13724"/>
                </a:lnTo>
                <a:lnTo>
                  <a:pt x="8565" y="13748"/>
                </a:lnTo>
                <a:lnTo>
                  <a:pt x="8906" y="13772"/>
                </a:lnTo>
                <a:lnTo>
                  <a:pt x="9271" y="13748"/>
                </a:lnTo>
                <a:lnTo>
                  <a:pt x="9466" y="13724"/>
                </a:lnTo>
                <a:lnTo>
                  <a:pt x="9636" y="13675"/>
                </a:lnTo>
                <a:lnTo>
                  <a:pt x="9782" y="13578"/>
                </a:lnTo>
                <a:lnTo>
                  <a:pt x="9928" y="13480"/>
                </a:lnTo>
                <a:lnTo>
                  <a:pt x="9952" y="13432"/>
                </a:lnTo>
                <a:lnTo>
                  <a:pt x="9952" y="13383"/>
                </a:lnTo>
                <a:lnTo>
                  <a:pt x="9928" y="13334"/>
                </a:lnTo>
                <a:lnTo>
                  <a:pt x="9879" y="13310"/>
                </a:lnTo>
                <a:lnTo>
                  <a:pt x="9660" y="13261"/>
                </a:lnTo>
                <a:lnTo>
                  <a:pt x="9466" y="13286"/>
                </a:lnTo>
                <a:lnTo>
                  <a:pt x="9028" y="13334"/>
                </a:lnTo>
                <a:lnTo>
                  <a:pt x="8590" y="13334"/>
                </a:lnTo>
                <a:lnTo>
                  <a:pt x="8176" y="13286"/>
                </a:lnTo>
                <a:lnTo>
                  <a:pt x="7957" y="13286"/>
                </a:lnTo>
                <a:lnTo>
                  <a:pt x="7616" y="13310"/>
                </a:lnTo>
                <a:lnTo>
                  <a:pt x="7276" y="13310"/>
                </a:lnTo>
                <a:lnTo>
                  <a:pt x="7203" y="13286"/>
                </a:lnTo>
                <a:lnTo>
                  <a:pt x="7178" y="13261"/>
                </a:lnTo>
                <a:lnTo>
                  <a:pt x="7203" y="13164"/>
                </a:lnTo>
                <a:lnTo>
                  <a:pt x="7178" y="13091"/>
                </a:lnTo>
                <a:lnTo>
                  <a:pt x="7154" y="13042"/>
                </a:lnTo>
                <a:lnTo>
                  <a:pt x="7105" y="12969"/>
                </a:lnTo>
                <a:lnTo>
                  <a:pt x="7057" y="12945"/>
                </a:lnTo>
                <a:lnTo>
                  <a:pt x="6984" y="12921"/>
                </a:lnTo>
                <a:lnTo>
                  <a:pt x="6911" y="12945"/>
                </a:lnTo>
                <a:lnTo>
                  <a:pt x="6838" y="12994"/>
                </a:lnTo>
                <a:lnTo>
                  <a:pt x="6594" y="13237"/>
                </a:lnTo>
                <a:lnTo>
                  <a:pt x="6302" y="13432"/>
                </a:lnTo>
                <a:lnTo>
                  <a:pt x="6205" y="13480"/>
                </a:lnTo>
                <a:lnTo>
                  <a:pt x="6059" y="13505"/>
                </a:lnTo>
                <a:lnTo>
                  <a:pt x="5913" y="13505"/>
                </a:lnTo>
                <a:lnTo>
                  <a:pt x="5767" y="13480"/>
                </a:lnTo>
                <a:lnTo>
                  <a:pt x="5645" y="13432"/>
                </a:lnTo>
                <a:lnTo>
                  <a:pt x="5548" y="13359"/>
                </a:lnTo>
                <a:lnTo>
                  <a:pt x="5524" y="13286"/>
                </a:lnTo>
                <a:lnTo>
                  <a:pt x="5524" y="13237"/>
                </a:lnTo>
                <a:lnTo>
                  <a:pt x="5524" y="13164"/>
                </a:lnTo>
                <a:lnTo>
                  <a:pt x="5548" y="13067"/>
                </a:lnTo>
                <a:lnTo>
                  <a:pt x="5548" y="12994"/>
                </a:lnTo>
                <a:lnTo>
                  <a:pt x="5524" y="12921"/>
                </a:lnTo>
                <a:lnTo>
                  <a:pt x="5475" y="12872"/>
                </a:lnTo>
                <a:lnTo>
                  <a:pt x="5426" y="12823"/>
                </a:lnTo>
                <a:lnTo>
                  <a:pt x="5353" y="12799"/>
                </a:lnTo>
                <a:lnTo>
                  <a:pt x="5280" y="12799"/>
                </a:lnTo>
                <a:lnTo>
                  <a:pt x="5207" y="12848"/>
                </a:lnTo>
                <a:lnTo>
                  <a:pt x="5159" y="12896"/>
                </a:lnTo>
                <a:lnTo>
                  <a:pt x="5086" y="13018"/>
                </a:lnTo>
                <a:lnTo>
                  <a:pt x="5013" y="13091"/>
                </a:lnTo>
                <a:lnTo>
                  <a:pt x="4842" y="13261"/>
                </a:lnTo>
                <a:lnTo>
                  <a:pt x="4648" y="13407"/>
                </a:lnTo>
                <a:lnTo>
                  <a:pt x="4453" y="13505"/>
                </a:lnTo>
                <a:lnTo>
                  <a:pt x="4331" y="13578"/>
                </a:lnTo>
                <a:lnTo>
                  <a:pt x="4185" y="13602"/>
                </a:lnTo>
                <a:lnTo>
                  <a:pt x="4137" y="13602"/>
                </a:lnTo>
                <a:lnTo>
                  <a:pt x="4088" y="13578"/>
                </a:lnTo>
                <a:lnTo>
                  <a:pt x="4088" y="13505"/>
                </a:lnTo>
                <a:lnTo>
                  <a:pt x="4088" y="13407"/>
                </a:lnTo>
                <a:lnTo>
                  <a:pt x="4210" y="12945"/>
                </a:lnTo>
                <a:lnTo>
                  <a:pt x="4210" y="12896"/>
                </a:lnTo>
                <a:lnTo>
                  <a:pt x="4210" y="12848"/>
                </a:lnTo>
                <a:lnTo>
                  <a:pt x="4161" y="12799"/>
                </a:lnTo>
                <a:lnTo>
                  <a:pt x="4112" y="12775"/>
                </a:lnTo>
                <a:close/>
                <a:moveTo>
                  <a:pt x="1266" y="13407"/>
                </a:moveTo>
                <a:lnTo>
                  <a:pt x="1266" y="14113"/>
                </a:lnTo>
                <a:lnTo>
                  <a:pt x="1168" y="14186"/>
                </a:lnTo>
                <a:lnTo>
                  <a:pt x="1071" y="14235"/>
                </a:lnTo>
                <a:lnTo>
                  <a:pt x="925" y="14381"/>
                </a:lnTo>
                <a:lnTo>
                  <a:pt x="779" y="14527"/>
                </a:lnTo>
                <a:lnTo>
                  <a:pt x="803" y="13748"/>
                </a:lnTo>
                <a:lnTo>
                  <a:pt x="925" y="13675"/>
                </a:lnTo>
                <a:lnTo>
                  <a:pt x="1047" y="13578"/>
                </a:lnTo>
                <a:lnTo>
                  <a:pt x="1241" y="13407"/>
                </a:lnTo>
                <a:close/>
                <a:moveTo>
                  <a:pt x="1266" y="14624"/>
                </a:moveTo>
                <a:lnTo>
                  <a:pt x="1266" y="14940"/>
                </a:lnTo>
                <a:lnTo>
                  <a:pt x="1193" y="14989"/>
                </a:lnTo>
                <a:lnTo>
                  <a:pt x="949" y="15208"/>
                </a:lnTo>
                <a:lnTo>
                  <a:pt x="730" y="15451"/>
                </a:lnTo>
                <a:lnTo>
                  <a:pt x="755" y="15062"/>
                </a:lnTo>
                <a:lnTo>
                  <a:pt x="876" y="14989"/>
                </a:lnTo>
                <a:lnTo>
                  <a:pt x="974" y="14892"/>
                </a:lnTo>
                <a:lnTo>
                  <a:pt x="1168" y="14697"/>
                </a:lnTo>
                <a:lnTo>
                  <a:pt x="1266" y="14624"/>
                </a:lnTo>
                <a:close/>
                <a:moveTo>
                  <a:pt x="1241" y="15451"/>
                </a:moveTo>
                <a:lnTo>
                  <a:pt x="1241" y="15500"/>
                </a:lnTo>
                <a:lnTo>
                  <a:pt x="1217" y="15841"/>
                </a:lnTo>
                <a:lnTo>
                  <a:pt x="1071" y="15962"/>
                </a:lnTo>
                <a:lnTo>
                  <a:pt x="925" y="16108"/>
                </a:lnTo>
                <a:lnTo>
                  <a:pt x="682" y="16400"/>
                </a:lnTo>
                <a:lnTo>
                  <a:pt x="706" y="15695"/>
                </a:lnTo>
                <a:lnTo>
                  <a:pt x="755" y="15719"/>
                </a:lnTo>
                <a:lnTo>
                  <a:pt x="828" y="15743"/>
                </a:lnTo>
                <a:lnTo>
                  <a:pt x="876" y="15743"/>
                </a:lnTo>
                <a:lnTo>
                  <a:pt x="949" y="15695"/>
                </a:lnTo>
                <a:lnTo>
                  <a:pt x="1241" y="15451"/>
                </a:lnTo>
                <a:close/>
                <a:moveTo>
                  <a:pt x="1168" y="16327"/>
                </a:moveTo>
                <a:lnTo>
                  <a:pt x="1120" y="17009"/>
                </a:lnTo>
                <a:lnTo>
                  <a:pt x="998" y="17082"/>
                </a:lnTo>
                <a:lnTo>
                  <a:pt x="876" y="17179"/>
                </a:lnTo>
                <a:lnTo>
                  <a:pt x="682" y="17373"/>
                </a:lnTo>
                <a:lnTo>
                  <a:pt x="584" y="17495"/>
                </a:lnTo>
                <a:lnTo>
                  <a:pt x="657" y="16668"/>
                </a:lnTo>
                <a:lnTo>
                  <a:pt x="803" y="16619"/>
                </a:lnTo>
                <a:lnTo>
                  <a:pt x="949" y="16522"/>
                </a:lnTo>
                <a:lnTo>
                  <a:pt x="1168" y="16327"/>
                </a:lnTo>
                <a:close/>
                <a:moveTo>
                  <a:pt x="6813" y="463"/>
                </a:moveTo>
                <a:lnTo>
                  <a:pt x="8322" y="487"/>
                </a:lnTo>
                <a:lnTo>
                  <a:pt x="9830" y="560"/>
                </a:lnTo>
                <a:lnTo>
                  <a:pt x="12848" y="706"/>
                </a:lnTo>
                <a:lnTo>
                  <a:pt x="12775" y="901"/>
                </a:lnTo>
                <a:lnTo>
                  <a:pt x="12750" y="1071"/>
                </a:lnTo>
                <a:lnTo>
                  <a:pt x="12677" y="1484"/>
                </a:lnTo>
                <a:lnTo>
                  <a:pt x="12677" y="1874"/>
                </a:lnTo>
                <a:lnTo>
                  <a:pt x="12702" y="2312"/>
                </a:lnTo>
                <a:lnTo>
                  <a:pt x="12775" y="3115"/>
                </a:lnTo>
                <a:lnTo>
                  <a:pt x="12799" y="3528"/>
                </a:lnTo>
                <a:lnTo>
                  <a:pt x="12823" y="3893"/>
                </a:lnTo>
                <a:lnTo>
                  <a:pt x="12823" y="3966"/>
                </a:lnTo>
                <a:lnTo>
                  <a:pt x="12872" y="4039"/>
                </a:lnTo>
                <a:lnTo>
                  <a:pt x="12896" y="4064"/>
                </a:lnTo>
                <a:lnTo>
                  <a:pt x="12945" y="4112"/>
                </a:lnTo>
                <a:lnTo>
                  <a:pt x="12994" y="4161"/>
                </a:lnTo>
                <a:lnTo>
                  <a:pt x="13067" y="4210"/>
                </a:lnTo>
                <a:lnTo>
                  <a:pt x="13261" y="4258"/>
                </a:lnTo>
                <a:lnTo>
                  <a:pt x="13456" y="4307"/>
                </a:lnTo>
                <a:lnTo>
                  <a:pt x="13870" y="4331"/>
                </a:lnTo>
                <a:lnTo>
                  <a:pt x="14697" y="4356"/>
                </a:lnTo>
                <a:lnTo>
                  <a:pt x="15500" y="4356"/>
                </a:lnTo>
                <a:lnTo>
                  <a:pt x="15889" y="4331"/>
                </a:lnTo>
                <a:lnTo>
                  <a:pt x="16279" y="4283"/>
                </a:lnTo>
                <a:lnTo>
                  <a:pt x="16254" y="5061"/>
                </a:lnTo>
                <a:lnTo>
                  <a:pt x="16279" y="5864"/>
                </a:lnTo>
                <a:lnTo>
                  <a:pt x="16303" y="6643"/>
                </a:lnTo>
                <a:lnTo>
                  <a:pt x="16303" y="7422"/>
                </a:lnTo>
                <a:lnTo>
                  <a:pt x="16254" y="9319"/>
                </a:lnTo>
                <a:lnTo>
                  <a:pt x="16254" y="10268"/>
                </a:lnTo>
                <a:lnTo>
                  <a:pt x="16254" y="11242"/>
                </a:lnTo>
                <a:lnTo>
                  <a:pt x="16303" y="13140"/>
                </a:lnTo>
                <a:lnTo>
                  <a:pt x="16352" y="15062"/>
                </a:lnTo>
                <a:lnTo>
                  <a:pt x="16327" y="15962"/>
                </a:lnTo>
                <a:lnTo>
                  <a:pt x="16327" y="16887"/>
                </a:lnTo>
                <a:lnTo>
                  <a:pt x="16327" y="17738"/>
                </a:lnTo>
                <a:lnTo>
                  <a:pt x="16303" y="18152"/>
                </a:lnTo>
                <a:lnTo>
                  <a:pt x="16254" y="18590"/>
                </a:lnTo>
                <a:lnTo>
                  <a:pt x="15889" y="18614"/>
                </a:lnTo>
                <a:lnTo>
                  <a:pt x="15524" y="18639"/>
                </a:lnTo>
                <a:lnTo>
                  <a:pt x="11923" y="18639"/>
                </a:lnTo>
                <a:lnTo>
                  <a:pt x="9733" y="18614"/>
                </a:lnTo>
                <a:lnTo>
                  <a:pt x="7616" y="18566"/>
                </a:lnTo>
                <a:lnTo>
                  <a:pt x="5524" y="18517"/>
                </a:lnTo>
                <a:lnTo>
                  <a:pt x="4453" y="18517"/>
                </a:lnTo>
                <a:lnTo>
                  <a:pt x="3358" y="18566"/>
                </a:lnTo>
                <a:lnTo>
                  <a:pt x="2701" y="18566"/>
                </a:lnTo>
                <a:lnTo>
                  <a:pt x="2360" y="18590"/>
                </a:lnTo>
                <a:lnTo>
                  <a:pt x="2020" y="18639"/>
                </a:lnTo>
                <a:lnTo>
                  <a:pt x="1971" y="18590"/>
                </a:lnTo>
                <a:lnTo>
                  <a:pt x="1922" y="18517"/>
                </a:lnTo>
                <a:lnTo>
                  <a:pt x="1849" y="18493"/>
                </a:lnTo>
                <a:lnTo>
                  <a:pt x="1776" y="18493"/>
                </a:lnTo>
                <a:lnTo>
                  <a:pt x="1703" y="18298"/>
                </a:lnTo>
                <a:lnTo>
                  <a:pt x="1655" y="18103"/>
                </a:lnTo>
                <a:lnTo>
                  <a:pt x="1703" y="18030"/>
                </a:lnTo>
                <a:lnTo>
                  <a:pt x="1703" y="17957"/>
                </a:lnTo>
                <a:lnTo>
                  <a:pt x="1679" y="17884"/>
                </a:lnTo>
                <a:lnTo>
                  <a:pt x="1631" y="17811"/>
                </a:lnTo>
                <a:lnTo>
                  <a:pt x="1631" y="17398"/>
                </a:lnTo>
                <a:lnTo>
                  <a:pt x="1631" y="17009"/>
                </a:lnTo>
                <a:lnTo>
                  <a:pt x="1679" y="16133"/>
                </a:lnTo>
                <a:lnTo>
                  <a:pt x="1728" y="15281"/>
                </a:lnTo>
                <a:lnTo>
                  <a:pt x="1728" y="15086"/>
                </a:lnTo>
                <a:lnTo>
                  <a:pt x="1752" y="15038"/>
                </a:lnTo>
                <a:lnTo>
                  <a:pt x="1776" y="14965"/>
                </a:lnTo>
                <a:lnTo>
                  <a:pt x="1776" y="14916"/>
                </a:lnTo>
                <a:lnTo>
                  <a:pt x="1728" y="14843"/>
                </a:lnTo>
                <a:lnTo>
                  <a:pt x="1728" y="13018"/>
                </a:lnTo>
                <a:lnTo>
                  <a:pt x="1801" y="12945"/>
                </a:lnTo>
                <a:lnTo>
                  <a:pt x="1825" y="12848"/>
                </a:lnTo>
                <a:lnTo>
                  <a:pt x="1825" y="12775"/>
                </a:lnTo>
                <a:lnTo>
                  <a:pt x="1776" y="12726"/>
                </a:lnTo>
                <a:lnTo>
                  <a:pt x="1728" y="12677"/>
                </a:lnTo>
                <a:lnTo>
                  <a:pt x="1728" y="11071"/>
                </a:lnTo>
                <a:lnTo>
                  <a:pt x="1752" y="11023"/>
                </a:lnTo>
                <a:lnTo>
                  <a:pt x="1752" y="10974"/>
                </a:lnTo>
                <a:lnTo>
                  <a:pt x="1752" y="10925"/>
                </a:lnTo>
                <a:lnTo>
                  <a:pt x="1728" y="10852"/>
                </a:lnTo>
                <a:lnTo>
                  <a:pt x="1728" y="10049"/>
                </a:lnTo>
                <a:lnTo>
                  <a:pt x="1801" y="7373"/>
                </a:lnTo>
                <a:lnTo>
                  <a:pt x="1874" y="6059"/>
                </a:lnTo>
                <a:lnTo>
                  <a:pt x="1947" y="4721"/>
                </a:lnTo>
                <a:lnTo>
                  <a:pt x="1971" y="4137"/>
                </a:lnTo>
                <a:lnTo>
                  <a:pt x="1971" y="3553"/>
                </a:lnTo>
                <a:lnTo>
                  <a:pt x="1922" y="2969"/>
                </a:lnTo>
                <a:lnTo>
                  <a:pt x="1898" y="2360"/>
                </a:lnTo>
                <a:lnTo>
                  <a:pt x="1849" y="1825"/>
                </a:lnTo>
                <a:lnTo>
                  <a:pt x="1801" y="1290"/>
                </a:lnTo>
                <a:lnTo>
                  <a:pt x="1752" y="925"/>
                </a:lnTo>
                <a:lnTo>
                  <a:pt x="1703" y="755"/>
                </a:lnTo>
                <a:lnTo>
                  <a:pt x="1703" y="560"/>
                </a:lnTo>
                <a:lnTo>
                  <a:pt x="2141" y="609"/>
                </a:lnTo>
                <a:lnTo>
                  <a:pt x="2579" y="609"/>
                </a:lnTo>
                <a:lnTo>
                  <a:pt x="3455" y="584"/>
                </a:lnTo>
                <a:lnTo>
                  <a:pt x="5134" y="511"/>
                </a:lnTo>
                <a:lnTo>
                  <a:pt x="5962" y="487"/>
                </a:lnTo>
                <a:lnTo>
                  <a:pt x="6813" y="463"/>
                </a:lnTo>
                <a:close/>
                <a:moveTo>
                  <a:pt x="1120" y="17544"/>
                </a:moveTo>
                <a:lnTo>
                  <a:pt x="1144" y="17982"/>
                </a:lnTo>
                <a:lnTo>
                  <a:pt x="949" y="18176"/>
                </a:lnTo>
                <a:lnTo>
                  <a:pt x="779" y="18371"/>
                </a:lnTo>
                <a:lnTo>
                  <a:pt x="682" y="18517"/>
                </a:lnTo>
                <a:lnTo>
                  <a:pt x="584" y="18663"/>
                </a:lnTo>
                <a:lnTo>
                  <a:pt x="536" y="18858"/>
                </a:lnTo>
                <a:lnTo>
                  <a:pt x="513" y="19015"/>
                </a:lnTo>
                <a:lnTo>
                  <a:pt x="511" y="18979"/>
                </a:lnTo>
                <a:lnTo>
                  <a:pt x="511" y="18468"/>
                </a:lnTo>
                <a:lnTo>
                  <a:pt x="536" y="17982"/>
                </a:lnTo>
                <a:lnTo>
                  <a:pt x="657" y="17909"/>
                </a:lnTo>
                <a:lnTo>
                  <a:pt x="779" y="17836"/>
                </a:lnTo>
                <a:lnTo>
                  <a:pt x="974" y="17665"/>
                </a:lnTo>
                <a:lnTo>
                  <a:pt x="1120" y="17544"/>
                </a:lnTo>
                <a:close/>
                <a:moveTo>
                  <a:pt x="1266" y="18468"/>
                </a:moveTo>
                <a:lnTo>
                  <a:pt x="1314" y="18663"/>
                </a:lnTo>
                <a:lnTo>
                  <a:pt x="1412" y="18833"/>
                </a:lnTo>
                <a:lnTo>
                  <a:pt x="1144" y="19150"/>
                </a:lnTo>
                <a:lnTo>
                  <a:pt x="876" y="19539"/>
                </a:lnTo>
                <a:lnTo>
                  <a:pt x="633" y="19928"/>
                </a:lnTo>
                <a:lnTo>
                  <a:pt x="584" y="19685"/>
                </a:lnTo>
                <a:lnTo>
                  <a:pt x="536" y="19466"/>
                </a:lnTo>
                <a:lnTo>
                  <a:pt x="514" y="19031"/>
                </a:lnTo>
                <a:lnTo>
                  <a:pt x="514" y="19031"/>
                </a:lnTo>
                <a:lnTo>
                  <a:pt x="536" y="19052"/>
                </a:lnTo>
                <a:lnTo>
                  <a:pt x="584" y="19052"/>
                </a:lnTo>
                <a:lnTo>
                  <a:pt x="779" y="18955"/>
                </a:lnTo>
                <a:lnTo>
                  <a:pt x="949" y="18809"/>
                </a:lnTo>
                <a:lnTo>
                  <a:pt x="1266" y="18468"/>
                </a:lnTo>
                <a:close/>
                <a:moveTo>
                  <a:pt x="15427" y="19101"/>
                </a:moveTo>
                <a:lnTo>
                  <a:pt x="15427" y="19296"/>
                </a:lnTo>
                <a:lnTo>
                  <a:pt x="15427" y="19490"/>
                </a:lnTo>
                <a:lnTo>
                  <a:pt x="15451" y="19904"/>
                </a:lnTo>
                <a:lnTo>
                  <a:pt x="15086" y="19953"/>
                </a:lnTo>
                <a:lnTo>
                  <a:pt x="15086" y="19953"/>
                </a:lnTo>
                <a:lnTo>
                  <a:pt x="15159" y="19734"/>
                </a:lnTo>
                <a:lnTo>
                  <a:pt x="15257" y="19417"/>
                </a:lnTo>
                <a:lnTo>
                  <a:pt x="15281" y="19271"/>
                </a:lnTo>
                <a:lnTo>
                  <a:pt x="15281" y="19101"/>
                </a:lnTo>
                <a:close/>
                <a:moveTo>
                  <a:pt x="15038" y="19101"/>
                </a:moveTo>
                <a:lnTo>
                  <a:pt x="14989" y="19174"/>
                </a:lnTo>
                <a:lnTo>
                  <a:pt x="14940" y="19271"/>
                </a:lnTo>
                <a:lnTo>
                  <a:pt x="14843" y="19442"/>
                </a:lnTo>
                <a:lnTo>
                  <a:pt x="14721" y="19782"/>
                </a:lnTo>
                <a:lnTo>
                  <a:pt x="14600" y="20026"/>
                </a:lnTo>
                <a:lnTo>
                  <a:pt x="14356" y="20050"/>
                </a:lnTo>
                <a:lnTo>
                  <a:pt x="14429" y="19758"/>
                </a:lnTo>
                <a:lnTo>
                  <a:pt x="14502" y="19563"/>
                </a:lnTo>
                <a:lnTo>
                  <a:pt x="14551" y="19344"/>
                </a:lnTo>
                <a:lnTo>
                  <a:pt x="14575" y="19198"/>
                </a:lnTo>
                <a:lnTo>
                  <a:pt x="14551" y="19125"/>
                </a:lnTo>
                <a:lnTo>
                  <a:pt x="15038" y="19101"/>
                </a:lnTo>
                <a:close/>
                <a:moveTo>
                  <a:pt x="9782" y="19052"/>
                </a:moveTo>
                <a:lnTo>
                  <a:pt x="9660" y="19296"/>
                </a:lnTo>
                <a:lnTo>
                  <a:pt x="9563" y="19563"/>
                </a:lnTo>
                <a:lnTo>
                  <a:pt x="9490" y="19831"/>
                </a:lnTo>
                <a:lnTo>
                  <a:pt x="9441" y="20074"/>
                </a:lnTo>
                <a:lnTo>
                  <a:pt x="9028" y="20074"/>
                </a:lnTo>
                <a:lnTo>
                  <a:pt x="9101" y="19831"/>
                </a:lnTo>
                <a:lnTo>
                  <a:pt x="9174" y="19636"/>
                </a:lnTo>
                <a:lnTo>
                  <a:pt x="9320" y="19344"/>
                </a:lnTo>
                <a:lnTo>
                  <a:pt x="9368" y="19174"/>
                </a:lnTo>
                <a:lnTo>
                  <a:pt x="9393" y="19101"/>
                </a:lnTo>
                <a:lnTo>
                  <a:pt x="9368" y="19052"/>
                </a:lnTo>
                <a:close/>
                <a:moveTo>
                  <a:pt x="10779" y="19077"/>
                </a:moveTo>
                <a:lnTo>
                  <a:pt x="10585" y="19296"/>
                </a:lnTo>
                <a:lnTo>
                  <a:pt x="10439" y="19539"/>
                </a:lnTo>
                <a:lnTo>
                  <a:pt x="10366" y="19685"/>
                </a:lnTo>
                <a:lnTo>
                  <a:pt x="10317" y="19807"/>
                </a:lnTo>
                <a:lnTo>
                  <a:pt x="10268" y="19953"/>
                </a:lnTo>
                <a:lnTo>
                  <a:pt x="10244" y="20074"/>
                </a:lnTo>
                <a:lnTo>
                  <a:pt x="9879" y="20074"/>
                </a:lnTo>
                <a:lnTo>
                  <a:pt x="9903" y="19977"/>
                </a:lnTo>
                <a:lnTo>
                  <a:pt x="9976" y="19734"/>
                </a:lnTo>
                <a:lnTo>
                  <a:pt x="10049" y="19515"/>
                </a:lnTo>
                <a:lnTo>
                  <a:pt x="10122" y="19320"/>
                </a:lnTo>
                <a:lnTo>
                  <a:pt x="10195" y="19198"/>
                </a:lnTo>
                <a:lnTo>
                  <a:pt x="10220" y="19077"/>
                </a:lnTo>
                <a:close/>
                <a:moveTo>
                  <a:pt x="9076" y="19028"/>
                </a:moveTo>
                <a:lnTo>
                  <a:pt x="9003" y="19150"/>
                </a:lnTo>
                <a:lnTo>
                  <a:pt x="8906" y="19271"/>
                </a:lnTo>
                <a:lnTo>
                  <a:pt x="8809" y="19466"/>
                </a:lnTo>
                <a:lnTo>
                  <a:pt x="8711" y="19685"/>
                </a:lnTo>
                <a:lnTo>
                  <a:pt x="8638" y="19880"/>
                </a:lnTo>
                <a:lnTo>
                  <a:pt x="8590" y="19977"/>
                </a:lnTo>
                <a:lnTo>
                  <a:pt x="8565" y="20074"/>
                </a:lnTo>
                <a:lnTo>
                  <a:pt x="8054" y="20099"/>
                </a:lnTo>
                <a:lnTo>
                  <a:pt x="8079" y="19953"/>
                </a:lnTo>
                <a:lnTo>
                  <a:pt x="8176" y="19734"/>
                </a:lnTo>
                <a:lnTo>
                  <a:pt x="8273" y="19490"/>
                </a:lnTo>
                <a:lnTo>
                  <a:pt x="8395" y="19296"/>
                </a:lnTo>
                <a:lnTo>
                  <a:pt x="8468" y="19150"/>
                </a:lnTo>
                <a:lnTo>
                  <a:pt x="8517" y="19028"/>
                </a:lnTo>
                <a:close/>
                <a:moveTo>
                  <a:pt x="10901" y="19077"/>
                </a:moveTo>
                <a:lnTo>
                  <a:pt x="10998" y="19101"/>
                </a:lnTo>
                <a:lnTo>
                  <a:pt x="11631" y="19101"/>
                </a:lnTo>
                <a:lnTo>
                  <a:pt x="11509" y="19247"/>
                </a:lnTo>
                <a:lnTo>
                  <a:pt x="11412" y="19393"/>
                </a:lnTo>
                <a:lnTo>
                  <a:pt x="11266" y="19685"/>
                </a:lnTo>
                <a:lnTo>
                  <a:pt x="11193" y="19880"/>
                </a:lnTo>
                <a:lnTo>
                  <a:pt x="11144" y="20001"/>
                </a:lnTo>
                <a:lnTo>
                  <a:pt x="11144" y="20099"/>
                </a:lnTo>
                <a:lnTo>
                  <a:pt x="11047" y="20099"/>
                </a:lnTo>
                <a:lnTo>
                  <a:pt x="10609" y="20074"/>
                </a:lnTo>
                <a:lnTo>
                  <a:pt x="10658" y="19831"/>
                </a:lnTo>
                <a:lnTo>
                  <a:pt x="10731" y="19588"/>
                </a:lnTo>
                <a:lnTo>
                  <a:pt x="10901" y="19077"/>
                </a:lnTo>
                <a:close/>
                <a:moveTo>
                  <a:pt x="14356" y="19125"/>
                </a:moveTo>
                <a:lnTo>
                  <a:pt x="14308" y="19198"/>
                </a:lnTo>
                <a:lnTo>
                  <a:pt x="14186" y="19393"/>
                </a:lnTo>
                <a:lnTo>
                  <a:pt x="14089" y="19563"/>
                </a:lnTo>
                <a:lnTo>
                  <a:pt x="13991" y="19782"/>
                </a:lnTo>
                <a:lnTo>
                  <a:pt x="13918" y="20001"/>
                </a:lnTo>
                <a:lnTo>
                  <a:pt x="13870" y="20074"/>
                </a:lnTo>
                <a:lnTo>
                  <a:pt x="13334" y="20099"/>
                </a:lnTo>
                <a:lnTo>
                  <a:pt x="13432" y="19880"/>
                </a:lnTo>
                <a:lnTo>
                  <a:pt x="13529" y="19685"/>
                </a:lnTo>
                <a:lnTo>
                  <a:pt x="13651" y="19393"/>
                </a:lnTo>
                <a:lnTo>
                  <a:pt x="13675" y="19344"/>
                </a:lnTo>
                <a:lnTo>
                  <a:pt x="13675" y="19271"/>
                </a:lnTo>
                <a:lnTo>
                  <a:pt x="13675" y="19198"/>
                </a:lnTo>
                <a:lnTo>
                  <a:pt x="13675" y="19150"/>
                </a:lnTo>
                <a:lnTo>
                  <a:pt x="13675" y="19125"/>
                </a:lnTo>
                <a:close/>
                <a:moveTo>
                  <a:pt x="7665" y="18979"/>
                </a:moveTo>
                <a:lnTo>
                  <a:pt x="8176" y="19004"/>
                </a:lnTo>
                <a:lnTo>
                  <a:pt x="8079" y="19125"/>
                </a:lnTo>
                <a:lnTo>
                  <a:pt x="7981" y="19271"/>
                </a:lnTo>
                <a:lnTo>
                  <a:pt x="7860" y="19490"/>
                </a:lnTo>
                <a:lnTo>
                  <a:pt x="7738" y="19782"/>
                </a:lnTo>
                <a:lnTo>
                  <a:pt x="7689" y="19953"/>
                </a:lnTo>
                <a:lnTo>
                  <a:pt x="7689" y="20099"/>
                </a:lnTo>
                <a:lnTo>
                  <a:pt x="6984" y="20123"/>
                </a:lnTo>
                <a:lnTo>
                  <a:pt x="7057" y="19977"/>
                </a:lnTo>
                <a:lnTo>
                  <a:pt x="7130" y="19831"/>
                </a:lnTo>
                <a:lnTo>
                  <a:pt x="7324" y="19563"/>
                </a:lnTo>
                <a:lnTo>
                  <a:pt x="7519" y="19271"/>
                </a:lnTo>
                <a:lnTo>
                  <a:pt x="7592" y="19125"/>
                </a:lnTo>
                <a:lnTo>
                  <a:pt x="7665" y="18979"/>
                </a:lnTo>
                <a:close/>
                <a:moveTo>
                  <a:pt x="11972" y="19101"/>
                </a:moveTo>
                <a:lnTo>
                  <a:pt x="12556" y="19125"/>
                </a:lnTo>
                <a:lnTo>
                  <a:pt x="12483" y="19223"/>
                </a:lnTo>
                <a:lnTo>
                  <a:pt x="12410" y="19320"/>
                </a:lnTo>
                <a:lnTo>
                  <a:pt x="12312" y="19563"/>
                </a:lnTo>
                <a:lnTo>
                  <a:pt x="12239" y="19855"/>
                </a:lnTo>
                <a:lnTo>
                  <a:pt x="12166" y="20123"/>
                </a:lnTo>
                <a:lnTo>
                  <a:pt x="11558" y="20099"/>
                </a:lnTo>
                <a:lnTo>
                  <a:pt x="11582" y="19953"/>
                </a:lnTo>
                <a:lnTo>
                  <a:pt x="11655" y="19807"/>
                </a:lnTo>
                <a:lnTo>
                  <a:pt x="11801" y="19563"/>
                </a:lnTo>
                <a:lnTo>
                  <a:pt x="11899" y="19369"/>
                </a:lnTo>
                <a:lnTo>
                  <a:pt x="11947" y="19247"/>
                </a:lnTo>
                <a:lnTo>
                  <a:pt x="11972" y="19101"/>
                </a:lnTo>
                <a:close/>
                <a:moveTo>
                  <a:pt x="13602" y="19125"/>
                </a:moveTo>
                <a:lnTo>
                  <a:pt x="13505" y="19174"/>
                </a:lnTo>
                <a:lnTo>
                  <a:pt x="13383" y="19247"/>
                </a:lnTo>
                <a:lnTo>
                  <a:pt x="13261" y="19393"/>
                </a:lnTo>
                <a:lnTo>
                  <a:pt x="13164" y="19539"/>
                </a:lnTo>
                <a:lnTo>
                  <a:pt x="13018" y="19831"/>
                </a:lnTo>
                <a:lnTo>
                  <a:pt x="12896" y="20123"/>
                </a:lnTo>
                <a:lnTo>
                  <a:pt x="12580" y="20123"/>
                </a:lnTo>
                <a:lnTo>
                  <a:pt x="12653" y="19807"/>
                </a:lnTo>
                <a:lnTo>
                  <a:pt x="12750" y="19490"/>
                </a:lnTo>
                <a:lnTo>
                  <a:pt x="12848" y="19150"/>
                </a:lnTo>
                <a:lnTo>
                  <a:pt x="12848" y="19125"/>
                </a:lnTo>
                <a:close/>
                <a:moveTo>
                  <a:pt x="6813" y="18955"/>
                </a:moveTo>
                <a:lnTo>
                  <a:pt x="7300" y="18979"/>
                </a:lnTo>
                <a:lnTo>
                  <a:pt x="7178" y="19101"/>
                </a:lnTo>
                <a:lnTo>
                  <a:pt x="7081" y="19223"/>
                </a:lnTo>
                <a:lnTo>
                  <a:pt x="6862" y="19515"/>
                </a:lnTo>
                <a:lnTo>
                  <a:pt x="6716" y="19831"/>
                </a:lnTo>
                <a:lnTo>
                  <a:pt x="6594" y="20147"/>
                </a:lnTo>
                <a:lnTo>
                  <a:pt x="6278" y="20147"/>
                </a:lnTo>
                <a:lnTo>
                  <a:pt x="6351" y="20001"/>
                </a:lnTo>
                <a:lnTo>
                  <a:pt x="6375" y="19855"/>
                </a:lnTo>
                <a:lnTo>
                  <a:pt x="6424" y="19685"/>
                </a:lnTo>
                <a:lnTo>
                  <a:pt x="6473" y="19539"/>
                </a:lnTo>
                <a:lnTo>
                  <a:pt x="6643" y="19247"/>
                </a:lnTo>
                <a:lnTo>
                  <a:pt x="6813" y="18955"/>
                </a:lnTo>
                <a:close/>
                <a:moveTo>
                  <a:pt x="6375" y="18955"/>
                </a:moveTo>
                <a:lnTo>
                  <a:pt x="6229" y="19198"/>
                </a:lnTo>
                <a:lnTo>
                  <a:pt x="6132" y="19417"/>
                </a:lnTo>
                <a:lnTo>
                  <a:pt x="6035" y="19588"/>
                </a:lnTo>
                <a:lnTo>
                  <a:pt x="5962" y="19782"/>
                </a:lnTo>
                <a:lnTo>
                  <a:pt x="5913" y="19977"/>
                </a:lnTo>
                <a:lnTo>
                  <a:pt x="5913" y="20074"/>
                </a:lnTo>
                <a:lnTo>
                  <a:pt x="5937" y="20172"/>
                </a:lnTo>
                <a:lnTo>
                  <a:pt x="5086" y="20220"/>
                </a:lnTo>
                <a:lnTo>
                  <a:pt x="5207" y="19977"/>
                </a:lnTo>
                <a:lnTo>
                  <a:pt x="5305" y="19734"/>
                </a:lnTo>
                <a:lnTo>
                  <a:pt x="5572" y="19320"/>
                </a:lnTo>
                <a:lnTo>
                  <a:pt x="5670" y="19150"/>
                </a:lnTo>
                <a:lnTo>
                  <a:pt x="5718" y="19052"/>
                </a:lnTo>
                <a:lnTo>
                  <a:pt x="5743" y="19004"/>
                </a:lnTo>
                <a:lnTo>
                  <a:pt x="5694" y="19052"/>
                </a:lnTo>
                <a:lnTo>
                  <a:pt x="5694" y="19052"/>
                </a:lnTo>
                <a:lnTo>
                  <a:pt x="5718" y="19004"/>
                </a:lnTo>
                <a:lnTo>
                  <a:pt x="5718" y="18955"/>
                </a:lnTo>
                <a:close/>
                <a:moveTo>
                  <a:pt x="5451" y="18955"/>
                </a:moveTo>
                <a:lnTo>
                  <a:pt x="5305" y="19125"/>
                </a:lnTo>
                <a:lnTo>
                  <a:pt x="5183" y="19296"/>
                </a:lnTo>
                <a:lnTo>
                  <a:pt x="4940" y="19685"/>
                </a:lnTo>
                <a:lnTo>
                  <a:pt x="4794" y="19953"/>
                </a:lnTo>
                <a:lnTo>
                  <a:pt x="4745" y="20099"/>
                </a:lnTo>
                <a:lnTo>
                  <a:pt x="4721" y="20220"/>
                </a:lnTo>
                <a:lnTo>
                  <a:pt x="4210" y="20269"/>
                </a:lnTo>
                <a:lnTo>
                  <a:pt x="4210" y="20196"/>
                </a:lnTo>
                <a:lnTo>
                  <a:pt x="4307" y="19953"/>
                </a:lnTo>
                <a:lnTo>
                  <a:pt x="4429" y="19709"/>
                </a:lnTo>
                <a:lnTo>
                  <a:pt x="4623" y="19369"/>
                </a:lnTo>
                <a:lnTo>
                  <a:pt x="4672" y="19271"/>
                </a:lnTo>
                <a:lnTo>
                  <a:pt x="4696" y="19198"/>
                </a:lnTo>
                <a:lnTo>
                  <a:pt x="4696" y="19101"/>
                </a:lnTo>
                <a:lnTo>
                  <a:pt x="4672" y="19004"/>
                </a:lnTo>
                <a:lnTo>
                  <a:pt x="4550" y="19004"/>
                </a:lnTo>
                <a:lnTo>
                  <a:pt x="4453" y="19077"/>
                </a:lnTo>
                <a:lnTo>
                  <a:pt x="4356" y="19150"/>
                </a:lnTo>
                <a:lnTo>
                  <a:pt x="4258" y="19271"/>
                </a:lnTo>
                <a:lnTo>
                  <a:pt x="4112" y="19490"/>
                </a:lnTo>
                <a:lnTo>
                  <a:pt x="4015" y="19709"/>
                </a:lnTo>
                <a:lnTo>
                  <a:pt x="3869" y="19977"/>
                </a:lnTo>
                <a:lnTo>
                  <a:pt x="3820" y="20123"/>
                </a:lnTo>
                <a:lnTo>
                  <a:pt x="3772" y="20293"/>
                </a:lnTo>
                <a:lnTo>
                  <a:pt x="3358" y="20318"/>
                </a:lnTo>
                <a:lnTo>
                  <a:pt x="3382" y="20172"/>
                </a:lnTo>
                <a:lnTo>
                  <a:pt x="3455" y="19928"/>
                </a:lnTo>
                <a:lnTo>
                  <a:pt x="3553" y="19709"/>
                </a:lnTo>
                <a:lnTo>
                  <a:pt x="3747" y="19320"/>
                </a:lnTo>
                <a:lnTo>
                  <a:pt x="3942" y="18955"/>
                </a:lnTo>
                <a:close/>
                <a:moveTo>
                  <a:pt x="1825" y="19028"/>
                </a:moveTo>
                <a:lnTo>
                  <a:pt x="2166" y="19052"/>
                </a:lnTo>
                <a:lnTo>
                  <a:pt x="2482" y="19052"/>
                </a:lnTo>
                <a:lnTo>
                  <a:pt x="2214" y="19393"/>
                </a:lnTo>
                <a:lnTo>
                  <a:pt x="1971" y="19758"/>
                </a:lnTo>
                <a:lnTo>
                  <a:pt x="1752" y="20099"/>
                </a:lnTo>
                <a:lnTo>
                  <a:pt x="1679" y="20245"/>
                </a:lnTo>
                <a:lnTo>
                  <a:pt x="1631" y="20366"/>
                </a:lnTo>
                <a:lnTo>
                  <a:pt x="1558" y="20366"/>
                </a:lnTo>
                <a:lnTo>
                  <a:pt x="1217" y="20342"/>
                </a:lnTo>
                <a:lnTo>
                  <a:pt x="876" y="20318"/>
                </a:lnTo>
                <a:lnTo>
                  <a:pt x="1120" y="20001"/>
                </a:lnTo>
                <a:lnTo>
                  <a:pt x="1363" y="19685"/>
                </a:lnTo>
                <a:lnTo>
                  <a:pt x="1582" y="19344"/>
                </a:lnTo>
                <a:lnTo>
                  <a:pt x="1825" y="19028"/>
                </a:lnTo>
                <a:close/>
                <a:moveTo>
                  <a:pt x="3650" y="18955"/>
                </a:moveTo>
                <a:lnTo>
                  <a:pt x="3528" y="19077"/>
                </a:lnTo>
                <a:lnTo>
                  <a:pt x="3431" y="19223"/>
                </a:lnTo>
                <a:lnTo>
                  <a:pt x="3236" y="19539"/>
                </a:lnTo>
                <a:lnTo>
                  <a:pt x="3163" y="19709"/>
                </a:lnTo>
                <a:lnTo>
                  <a:pt x="3066" y="19904"/>
                </a:lnTo>
                <a:lnTo>
                  <a:pt x="2993" y="20123"/>
                </a:lnTo>
                <a:lnTo>
                  <a:pt x="2993" y="20220"/>
                </a:lnTo>
                <a:lnTo>
                  <a:pt x="2993" y="20342"/>
                </a:lnTo>
                <a:lnTo>
                  <a:pt x="2044" y="20391"/>
                </a:lnTo>
                <a:lnTo>
                  <a:pt x="2214" y="20123"/>
                </a:lnTo>
                <a:lnTo>
                  <a:pt x="2360" y="19928"/>
                </a:lnTo>
                <a:lnTo>
                  <a:pt x="2677" y="19442"/>
                </a:lnTo>
                <a:lnTo>
                  <a:pt x="2847" y="19198"/>
                </a:lnTo>
                <a:lnTo>
                  <a:pt x="2969" y="19101"/>
                </a:lnTo>
                <a:lnTo>
                  <a:pt x="3066" y="19004"/>
                </a:lnTo>
                <a:lnTo>
                  <a:pt x="3650" y="18955"/>
                </a:lnTo>
                <a:close/>
                <a:moveTo>
                  <a:pt x="6619" y="0"/>
                </a:moveTo>
                <a:lnTo>
                  <a:pt x="5791" y="25"/>
                </a:lnTo>
                <a:lnTo>
                  <a:pt x="4940" y="49"/>
                </a:lnTo>
                <a:lnTo>
                  <a:pt x="3261" y="146"/>
                </a:lnTo>
                <a:lnTo>
                  <a:pt x="2068" y="195"/>
                </a:lnTo>
                <a:lnTo>
                  <a:pt x="1874" y="195"/>
                </a:lnTo>
                <a:lnTo>
                  <a:pt x="1703" y="244"/>
                </a:lnTo>
                <a:lnTo>
                  <a:pt x="1631" y="219"/>
                </a:lnTo>
                <a:lnTo>
                  <a:pt x="1582" y="195"/>
                </a:lnTo>
                <a:lnTo>
                  <a:pt x="1509" y="219"/>
                </a:lnTo>
                <a:lnTo>
                  <a:pt x="1460" y="268"/>
                </a:lnTo>
                <a:lnTo>
                  <a:pt x="1387" y="390"/>
                </a:lnTo>
                <a:lnTo>
                  <a:pt x="1363" y="511"/>
                </a:lnTo>
                <a:lnTo>
                  <a:pt x="1339" y="755"/>
                </a:lnTo>
                <a:lnTo>
                  <a:pt x="1339" y="1047"/>
                </a:lnTo>
                <a:lnTo>
                  <a:pt x="1387" y="1314"/>
                </a:lnTo>
                <a:lnTo>
                  <a:pt x="1217" y="1290"/>
                </a:lnTo>
                <a:lnTo>
                  <a:pt x="1047" y="1290"/>
                </a:lnTo>
                <a:lnTo>
                  <a:pt x="706" y="1314"/>
                </a:lnTo>
                <a:lnTo>
                  <a:pt x="536" y="1314"/>
                </a:lnTo>
                <a:lnTo>
                  <a:pt x="341" y="1338"/>
                </a:lnTo>
                <a:lnTo>
                  <a:pt x="268" y="1363"/>
                </a:lnTo>
                <a:lnTo>
                  <a:pt x="195" y="1411"/>
                </a:lnTo>
                <a:lnTo>
                  <a:pt x="122" y="1460"/>
                </a:lnTo>
                <a:lnTo>
                  <a:pt x="122" y="1557"/>
                </a:lnTo>
                <a:lnTo>
                  <a:pt x="122" y="1630"/>
                </a:lnTo>
                <a:lnTo>
                  <a:pt x="73" y="1874"/>
                </a:lnTo>
                <a:lnTo>
                  <a:pt x="49" y="2117"/>
                </a:lnTo>
                <a:lnTo>
                  <a:pt x="49" y="2652"/>
                </a:lnTo>
                <a:lnTo>
                  <a:pt x="73" y="3674"/>
                </a:lnTo>
                <a:lnTo>
                  <a:pt x="49" y="4891"/>
                </a:lnTo>
                <a:lnTo>
                  <a:pt x="25" y="6083"/>
                </a:lnTo>
                <a:lnTo>
                  <a:pt x="25" y="6765"/>
                </a:lnTo>
                <a:lnTo>
                  <a:pt x="49" y="7446"/>
                </a:lnTo>
                <a:lnTo>
                  <a:pt x="122" y="8809"/>
                </a:lnTo>
                <a:lnTo>
                  <a:pt x="219" y="10171"/>
                </a:lnTo>
                <a:lnTo>
                  <a:pt x="292" y="11534"/>
                </a:lnTo>
                <a:lnTo>
                  <a:pt x="317" y="12166"/>
                </a:lnTo>
                <a:lnTo>
                  <a:pt x="317" y="12799"/>
                </a:lnTo>
                <a:lnTo>
                  <a:pt x="292" y="14064"/>
                </a:lnTo>
                <a:lnTo>
                  <a:pt x="219" y="15330"/>
                </a:lnTo>
                <a:lnTo>
                  <a:pt x="146" y="16595"/>
                </a:lnTo>
                <a:lnTo>
                  <a:pt x="73" y="17519"/>
                </a:lnTo>
                <a:lnTo>
                  <a:pt x="25" y="17982"/>
                </a:lnTo>
                <a:lnTo>
                  <a:pt x="0" y="18444"/>
                </a:lnTo>
                <a:lnTo>
                  <a:pt x="0" y="18931"/>
                </a:lnTo>
                <a:lnTo>
                  <a:pt x="25" y="19393"/>
                </a:lnTo>
                <a:lnTo>
                  <a:pt x="98" y="19831"/>
                </a:lnTo>
                <a:lnTo>
                  <a:pt x="146" y="20050"/>
                </a:lnTo>
                <a:lnTo>
                  <a:pt x="219" y="20269"/>
                </a:lnTo>
                <a:lnTo>
                  <a:pt x="268" y="20366"/>
                </a:lnTo>
                <a:lnTo>
                  <a:pt x="365" y="20415"/>
                </a:lnTo>
                <a:lnTo>
                  <a:pt x="463" y="20439"/>
                </a:lnTo>
                <a:lnTo>
                  <a:pt x="536" y="20415"/>
                </a:lnTo>
                <a:lnTo>
                  <a:pt x="560" y="20512"/>
                </a:lnTo>
                <a:lnTo>
                  <a:pt x="609" y="20610"/>
                </a:lnTo>
                <a:lnTo>
                  <a:pt x="706" y="20658"/>
                </a:lnTo>
                <a:lnTo>
                  <a:pt x="803" y="20731"/>
                </a:lnTo>
                <a:lnTo>
                  <a:pt x="1047" y="20804"/>
                </a:lnTo>
                <a:lnTo>
                  <a:pt x="1339" y="20853"/>
                </a:lnTo>
                <a:lnTo>
                  <a:pt x="1631" y="20877"/>
                </a:lnTo>
                <a:lnTo>
                  <a:pt x="1922" y="20877"/>
                </a:lnTo>
                <a:lnTo>
                  <a:pt x="2312" y="20853"/>
                </a:lnTo>
                <a:lnTo>
                  <a:pt x="3188" y="20829"/>
                </a:lnTo>
                <a:lnTo>
                  <a:pt x="4039" y="20780"/>
                </a:lnTo>
                <a:lnTo>
                  <a:pt x="5767" y="20683"/>
                </a:lnTo>
                <a:lnTo>
                  <a:pt x="7057" y="20634"/>
                </a:lnTo>
                <a:lnTo>
                  <a:pt x="8322" y="20585"/>
                </a:lnTo>
                <a:lnTo>
                  <a:pt x="9611" y="20585"/>
                </a:lnTo>
                <a:lnTo>
                  <a:pt x="10877" y="20610"/>
                </a:lnTo>
                <a:lnTo>
                  <a:pt x="12239" y="20634"/>
                </a:lnTo>
                <a:lnTo>
                  <a:pt x="12337" y="20658"/>
                </a:lnTo>
                <a:lnTo>
                  <a:pt x="12434" y="20658"/>
                </a:lnTo>
                <a:lnTo>
                  <a:pt x="12458" y="20634"/>
                </a:lnTo>
                <a:lnTo>
                  <a:pt x="13261" y="20634"/>
                </a:lnTo>
                <a:lnTo>
                  <a:pt x="14040" y="20585"/>
                </a:lnTo>
                <a:lnTo>
                  <a:pt x="14843" y="20512"/>
                </a:lnTo>
                <a:lnTo>
                  <a:pt x="15622" y="20391"/>
                </a:lnTo>
                <a:lnTo>
                  <a:pt x="15695" y="20366"/>
                </a:lnTo>
                <a:lnTo>
                  <a:pt x="15743" y="20342"/>
                </a:lnTo>
                <a:lnTo>
                  <a:pt x="15865" y="20318"/>
                </a:lnTo>
                <a:lnTo>
                  <a:pt x="15962" y="20269"/>
                </a:lnTo>
                <a:lnTo>
                  <a:pt x="16011" y="20172"/>
                </a:lnTo>
                <a:lnTo>
                  <a:pt x="16035" y="20123"/>
                </a:lnTo>
                <a:lnTo>
                  <a:pt x="16035" y="20050"/>
                </a:lnTo>
                <a:lnTo>
                  <a:pt x="16011" y="19807"/>
                </a:lnTo>
                <a:lnTo>
                  <a:pt x="15962" y="19563"/>
                </a:lnTo>
                <a:lnTo>
                  <a:pt x="15938" y="19320"/>
                </a:lnTo>
                <a:lnTo>
                  <a:pt x="15938" y="19077"/>
                </a:lnTo>
                <a:lnTo>
                  <a:pt x="16400" y="19028"/>
                </a:lnTo>
                <a:lnTo>
                  <a:pt x="16522" y="18979"/>
                </a:lnTo>
                <a:lnTo>
                  <a:pt x="16595" y="18906"/>
                </a:lnTo>
                <a:lnTo>
                  <a:pt x="16668" y="18833"/>
                </a:lnTo>
                <a:lnTo>
                  <a:pt x="16717" y="18760"/>
                </a:lnTo>
                <a:lnTo>
                  <a:pt x="16790" y="18347"/>
                </a:lnTo>
                <a:lnTo>
                  <a:pt x="16838" y="17933"/>
                </a:lnTo>
                <a:lnTo>
                  <a:pt x="16863" y="17519"/>
                </a:lnTo>
                <a:lnTo>
                  <a:pt x="16863" y="17106"/>
                </a:lnTo>
                <a:lnTo>
                  <a:pt x="16863" y="16254"/>
                </a:lnTo>
                <a:lnTo>
                  <a:pt x="16838" y="15427"/>
                </a:lnTo>
                <a:lnTo>
                  <a:pt x="16838" y="14429"/>
                </a:lnTo>
                <a:lnTo>
                  <a:pt x="16814" y="13432"/>
                </a:lnTo>
                <a:lnTo>
                  <a:pt x="16765" y="11412"/>
                </a:lnTo>
                <a:lnTo>
                  <a:pt x="16765" y="10414"/>
                </a:lnTo>
                <a:lnTo>
                  <a:pt x="16765" y="9417"/>
                </a:lnTo>
                <a:lnTo>
                  <a:pt x="16814" y="7422"/>
                </a:lnTo>
                <a:lnTo>
                  <a:pt x="16814" y="6473"/>
                </a:lnTo>
                <a:lnTo>
                  <a:pt x="16814" y="5499"/>
                </a:lnTo>
                <a:lnTo>
                  <a:pt x="16814" y="5013"/>
                </a:lnTo>
                <a:lnTo>
                  <a:pt x="16765" y="4550"/>
                </a:lnTo>
                <a:lnTo>
                  <a:pt x="16717" y="4064"/>
                </a:lnTo>
                <a:lnTo>
                  <a:pt x="16619" y="3601"/>
                </a:lnTo>
                <a:lnTo>
                  <a:pt x="16571" y="3553"/>
                </a:lnTo>
                <a:lnTo>
                  <a:pt x="16522" y="3504"/>
                </a:lnTo>
                <a:lnTo>
                  <a:pt x="16425" y="3334"/>
                </a:lnTo>
                <a:lnTo>
                  <a:pt x="16303" y="3188"/>
                </a:lnTo>
                <a:lnTo>
                  <a:pt x="16060" y="2896"/>
                </a:lnTo>
                <a:lnTo>
                  <a:pt x="15792" y="2604"/>
                </a:lnTo>
                <a:lnTo>
                  <a:pt x="15524" y="2336"/>
                </a:lnTo>
                <a:lnTo>
                  <a:pt x="14989" y="1801"/>
                </a:lnTo>
                <a:lnTo>
                  <a:pt x="14502" y="1338"/>
                </a:lnTo>
                <a:lnTo>
                  <a:pt x="14259" y="1119"/>
                </a:lnTo>
                <a:lnTo>
                  <a:pt x="13991" y="901"/>
                </a:lnTo>
                <a:lnTo>
                  <a:pt x="13699" y="633"/>
                </a:lnTo>
                <a:lnTo>
                  <a:pt x="13529" y="487"/>
                </a:lnTo>
                <a:lnTo>
                  <a:pt x="13359" y="390"/>
                </a:lnTo>
                <a:lnTo>
                  <a:pt x="13334" y="317"/>
                </a:lnTo>
                <a:lnTo>
                  <a:pt x="13286" y="292"/>
                </a:lnTo>
                <a:lnTo>
                  <a:pt x="13237" y="268"/>
                </a:lnTo>
                <a:lnTo>
                  <a:pt x="13164" y="244"/>
                </a:lnTo>
                <a:lnTo>
                  <a:pt x="9903" y="73"/>
                </a:lnTo>
                <a:lnTo>
                  <a:pt x="8249" y="25"/>
                </a:lnTo>
                <a:lnTo>
                  <a:pt x="661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66;p38"/>
          <p:cNvSpPr/>
          <p:nvPr/>
        </p:nvSpPr>
        <p:spPr>
          <a:xfrm>
            <a:off x="8533328" y="217893"/>
            <a:ext cx="376518" cy="380255"/>
          </a:xfrm>
          <a:custGeom>
            <a:avLst/>
            <a:gdLst/>
            <a:ahLst/>
            <a:cxnLst/>
            <a:rect l="l" t="t" r="r" b="b"/>
            <a:pathLst>
              <a:path w="17228" h="17399" extrusionOk="0">
                <a:moveTo>
                  <a:pt x="14162" y="439"/>
                </a:moveTo>
                <a:lnTo>
                  <a:pt x="14478" y="512"/>
                </a:lnTo>
                <a:lnTo>
                  <a:pt x="14794" y="609"/>
                </a:lnTo>
                <a:lnTo>
                  <a:pt x="15111" y="755"/>
                </a:lnTo>
                <a:lnTo>
                  <a:pt x="15403" y="925"/>
                </a:lnTo>
                <a:lnTo>
                  <a:pt x="15670" y="1120"/>
                </a:lnTo>
                <a:lnTo>
                  <a:pt x="15914" y="1315"/>
                </a:lnTo>
                <a:lnTo>
                  <a:pt x="16108" y="1534"/>
                </a:lnTo>
                <a:lnTo>
                  <a:pt x="15987" y="1558"/>
                </a:lnTo>
                <a:lnTo>
                  <a:pt x="15889" y="1607"/>
                </a:lnTo>
                <a:lnTo>
                  <a:pt x="15816" y="1655"/>
                </a:lnTo>
                <a:lnTo>
                  <a:pt x="15792" y="1680"/>
                </a:lnTo>
                <a:lnTo>
                  <a:pt x="15768" y="1728"/>
                </a:lnTo>
                <a:lnTo>
                  <a:pt x="15768" y="1777"/>
                </a:lnTo>
                <a:lnTo>
                  <a:pt x="15792" y="1826"/>
                </a:lnTo>
                <a:lnTo>
                  <a:pt x="15865" y="1850"/>
                </a:lnTo>
                <a:lnTo>
                  <a:pt x="15938" y="1874"/>
                </a:lnTo>
                <a:lnTo>
                  <a:pt x="16230" y="1874"/>
                </a:lnTo>
                <a:lnTo>
                  <a:pt x="16352" y="1850"/>
                </a:lnTo>
                <a:lnTo>
                  <a:pt x="16546" y="2166"/>
                </a:lnTo>
                <a:lnTo>
                  <a:pt x="16254" y="2142"/>
                </a:lnTo>
                <a:lnTo>
                  <a:pt x="16011" y="2142"/>
                </a:lnTo>
                <a:lnTo>
                  <a:pt x="15987" y="2166"/>
                </a:lnTo>
                <a:lnTo>
                  <a:pt x="15987" y="2191"/>
                </a:lnTo>
                <a:lnTo>
                  <a:pt x="16133" y="2312"/>
                </a:lnTo>
                <a:lnTo>
                  <a:pt x="16303" y="2410"/>
                </a:lnTo>
                <a:lnTo>
                  <a:pt x="16473" y="2458"/>
                </a:lnTo>
                <a:lnTo>
                  <a:pt x="16668" y="2507"/>
                </a:lnTo>
                <a:lnTo>
                  <a:pt x="16717" y="2750"/>
                </a:lnTo>
                <a:lnTo>
                  <a:pt x="16741" y="2994"/>
                </a:lnTo>
                <a:lnTo>
                  <a:pt x="16522" y="2872"/>
                </a:lnTo>
                <a:lnTo>
                  <a:pt x="16352" y="2799"/>
                </a:lnTo>
                <a:lnTo>
                  <a:pt x="16181" y="2702"/>
                </a:lnTo>
                <a:lnTo>
                  <a:pt x="16011" y="2653"/>
                </a:lnTo>
                <a:lnTo>
                  <a:pt x="15792" y="2653"/>
                </a:lnTo>
                <a:lnTo>
                  <a:pt x="15768" y="2677"/>
                </a:lnTo>
                <a:lnTo>
                  <a:pt x="15768" y="2702"/>
                </a:lnTo>
                <a:lnTo>
                  <a:pt x="15768" y="2726"/>
                </a:lnTo>
                <a:lnTo>
                  <a:pt x="15889" y="2872"/>
                </a:lnTo>
                <a:lnTo>
                  <a:pt x="16035" y="2994"/>
                </a:lnTo>
                <a:lnTo>
                  <a:pt x="16327" y="3213"/>
                </a:lnTo>
                <a:lnTo>
                  <a:pt x="16522" y="3334"/>
                </a:lnTo>
                <a:lnTo>
                  <a:pt x="16619" y="3407"/>
                </a:lnTo>
                <a:lnTo>
                  <a:pt x="16717" y="3456"/>
                </a:lnTo>
                <a:lnTo>
                  <a:pt x="16692" y="3651"/>
                </a:lnTo>
                <a:lnTo>
                  <a:pt x="16619" y="3845"/>
                </a:lnTo>
                <a:lnTo>
                  <a:pt x="16400" y="3602"/>
                </a:lnTo>
                <a:lnTo>
                  <a:pt x="16133" y="3407"/>
                </a:lnTo>
                <a:lnTo>
                  <a:pt x="15987" y="3310"/>
                </a:lnTo>
                <a:lnTo>
                  <a:pt x="15841" y="3237"/>
                </a:lnTo>
                <a:lnTo>
                  <a:pt x="15695" y="3188"/>
                </a:lnTo>
                <a:lnTo>
                  <a:pt x="15524" y="3164"/>
                </a:lnTo>
                <a:lnTo>
                  <a:pt x="15476" y="3188"/>
                </a:lnTo>
                <a:lnTo>
                  <a:pt x="15476" y="3213"/>
                </a:lnTo>
                <a:lnTo>
                  <a:pt x="15476" y="3237"/>
                </a:lnTo>
                <a:lnTo>
                  <a:pt x="15500" y="3261"/>
                </a:lnTo>
                <a:lnTo>
                  <a:pt x="15597" y="3359"/>
                </a:lnTo>
                <a:lnTo>
                  <a:pt x="15695" y="3432"/>
                </a:lnTo>
                <a:lnTo>
                  <a:pt x="15987" y="3699"/>
                </a:lnTo>
                <a:lnTo>
                  <a:pt x="16230" y="3918"/>
                </a:lnTo>
                <a:lnTo>
                  <a:pt x="16449" y="4162"/>
                </a:lnTo>
                <a:lnTo>
                  <a:pt x="16473" y="4186"/>
                </a:lnTo>
                <a:lnTo>
                  <a:pt x="16254" y="4526"/>
                </a:lnTo>
                <a:lnTo>
                  <a:pt x="16206" y="4453"/>
                </a:lnTo>
                <a:lnTo>
                  <a:pt x="16133" y="4380"/>
                </a:lnTo>
                <a:lnTo>
                  <a:pt x="15962" y="4259"/>
                </a:lnTo>
                <a:lnTo>
                  <a:pt x="15646" y="4040"/>
                </a:lnTo>
                <a:lnTo>
                  <a:pt x="15403" y="3821"/>
                </a:lnTo>
                <a:lnTo>
                  <a:pt x="15159" y="3626"/>
                </a:lnTo>
                <a:lnTo>
                  <a:pt x="15111" y="3626"/>
                </a:lnTo>
                <a:lnTo>
                  <a:pt x="15062" y="3651"/>
                </a:lnTo>
                <a:lnTo>
                  <a:pt x="15013" y="3724"/>
                </a:lnTo>
                <a:lnTo>
                  <a:pt x="15013" y="3821"/>
                </a:lnTo>
                <a:lnTo>
                  <a:pt x="15013" y="3894"/>
                </a:lnTo>
                <a:lnTo>
                  <a:pt x="15038" y="3991"/>
                </a:lnTo>
                <a:lnTo>
                  <a:pt x="15135" y="4137"/>
                </a:lnTo>
                <a:lnTo>
                  <a:pt x="15257" y="4283"/>
                </a:lnTo>
                <a:lnTo>
                  <a:pt x="15427" y="4453"/>
                </a:lnTo>
                <a:lnTo>
                  <a:pt x="15622" y="4599"/>
                </a:lnTo>
                <a:lnTo>
                  <a:pt x="15816" y="4745"/>
                </a:lnTo>
                <a:lnTo>
                  <a:pt x="15914" y="4818"/>
                </a:lnTo>
                <a:lnTo>
                  <a:pt x="16011" y="4843"/>
                </a:lnTo>
                <a:lnTo>
                  <a:pt x="15792" y="5135"/>
                </a:lnTo>
                <a:lnTo>
                  <a:pt x="14867" y="4162"/>
                </a:lnTo>
                <a:lnTo>
                  <a:pt x="13967" y="3213"/>
                </a:lnTo>
                <a:lnTo>
                  <a:pt x="13505" y="2750"/>
                </a:lnTo>
                <a:lnTo>
                  <a:pt x="13018" y="2288"/>
                </a:lnTo>
                <a:lnTo>
                  <a:pt x="12531" y="1850"/>
                </a:lnTo>
                <a:lnTo>
                  <a:pt x="12021" y="1461"/>
                </a:lnTo>
                <a:lnTo>
                  <a:pt x="12021" y="1388"/>
                </a:lnTo>
                <a:lnTo>
                  <a:pt x="12118" y="1315"/>
                </a:lnTo>
                <a:lnTo>
                  <a:pt x="12215" y="1242"/>
                </a:lnTo>
                <a:lnTo>
                  <a:pt x="12385" y="1047"/>
                </a:lnTo>
                <a:lnTo>
                  <a:pt x="12629" y="852"/>
                </a:lnTo>
                <a:lnTo>
                  <a:pt x="12921" y="682"/>
                </a:lnTo>
                <a:lnTo>
                  <a:pt x="13213" y="560"/>
                </a:lnTo>
                <a:lnTo>
                  <a:pt x="13505" y="463"/>
                </a:lnTo>
                <a:lnTo>
                  <a:pt x="13675" y="439"/>
                </a:lnTo>
                <a:close/>
                <a:moveTo>
                  <a:pt x="11753" y="1704"/>
                </a:moveTo>
                <a:lnTo>
                  <a:pt x="11826" y="1850"/>
                </a:lnTo>
                <a:lnTo>
                  <a:pt x="11948" y="1972"/>
                </a:lnTo>
                <a:lnTo>
                  <a:pt x="12093" y="2069"/>
                </a:lnTo>
                <a:lnTo>
                  <a:pt x="12385" y="2288"/>
                </a:lnTo>
                <a:lnTo>
                  <a:pt x="12677" y="2531"/>
                </a:lnTo>
                <a:lnTo>
                  <a:pt x="12945" y="2823"/>
                </a:lnTo>
                <a:lnTo>
                  <a:pt x="13480" y="3383"/>
                </a:lnTo>
                <a:lnTo>
                  <a:pt x="14478" y="4453"/>
                </a:lnTo>
                <a:lnTo>
                  <a:pt x="15500" y="5500"/>
                </a:lnTo>
                <a:lnTo>
                  <a:pt x="15111" y="5962"/>
                </a:lnTo>
                <a:lnTo>
                  <a:pt x="14600" y="5500"/>
                </a:lnTo>
                <a:lnTo>
                  <a:pt x="14113" y="5013"/>
                </a:lnTo>
                <a:lnTo>
                  <a:pt x="13213" y="4016"/>
                </a:lnTo>
                <a:lnTo>
                  <a:pt x="12750" y="3529"/>
                </a:lnTo>
                <a:lnTo>
                  <a:pt x="12264" y="3018"/>
                </a:lnTo>
                <a:lnTo>
                  <a:pt x="11777" y="2556"/>
                </a:lnTo>
                <a:lnTo>
                  <a:pt x="11266" y="2093"/>
                </a:lnTo>
                <a:lnTo>
                  <a:pt x="11753" y="1704"/>
                </a:lnTo>
                <a:close/>
                <a:moveTo>
                  <a:pt x="13724" y="5232"/>
                </a:moveTo>
                <a:lnTo>
                  <a:pt x="14235" y="5767"/>
                </a:lnTo>
                <a:lnTo>
                  <a:pt x="14794" y="6278"/>
                </a:lnTo>
                <a:lnTo>
                  <a:pt x="14575" y="6497"/>
                </a:lnTo>
                <a:lnTo>
                  <a:pt x="14259" y="6278"/>
                </a:lnTo>
                <a:lnTo>
                  <a:pt x="13967" y="6035"/>
                </a:lnTo>
                <a:lnTo>
                  <a:pt x="13699" y="5792"/>
                </a:lnTo>
                <a:lnTo>
                  <a:pt x="13432" y="5573"/>
                </a:lnTo>
                <a:lnTo>
                  <a:pt x="13724" y="5232"/>
                </a:lnTo>
                <a:close/>
                <a:moveTo>
                  <a:pt x="13261" y="5767"/>
                </a:moveTo>
                <a:lnTo>
                  <a:pt x="13359" y="5913"/>
                </a:lnTo>
                <a:lnTo>
                  <a:pt x="13456" y="6059"/>
                </a:lnTo>
                <a:lnTo>
                  <a:pt x="13724" y="6303"/>
                </a:lnTo>
                <a:lnTo>
                  <a:pt x="13991" y="6546"/>
                </a:lnTo>
                <a:lnTo>
                  <a:pt x="14137" y="6668"/>
                </a:lnTo>
                <a:lnTo>
                  <a:pt x="14308" y="6765"/>
                </a:lnTo>
                <a:lnTo>
                  <a:pt x="14235" y="6814"/>
                </a:lnTo>
                <a:lnTo>
                  <a:pt x="14137" y="6692"/>
                </a:lnTo>
                <a:lnTo>
                  <a:pt x="13991" y="6595"/>
                </a:lnTo>
                <a:lnTo>
                  <a:pt x="13699" y="6400"/>
                </a:lnTo>
                <a:lnTo>
                  <a:pt x="13359" y="6230"/>
                </a:lnTo>
                <a:lnTo>
                  <a:pt x="13188" y="6132"/>
                </a:lnTo>
                <a:lnTo>
                  <a:pt x="13042" y="6011"/>
                </a:lnTo>
                <a:lnTo>
                  <a:pt x="13261" y="5767"/>
                </a:lnTo>
                <a:close/>
                <a:moveTo>
                  <a:pt x="13018" y="6059"/>
                </a:moveTo>
                <a:lnTo>
                  <a:pt x="13188" y="6303"/>
                </a:lnTo>
                <a:lnTo>
                  <a:pt x="13286" y="6424"/>
                </a:lnTo>
                <a:lnTo>
                  <a:pt x="13407" y="6522"/>
                </a:lnTo>
                <a:lnTo>
                  <a:pt x="14040" y="7008"/>
                </a:lnTo>
                <a:lnTo>
                  <a:pt x="13699" y="7349"/>
                </a:lnTo>
                <a:lnTo>
                  <a:pt x="13675" y="7325"/>
                </a:lnTo>
                <a:lnTo>
                  <a:pt x="13505" y="7227"/>
                </a:lnTo>
                <a:lnTo>
                  <a:pt x="13334" y="7106"/>
                </a:lnTo>
                <a:lnTo>
                  <a:pt x="13018" y="6838"/>
                </a:lnTo>
                <a:lnTo>
                  <a:pt x="12799" y="6668"/>
                </a:lnTo>
                <a:lnTo>
                  <a:pt x="12702" y="6595"/>
                </a:lnTo>
                <a:lnTo>
                  <a:pt x="12580" y="6546"/>
                </a:lnTo>
                <a:lnTo>
                  <a:pt x="12799" y="6303"/>
                </a:lnTo>
                <a:lnTo>
                  <a:pt x="13018" y="6059"/>
                </a:lnTo>
                <a:close/>
                <a:moveTo>
                  <a:pt x="12385" y="6716"/>
                </a:moveTo>
                <a:lnTo>
                  <a:pt x="12483" y="6838"/>
                </a:lnTo>
                <a:lnTo>
                  <a:pt x="12580" y="6935"/>
                </a:lnTo>
                <a:lnTo>
                  <a:pt x="12799" y="7130"/>
                </a:lnTo>
                <a:lnTo>
                  <a:pt x="13091" y="7398"/>
                </a:lnTo>
                <a:lnTo>
                  <a:pt x="13407" y="7617"/>
                </a:lnTo>
                <a:lnTo>
                  <a:pt x="13018" y="8006"/>
                </a:lnTo>
                <a:lnTo>
                  <a:pt x="12921" y="8079"/>
                </a:lnTo>
                <a:lnTo>
                  <a:pt x="12823" y="7909"/>
                </a:lnTo>
                <a:lnTo>
                  <a:pt x="12653" y="7763"/>
                </a:lnTo>
                <a:lnTo>
                  <a:pt x="12312" y="7495"/>
                </a:lnTo>
                <a:lnTo>
                  <a:pt x="12093" y="7325"/>
                </a:lnTo>
                <a:lnTo>
                  <a:pt x="11972" y="7252"/>
                </a:lnTo>
                <a:lnTo>
                  <a:pt x="11850" y="7179"/>
                </a:lnTo>
                <a:lnTo>
                  <a:pt x="12385" y="6716"/>
                </a:lnTo>
                <a:close/>
                <a:moveTo>
                  <a:pt x="11631" y="7373"/>
                </a:moveTo>
                <a:lnTo>
                  <a:pt x="11729" y="7471"/>
                </a:lnTo>
                <a:lnTo>
                  <a:pt x="11850" y="7568"/>
                </a:lnTo>
                <a:lnTo>
                  <a:pt x="12093" y="7738"/>
                </a:lnTo>
                <a:lnTo>
                  <a:pt x="12434" y="8055"/>
                </a:lnTo>
                <a:lnTo>
                  <a:pt x="12556" y="8201"/>
                </a:lnTo>
                <a:lnTo>
                  <a:pt x="12702" y="8322"/>
                </a:lnTo>
                <a:lnTo>
                  <a:pt x="11948" y="9150"/>
                </a:lnTo>
                <a:lnTo>
                  <a:pt x="11680" y="8906"/>
                </a:lnTo>
                <a:lnTo>
                  <a:pt x="11364" y="8687"/>
                </a:lnTo>
                <a:lnTo>
                  <a:pt x="11072" y="8444"/>
                </a:lnTo>
                <a:lnTo>
                  <a:pt x="10780" y="8201"/>
                </a:lnTo>
                <a:lnTo>
                  <a:pt x="11096" y="7860"/>
                </a:lnTo>
                <a:lnTo>
                  <a:pt x="11193" y="7957"/>
                </a:lnTo>
                <a:lnTo>
                  <a:pt x="11291" y="8030"/>
                </a:lnTo>
                <a:lnTo>
                  <a:pt x="11461" y="8176"/>
                </a:lnTo>
                <a:lnTo>
                  <a:pt x="11777" y="8493"/>
                </a:lnTo>
                <a:lnTo>
                  <a:pt x="11972" y="8614"/>
                </a:lnTo>
                <a:lnTo>
                  <a:pt x="12166" y="8736"/>
                </a:lnTo>
                <a:lnTo>
                  <a:pt x="12288" y="8736"/>
                </a:lnTo>
                <a:lnTo>
                  <a:pt x="12337" y="8712"/>
                </a:lnTo>
                <a:lnTo>
                  <a:pt x="12361" y="8639"/>
                </a:lnTo>
                <a:lnTo>
                  <a:pt x="12361" y="8566"/>
                </a:lnTo>
                <a:lnTo>
                  <a:pt x="12337" y="8493"/>
                </a:lnTo>
                <a:lnTo>
                  <a:pt x="12118" y="8322"/>
                </a:lnTo>
                <a:lnTo>
                  <a:pt x="11899" y="8152"/>
                </a:lnTo>
                <a:lnTo>
                  <a:pt x="11461" y="7811"/>
                </a:lnTo>
                <a:lnTo>
                  <a:pt x="11291" y="7690"/>
                </a:lnTo>
                <a:lnTo>
                  <a:pt x="11631" y="7373"/>
                </a:lnTo>
                <a:close/>
                <a:moveTo>
                  <a:pt x="10634" y="8371"/>
                </a:moveTo>
                <a:lnTo>
                  <a:pt x="10731" y="8541"/>
                </a:lnTo>
                <a:lnTo>
                  <a:pt x="10853" y="8687"/>
                </a:lnTo>
                <a:lnTo>
                  <a:pt x="10974" y="8809"/>
                </a:lnTo>
                <a:lnTo>
                  <a:pt x="11145" y="8931"/>
                </a:lnTo>
                <a:lnTo>
                  <a:pt x="11461" y="9150"/>
                </a:lnTo>
                <a:lnTo>
                  <a:pt x="11753" y="9369"/>
                </a:lnTo>
                <a:lnTo>
                  <a:pt x="11461" y="9685"/>
                </a:lnTo>
                <a:lnTo>
                  <a:pt x="11145" y="9442"/>
                </a:lnTo>
                <a:lnTo>
                  <a:pt x="10828" y="9198"/>
                </a:lnTo>
                <a:lnTo>
                  <a:pt x="10585" y="8955"/>
                </a:lnTo>
                <a:lnTo>
                  <a:pt x="10463" y="8833"/>
                </a:lnTo>
                <a:lnTo>
                  <a:pt x="10317" y="8736"/>
                </a:lnTo>
                <a:lnTo>
                  <a:pt x="10634" y="8371"/>
                </a:lnTo>
                <a:close/>
                <a:moveTo>
                  <a:pt x="10196" y="8931"/>
                </a:moveTo>
                <a:lnTo>
                  <a:pt x="10269" y="9052"/>
                </a:lnTo>
                <a:lnTo>
                  <a:pt x="10366" y="9198"/>
                </a:lnTo>
                <a:lnTo>
                  <a:pt x="10609" y="9417"/>
                </a:lnTo>
                <a:lnTo>
                  <a:pt x="10901" y="9709"/>
                </a:lnTo>
                <a:lnTo>
                  <a:pt x="11072" y="9831"/>
                </a:lnTo>
                <a:lnTo>
                  <a:pt x="11242" y="9953"/>
                </a:lnTo>
                <a:lnTo>
                  <a:pt x="10415" y="10853"/>
                </a:lnTo>
                <a:lnTo>
                  <a:pt x="10317" y="10707"/>
                </a:lnTo>
                <a:lnTo>
                  <a:pt x="10196" y="10585"/>
                </a:lnTo>
                <a:lnTo>
                  <a:pt x="9904" y="10366"/>
                </a:lnTo>
                <a:lnTo>
                  <a:pt x="9636" y="10172"/>
                </a:lnTo>
                <a:lnTo>
                  <a:pt x="9466" y="10074"/>
                </a:lnTo>
                <a:lnTo>
                  <a:pt x="9320" y="10001"/>
                </a:lnTo>
                <a:lnTo>
                  <a:pt x="9563" y="9709"/>
                </a:lnTo>
                <a:lnTo>
                  <a:pt x="9782" y="9880"/>
                </a:lnTo>
                <a:lnTo>
                  <a:pt x="10001" y="10026"/>
                </a:lnTo>
                <a:lnTo>
                  <a:pt x="10244" y="10245"/>
                </a:lnTo>
                <a:lnTo>
                  <a:pt x="10390" y="10366"/>
                </a:lnTo>
                <a:lnTo>
                  <a:pt x="10536" y="10464"/>
                </a:lnTo>
                <a:lnTo>
                  <a:pt x="10609" y="10488"/>
                </a:lnTo>
                <a:lnTo>
                  <a:pt x="10658" y="10464"/>
                </a:lnTo>
                <a:lnTo>
                  <a:pt x="10731" y="10439"/>
                </a:lnTo>
                <a:lnTo>
                  <a:pt x="10780" y="10391"/>
                </a:lnTo>
                <a:lnTo>
                  <a:pt x="10804" y="10342"/>
                </a:lnTo>
                <a:lnTo>
                  <a:pt x="10828" y="10269"/>
                </a:lnTo>
                <a:lnTo>
                  <a:pt x="10804" y="10220"/>
                </a:lnTo>
                <a:lnTo>
                  <a:pt x="10755" y="10147"/>
                </a:lnTo>
                <a:lnTo>
                  <a:pt x="10220" y="9734"/>
                </a:lnTo>
                <a:lnTo>
                  <a:pt x="10001" y="9563"/>
                </a:lnTo>
                <a:lnTo>
                  <a:pt x="9904" y="9490"/>
                </a:lnTo>
                <a:lnTo>
                  <a:pt x="9782" y="9442"/>
                </a:lnTo>
                <a:lnTo>
                  <a:pt x="10196" y="8931"/>
                </a:lnTo>
                <a:close/>
                <a:moveTo>
                  <a:pt x="9125" y="10245"/>
                </a:moveTo>
                <a:lnTo>
                  <a:pt x="9247" y="10342"/>
                </a:lnTo>
                <a:lnTo>
                  <a:pt x="9368" y="10415"/>
                </a:lnTo>
                <a:lnTo>
                  <a:pt x="9612" y="10585"/>
                </a:lnTo>
                <a:lnTo>
                  <a:pt x="9904" y="10829"/>
                </a:lnTo>
                <a:lnTo>
                  <a:pt x="10050" y="10950"/>
                </a:lnTo>
                <a:lnTo>
                  <a:pt x="10220" y="11048"/>
                </a:lnTo>
                <a:lnTo>
                  <a:pt x="9685" y="11583"/>
                </a:lnTo>
                <a:lnTo>
                  <a:pt x="9685" y="11534"/>
                </a:lnTo>
                <a:lnTo>
                  <a:pt x="9660" y="11437"/>
                </a:lnTo>
                <a:lnTo>
                  <a:pt x="9587" y="11364"/>
                </a:lnTo>
                <a:lnTo>
                  <a:pt x="9417" y="11218"/>
                </a:lnTo>
                <a:lnTo>
                  <a:pt x="9222" y="11023"/>
                </a:lnTo>
                <a:lnTo>
                  <a:pt x="9028" y="10853"/>
                </a:lnTo>
                <a:lnTo>
                  <a:pt x="8906" y="10756"/>
                </a:lnTo>
                <a:lnTo>
                  <a:pt x="8736" y="10683"/>
                </a:lnTo>
                <a:lnTo>
                  <a:pt x="8833" y="10585"/>
                </a:lnTo>
                <a:lnTo>
                  <a:pt x="9125" y="10245"/>
                </a:lnTo>
                <a:close/>
                <a:moveTo>
                  <a:pt x="8468" y="10926"/>
                </a:moveTo>
                <a:lnTo>
                  <a:pt x="8687" y="11096"/>
                </a:lnTo>
                <a:lnTo>
                  <a:pt x="8930" y="11291"/>
                </a:lnTo>
                <a:lnTo>
                  <a:pt x="9052" y="11437"/>
                </a:lnTo>
                <a:lnTo>
                  <a:pt x="9198" y="11583"/>
                </a:lnTo>
                <a:lnTo>
                  <a:pt x="9271" y="11656"/>
                </a:lnTo>
                <a:lnTo>
                  <a:pt x="9344" y="11705"/>
                </a:lnTo>
                <a:lnTo>
                  <a:pt x="9441" y="11753"/>
                </a:lnTo>
                <a:lnTo>
                  <a:pt x="9539" y="11753"/>
                </a:lnTo>
                <a:lnTo>
                  <a:pt x="8468" y="12824"/>
                </a:lnTo>
                <a:lnTo>
                  <a:pt x="8152" y="12532"/>
                </a:lnTo>
                <a:lnTo>
                  <a:pt x="7811" y="12240"/>
                </a:lnTo>
                <a:lnTo>
                  <a:pt x="7470" y="11899"/>
                </a:lnTo>
                <a:lnTo>
                  <a:pt x="7349" y="11826"/>
                </a:lnTo>
                <a:lnTo>
                  <a:pt x="7738" y="11534"/>
                </a:lnTo>
                <a:lnTo>
                  <a:pt x="7860" y="11705"/>
                </a:lnTo>
                <a:lnTo>
                  <a:pt x="8006" y="11875"/>
                </a:lnTo>
                <a:lnTo>
                  <a:pt x="8371" y="12264"/>
                </a:lnTo>
                <a:lnTo>
                  <a:pt x="8517" y="12434"/>
                </a:lnTo>
                <a:lnTo>
                  <a:pt x="8590" y="12483"/>
                </a:lnTo>
                <a:lnTo>
                  <a:pt x="8687" y="12507"/>
                </a:lnTo>
                <a:lnTo>
                  <a:pt x="8736" y="12507"/>
                </a:lnTo>
                <a:lnTo>
                  <a:pt x="8809" y="12483"/>
                </a:lnTo>
                <a:lnTo>
                  <a:pt x="8833" y="12434"/>
                </a:lnTo>
                <a:lnTo>
                  <a:pt x="8857" y="12386"/>
                </a:lnTo>
                <a:lnTo>
                  <a:pt x="8857" y="12289"/>
                </a:lnTo>
                <a:lnTo>
                  <a:pt x="8809" y="12191"/>
                </a:lnTo>
                <a:lnTo>
                  <a:pt x="8760" y="12094"/>
                </a:lnTo>
                <a:lnTo>
                  <a:pt x="8663" y="11997"/>
                </a:lnTo>
                <a:lnTo>
                  <a:pt x="8492" y="11826"/>
                </a:lnTo>
                <a:lnTo>
                  <a:pt x="8322" y="11680"/>
                </a:lnTo>
                <a:lnTo>
                  <a:pt x="8152" y="11510"/>
                </a:lnTo>
                <a:lnTo>
                  <a:pt x="7957" y="11364"/>
                </a:lnTo>
                <a:lnTo>
                  <a:pt x="8468" y="10926"/>
                </a:lnTo>
                <a:close/>
                <a:moveTo>
                  <a:pt x="11047" y="2312"/>
                </a:moveTo>
                <a:lnTo>
                  <a:pt x="11120" y="2434"/>
                </a:lnTo>
                <a:lnTo>
                  <a:pt x="11218" y="2531"/>
                </a:lnTo>
                <a:lnTo>
                  <a:pt x="11437" y="2750"/>
                </a:lnTo>
                <a:lnTo>
                  <a:pt x="11850" y="3213"/>
                </a:lnTo>
                <a:lnTo>
                  <a:pt x="11826" y="3213"/>
                </a:lnTo>
                <a:lnTo>
                  <a:pt x="11193" y="3748"/>
                </a:lnTo>
                <a:lnTo>
                  <a:pt x="10609" y="4283"/>
                </a:lnTo>
                <a:lnTo>
                  <a:pt x="10025" y="4867"/>
                </a:lnTo>
                <a:lnTo>
                  <a:pt x="9490" y="5500"/>
                </a:lnTo>
                <a:lnTo>
                  <a:pt x="9174" y="5865"/>
                </a:lnTo>
                <a:lnTo>
                  <a:pt x="8857" y="6254"/>
                </a:lnTo>
                <a:lnTo>
                  <a:pt x="8517" y="6595"/>
                </a:lnTo>
                <a:lnTo>
                  <a:pt x="8176" y="6935"/>
                </a:lnTo>
                <a:lnTo>
                  <a:pt x="7373" y="7617"/>
                </a:lnTo>
                <a:lnTo>
                  <a:pt x="6984" y="7933"/>
                </a:lnTo>
                <a:lnTo>
                  <a:pt x="6594" y="8274"/>
                </a:lnTo>
                <a:lnTo>
                  <a:pt x="6229" y="8639"/>
                </a:lnTo>
                <a:lnTo>
                  <a:pt x="5864" y="9004"/>
                </a:lnTo>
                <a:lnTo>
                  <a:pt x="5183" y="9782"/>
                </a:lnTo>
                <a:lnTo>
                  <a:pt x="4502" y="10537"/>
                </a:lnTo>
                <a:lnTo>
                  <a:pt x="4137" y="10902"/>
                </a:lnTo>
                <a:lnTo>
                  <a:pt x="3772" y="11242"/>
                </a:lnTo>
                <a:lnTo>
                  <a:pt x="3115" y="11802"/>
                </a:lnTo>
                <a:lnTo>
                  <a:pt x="2799" y="12118"/>
                </a:lnTo>
                <a:lnTo>
                  <a:pt x="2507" y="12434"/>
                </a:lnTo>
                <a:lnTo>
                  <a:pt x="2263" y="12702"/>
                </a:lnTo>
                <a:lnTo>
                  <a:pt x="2166" y="12848"/>
                </a:lnTo>
                <a:lnTo>
                  <a:pt x="2069" y="13018"/>
                </a:lnTo>
                <a:lnTo>
                  <a:pt x="1850" y="12824"/>
                </a:lnTo>
                <a:lnTo>
                  <a:pt x="1460" y="12459"/>
                </a:lnTo>
                <a:lnTo>
                  <a:pt x="1266" y="12264"/>
                </a:lnTo>
                <a:lnTo>
                  <a:pt x="1047" y="12118"/>
                </a:lnTo>
                <a:lnTo>
                  <a:pt x="1047" y="12070"/>
                </a:lnTo>
                <a:lnTo>
                  <a:pt x="1193" y="11997"/>
                </a:lnTo>
                <a:lnTo>
                  <a:pt x="1339" y="11924"/>
                </a:lnTo>
                <a:lnTo>
                  <a:pt x="1460" y="11826"/>
                </a:lnTo>
                <a:lnTo>
                  <a:pt x="1582" y="11705"/>
                </a:lnTo>
                <a:lnTo>
                  <a:pt x="2020" y="11218"/>
                </a:lnTo>
                <a:lnTo>
                  <a:pt x="2385" y="10853"/>
                </a:lnTo>
                <a:lnTo>
                  <a:pt x="2774" y="10537"/>
                </a:lnTo>
                <a:lnTo>
                  <a:pt x="3577" y="9880"/>
                </a:lnTo>
                <a:lnTo>
                  <a:pt x="3942" y="9539"/>
                </a:lnTo>
                <a:lnTo>
                  <a:pt x="4307" y="9198"/>
                </a:lnTo>
                <a:lnTo>
                  <a:pt x="5037" y="8468"/>
                </a:lnTo>
                <a:lnTo>
                  <a:pt x="5718" y="7738"/>
                </a:lnTo>
                <a:lnTo>
                  <a:pt x="6400" y="7008"/>
                </a:lnTo>
                <a:lnTo>
                  <a:pt x="7081" y="6303"/>
                </a:lnTo>
                <a:lnTo>
                  <a:pt x="7787" y="5621"/>
                </a:lnTo>
                <a:lnTo>
                  <a:pt x="8468" y="4940"/>
                </a:lnTo>
                <a:lnTo>
                  <a:pt x="9149" y="4259"/>
                </a:lnTo>
                <a:lnTo>
                  <a:pt x="10074" y="3261"/>
                </a:lnTo>
                <a:lnTo>
                  <a:pt x="10561" y="2775"/>
                </a:lnTo>
                <a:lnTo>
                  <a:pt x="11047" y="2312"/>
                </a:lnTo>
                <a:close/>
                <a:moveTo>
                  <a:pt x="7154" y="11997"/>
                </a:moveTo>
                <a:lnTo>
                  <a:pt x="7203" y="12094"/>
                </a:lnTo>
                <a:lnTo>
                  <a:pt x="7251" y="12167"/>
                </a:lnTo>
                <a:lnTo>
                  <a:pt x="7422" y="12386"/>
                </a:lnTo>
                <a:lnTo>
                  <a:pt x="7592" y="12580"/>
                </a:lnTo>
                <a:lnTo>
                  <a:pt x="7884" y="12872"/>
                </a:lnTo>
                <a:lnTo>
                  <a:pt x="8030" y="12994"/>
                </a:lnTo>
                <a:lnTo>
                  <a:pt x="8200" y="13091"/>
                </a:lnTo>
                <a:lnTo>
                  <a:pt x="7835" y="13481"/>
                </a:lnTo>
                <a:lnTo>
                  <a:pt x="7811" y="13432"/>
                </a:lnTo>
                <a:lnTo>
                  <a:pt x="7787" y="13408"/>
                </a:lnTo>
                <a:lnTo>
                  <a:pt x="7616" y="13262"/>
                </a:lnTo>
                <a:lnTo>
                  <a:pt x="7446" y="13140"/>
                </a:lnTo>
                <a:lnTo>
                  <a:pt x="7251" y="13018"/>
                </a:lnTo>
                <a:lnTo>
                  <a:pt x="7057" y="12872"/>
                </a:lnTo>
                <a:lnTo>
                  <a:pt x="6716" y="12580"/>
                </a:lnTo>
                <a:lnTo>
                  <a:pt x="6643" y="12532"/>
                </a:lnTo>
                <a:lnTo>
                  <a:pt x="6594" y="12507"/>
                </a:lnTo>
                <a:lnTo>
                  <a:pt x="6862" y="12240"/>
                </a:lnTo>
                <a:lnTo>
                  <a:pt x="7154" y="11997"/>
                </a:lnTo>
                <a:close/>
                <a:moveTo>
                  <a:pt x="6424" y="12702"/>
                </a:moveTo>
                <a:lnTo>
                  <a:pt x="6448" y="12775"/>
                </a:lnTo>
                <a:lnTo>
                  <a:pt x="6473" y="12848"/>
                </a:lnTo>
                <a:lnTo>
                  <a:pt x="6667" y="13043"/>
                </a:lnTo>
                <a:lnTo>
                  <a:pt x="6862" y="13213"/>
                </a:lnTo>
                <a:lnTo>
                  <a:pt x="7032" y="13359"/>
                </a:lnTo>
                <a:lnTo>
                  <a:pt x="7227" y="13481"/>
                </a:lnTo>
                <a:lnTo>
                  <a:pt x="7446" y="13602"/>
                </a:lnTo>
                <a:lnTo>
                  <a:pt x="7568" y="13627"/>
                </a:lnTo>
                <a:lnTo>
                  <a:pt x="7689" y="13627"/>
                </a:lnTo>
                <a:lnTo>
                  <a:pt x="7470" y="13846"/>
                </a:lnTo>
                <a:lnTo>
                  <a:pt x="7300" y="14040"/>
                </a:lnTo>
                <a:lnTo>
                  <a:pt x="7276" y="14016"/>
                </a:lnTo>
                <a:lnTo>
                  <a:pt x="6911" y="13797"/>
                </a:lnTo>
                <a:lnTo>
                  <a:pt x="6570" y="13554"/>
                </a:lnTo>
                <a:lnTo>
                  <a:pt x="6302" y="13335"/>
                </a:lnTo>
                <a:lnTo>
                  <a:pt x="6035" y="13164"/>
                </a:lnTo>
                <a:lnTo>
                  <a:pt x="6108" y="13043"/>
                </a:lnTo>
                <a:lnTo>
                  <a:pt x="6424" y="12702"/>
                </a:lnTo>
                <a:close/>
                <a:moveTo>
                  <a:pt x="5889" y="13335"/>
                </a:moveTo>
                <a:lnTo>
                  <a:pt x="5962" y="13456"/>
                </a:lnTo>
                <a:lnTo>
                  <a:pt x="6059" y="13578"/>
                </a:lnTo>
                <a:lnTo>
                  <a:pt x="6278" y="13797"/>
                </a:lnTo>
                <a:lnTo>
                  <a:pt x="6643" y="14089"/>
                </a:lnTo>
                <a:lnTo>
                  <a:pt x="6813" y="14211"/>
                </a:lnTo>
                <a:lnTo>
                  <a:pt x="7032" y="14308"/>
                </a:lnTo>
                <a:lnTo>
                  <a:pt x="6692" y="14673"/>
                </a:lnTo>
                <a:lnTo>
                  <a:pt x="6619" y="14624"/>
                </a:lnTo>
                <a:lnTo>
                  <a:pt x="6497" y="14600"/>
                </a:lnTo>
                <a:lnTo>
                  <a:pt x="6375" y="14527"/>
                </a:lnTo>
                <a:lnTo>
                  <a:pt x="6254" y="14454"/>
                </a:lnTo>
                <a:lnTo>
                  <a:pt x="6132" y="14381"/>
                </a:lnTo>
                <a:lnTo>
                  <a:pt x="5913" y="14186"/>
                </a:lnTo>
                <a:lnTo>
                  <a:pt x="5718" y="14016"/>
                </a:lnTo>
                <a:lnTo>
                  <a:pt x="5597" y="13943"/>
                </a:lnTo>
                <a:lnTo>
                  <a:pt x="5451" y="13846"/>
                </a:lnTo>
                <a:lnTo>
                  <a:pt x="5889" y="13335"/>
                </a:lnTo>
                <a:close/>
                <a:moveTo>
                  <a:pt x="12191" y="3553"/>
                </a:moveTo>
                <a:lnTo>
                  <a:pt x="12653" y="4040"/>
                </a:lnTo>
                <a:lnTo>
                  <a:pt x="13432" y="4916"/>
                </a:lnTo>
                <a:lnTo>
                  <a:pt x="13164" y="5208"/>
                </a:lnTo>
                <a:lnTo>
                  <a:pt x="12896" y="5500"/>
                </a:lnTo>
                <a:lnTo>
                  <a:pt x="12361" y="6108"/>
                </a:lnTo>
                <a:lnTo>
                  <a:pt x="12045" y="6424"/>
                </a:lnTo>
                <a:lnTo>
                  <a:pt x="11729" y="6716"/>
                </a:lnTo>
                <a:lnTo>
                  <a:pt x="11388" y="7008"/>
                </a:lnTo>
                <a:lnTo>
                  <a:pt x="11047" y="7300"/>
                </a:lnTo>
                <a:lnTo>
                  <a:pt x="10731" y="7617"/>
                </a:lnTo>
                <a:lnTo>
                  <a:pt x="10415" y="7957"/>
                </a:lnTo>
                <a:lnTo>
                  <a:pt x="9806" y="8687"/>
                </a:lnTo>
                <a:lnTo>
                  <a:pt x="9247" y="9417"/>
                </a:lnTo>
                <a:lnTo>
                  <a:pt x="8638" y="10147"/>
                </a:lnTo>
                <a:lnTo>
                  <a:pt x="8346" y="10464"/>
                </a:lnTo>
                <a:lnTo>
                  <a:pt x="8006" y="10756"/>
                </a:lnTo>
                <a:lnTo>
                  <a:pt x="7324" y="11340"/>
                </a:lnTo>
                <a:lnTo>
                  <a:pt x="6643" y="11899"/>
                </a:lnTo>
                <a:lnTo>
                  <a:pt x="6302" y="12191"/>
                </a:lnTo>
                <a:lnTo>
                  <a:pt x="6010" y="12532"/>
                </a:lnTo>
                <a:lnTo>
                  <a:pt x="5475" y="13164"/>
                </a:lnTo>
                <a:lnTo>
                  <a:pt x="4940" y="13773"/>
                </a:lnTo>
                <a:lnTo>
                  <a:pt x="4672" y="14016"/>
                </a:lnTo>
                <a:lnTo>
                  <a:pt x="4404" y="14235"/>
                </a:lnTo>
                <a:lnTo>
                  <a:pt x="4137" y="14454"/>
                </a:lnTo>
                <a:lnTo>
                  <a:pt x="4015" y="14600"/>
                </a:lnTo>
                <a:lnTo>
                  <a:pt x="3918" y="14722"/>
                </a:lnTo>
                <a:lnTo>
                  <a:pt x="3480" y="14284"/>
                </a:lnTo>
                <a:lnTo>
                  <a:pt x="3042" y="13846"/>
                </a:lnTo>
                <a:lnTo>
                  <a:pt x="2361" y="13262"/>
                </a:lnTo>
                <a:lnTo>
                  <a:pt x="2482" y="13164"/>
                </a:lnTo>
                <a:lnTo>
                  <a:pt x="2604" y="13043"/>
                </a:lnTo>
                <a:lnTo>
                  <a:pt x="2774" y="12799"/>
                </a:lnTo>
                <a:lnTo>
                  <a:pt x="3066" y="12507"/>
                </a:lnTo>
                <a:lnTo>
                  <a:pt x="3358" y="12216"/>
                </a:lnTo>
                <a:lnTo>
                  <a:pt x="3967" y="11680"/>
                </a:lnTo>
                <a:lnTo>
                  <a:pt x="4380" y="11315"/>
                </a:lnTo>
                <a:lnTo>
                  <a:pt x="4745" y="10950"/>
                </a:lnTo>
                <a:lnTo>
                  <a:pt x="5475" y="10172"/>
                </a:lnTo>
                <a:lnTo>
                  <a:pt x="6181" y="9393"/>
                </a:lnTo>
                <a:lnTo>
                  <a:pt x="6546" y="9004"/>
                </a:lnTo>
                <a:lnTo>
                  <a:pt x="6935" y="8614"/>
                </a:lnTo>
                <a:lnTo>
                  <a:pt x="7324" y="8274"/>
                </a:lnTo>
                <a:lnTo>
                  <a:pt x="7714" y="7933"/>
                </a:lnTo>
                <a:lnTo>
                  <a:pt x="8517" y="7276"/>
                </a:lnTo>
                <a:lnTo>
                  <a:pt x="8857" y="6935"/>
                </a:lnTo>
                <a:lnTo>
                  <a:pt x="9198" y="6595"/>
                </a:lnTo>
                <a:lnTo>
                  <a:pt x="9514" y="6205"/>
                </a:lnTo>
                <a:lnTo>
                  <a:pt x="9831" y="5840"/>
                </a:lnTo>
                <a:lnTo>
                  <a:pt x="10171" y="5427"/>
                </a:lnTo>
                <a:lnTo>
                  <a:pt x="10488" y="5062"/>
                </a:lnTo>
                <a:lnTo>
                  <a:pt x="10853" y="4697"/>
                </a:lnTo>
                <a:lnTo>
                  <a:pt x="11242" y="4356"/>
                </a:lnTo>
                <a:lnTo>
                  <a:pt x="11729" y="3967"/>
                </a:lnTo>
                <a:lnTo>
                  <a:pt x="11972" y="3772"/>
                </a:lnTo>
                <a:lnTo>
                  <a:pt x="12191" y="3553"/>
                </a:lnTo>
                <a:close/>
                <a:moveTo>
                  <a:pt x="5232" y="14065"/>
                </a:moveTo>
                <a:lnTo>
                  <a:pt x="5353" y="14186"/>
                </a:lnTo>
                <a:lnTo>
                  <a:pt x="5451" y="14308"/>
                </a:lnTo>
                <a:lnTo>
                  <a:pt x="5645" y="14454"/>
                </a:lnTo>
                <a:lnTo>
                  <a:pt x="5816" y="14624"/>
                </a:lnTo>
                <a:lnTo>
                  <a:pt x="5986" y="14770"/>
                </a:lnTo>
                <a:lnTo>
                  <a:pt x="6181" y="14892"/>
                </a:lnTo>
                <a:lnTo>
                  <a:pt x="6375" y="14989"/>
                </a:lnTo>
                <a:lnTo>
                  <a:pt x="6108" y="15281"/>
                </a:lnTo>
                <a:lnTo>
                  <a:pt x="5937" y="15452"/>
                </a:lnTo>
                <a:lnTo>
                  <a:pt x="5937" y="15403"/>
                </a:lnTo>
                <a:lnTo>
                  <a:pt x="5889" y="15354"/>
                </a:lnTo>
                <a:lnTo>
                  <a:pt x="5597" y="15038"/>
                </a:lnTo>
                <a:lnTo>
                  <a:pt x="5280" y="14746"/>
                </a:lnTo>
                <a:lnTo>
                  <a:pt x="5086" y="14576"/>
                </a:lnTo>
                <a:lnTo>
                  <a:pt x="4964" y="14503"/>
                </a:lnTo>
                <a:lnTo>
                  <a:pt x="4867" y="14430"/>
                </a:lnTo>
                <a:lnTo>
                  <a:pt x="5037" y="14284"/>
                </a:lnTo>
                <a:lnTo>
                  <a:pt x="5232" y="14065"/>
                </a:lnTo>
                <a:close/>
                <a:moveTo>
                  <a:pt x="852" y="15476"/>
                </a:moveTo>
                <a:lnTo>
                  <a:pt x="974" y="15598"/>
                </a:lnTo>
                <a:lnTo>
                  <a:pt x="1412" y="16036"/>
                </a:lnTo>
                <a:lnTo>
                  <a:pt x="1363" y="16011"/>
                </a:lnTo>
                <a:lnTo>
                  <a:pt x="1290" y="15987"/>
                </a:lnTo>
                <a:lnTo>
                  <a:pt x="852" y="15476"/>
                </a:lnTo>
                <a:close/>
                <a:moveTo>
                  <a:pt x="4575" y="14673"/>
                </a:moveTo>
                <a:lnTo>
                  <a:pt x="4696" y="14795"/>
                </a:lnTo>
                <a:lnTo>
                  <a:pt x="4818" y="14892"/>
                </a:lnTo>
                <a:lnTo>
                  <a:pt x="5037" y="15087"/>
                </a:lnTo>
                <a:lnTo>
                  <a:pt x="5329" y="15354"/>
                </a:lnTo>
                <a:lnTo>
                  <a:pt x="5597" y="15622"/>
                </a:lnTo>
                <a:lnTo>
                  <a:pt x="5670" y="15671"/>
                </a:lnTo>
                <a:lnTo>
                  <a:pt x="5718" y="15671"/>
                </a:lnTo>
                <a:lnTo>
                  <a:pt x="5378" y="15987"/>
                </a:lnTo>
                <a:lnTo>
                  <a:pt x="5232" y="16109"/>
                </a:lnTo>
                <a:lnTo>
                  <a:pt x="5183" y="16060"/>
                </a:lnTo>
                <a:lnTo>
                  <a:pt x="5110" y="16036"/>
                </a:lnTo>
                <a:lnTo>
                  <a:pt x="4088" y="14916"/>
                </a:lnTo>
                <a:lnTo>
                  <a:pt x="4210" y="14868"/>
                </a:lnTo>
                <a:lnTo>
                  <a:pt x="4331" y="14819"/>
                </a:lnTo>
                <a:lnTo>
                  <a:pt x="4453" y="14746"/>
                </a:lnTo>
                <a:lnTo>
                  <a:pt x="4575" y="14673"/>
                </a:lnTo>
                <a:close/>
                <a:moveTo>
                  <a:pt x="755" y="16230"/>
                </a:moveTo>
                <a:lnTo>
                  <a:pt x="1071" y="16498"/>
                </a:lnTo>
                <a:lnTo>
                  <a:pt x="1071" y="16522"/>
                </a:lnTo>
                <a:lnTo>
                  <a:pt x="998" y="16474"/>
                </a:lnTo>
                <a:lnTo>
                  <a:pt x="925" y="16449"/>
                </a:lnTo>
                <a:lnTo>
                  <a:pt x="852" y="16376"/>
                </a:lnTo>
                <a:lnTo>
                  <a:pt x="755" y="16230"/>
                </a:lnTo>
                <a:close/>
                <a:moveTo>
                  <a:pt x="1047" y="12532"/>
                </a:moveTo>
                <a:lnTo>
                  <a:pt x="1168" y="12678"/>
                </a:lnTo>
                <a:lnTo>
                  <a:pt x="1314" y="12824"/>
                </a:lnTo>
                <a:lnTo>
                  <a:pt x="1582" y="13067"/>
                </a:lnTo>
                <a:lnTo>
                  <a:pt x="2166" y="13602"/>
                </a:lnTo>
                <a:lnTo>
                  <a:pt x="2750" y="14113"/>
                </a:lnTo>
                <a:lnTo>
                  <a:pt x="3018" y="14357"/>
                </a:lnTo>
                <a:lnTo>
                  <a:pt x="3261" y="14600"/>
                </a:lnTo>
                <a:lnTo>
                  <a:pt x="3723" y="15135"/>
                </a:lnTo>
                <a:lnTo>
                  <a:pt x="4185" y="15646"/>
                </a:lnTo>
                <a:lnTo>
                  <a:pt x="4672" y="16157"/>
                </a:lnTo>
                <a:lnTo>
                  <a:pt x="4404" y="16230"/>
                </a:lnTo>
                <a:lnTo>
                  <a:pt x="4112" y="16303"/>
                </a:lnTo>
                <a:lnTo>
                  <a:pt x="3553" y="16376"/>
                </a:lnTo>
                <a:lnTo>
                  <a:pt x="2969" y="16425"/>
                </a:lnTo>
                <a:lnTo>
                  <a:pt x="2409" y="16498"/>
                </a:lnTo>
                <a:lnTo>
                  <a:pt x="2288" y="16522"/>
                </a:lnTo>
                <a:lnTo>
                  <a:pt x="2263" y="16474"/>
                </a:lnTo>
                <a:lnTo>
                  <a:pt x="2142" y="16230"/>
                </a:lnTo>
                <a:lnTo>
                  <a:pt x="1996" y="16011"/>
                </a:lnTo>
                <a:lnTo>
                  <a:pt x="1801" y="15792"/>
                </a:lnTo>
                <a:lnTo>
                  <a:pt x="1606" y="15598"/>
                </a:lnTo>
                <a:lnTo>
                  <a:pt x="1168" y="15233"/>
                </a:lnTo>
                <a:lnTo>
                  <a:pt x="730" y="14892"/>
                </a:lnTo>
                <a:lnTo>
                  <a:pt x="779" y="14600"/>
                </a:lnTo>
                <a:lnTo>
                  <a:pt x="925" y="13262"/>
                </a:lnTo>
                <a:lnTo>
                  <a:pt x="1047" y="12532"/>
                </a:lnTo>
                <a:close/>
                <a:moveTo>
                  <a:pt x="1436" y="16644"/>
                </a:moveTo>
                <a:lnTo>
                  <a:pt x="1533" y="16717"/>
                </a:lnTo>
                <a:lnTo>
                  <a:pt x="1387" y="16741"/>
                </a:lnTo>
                <a:lnTo>
                  <a:pt x="1436" y="16644"/>
                </a:lnTo>
                <a:close/>
                <a:moveTo>
                  <a:pt x="536" y="16741"/>
                </a:moveTo>
                <a:lnTo>
                  <a:pt x="584" y="16766"/>
                </a:lnTo>
                <a:lnTo>
                  <a:pt x="609" y="16766"/>
                </a:lnTo>
                <a:lnTo>
                  <a:pt x="682" y="16814"/>
                </a:lnTo>
                <a:lnTo>
                  <a:pt x="779" y="16839"/>
                </a:lnTo>
                <a:lnTo>
                  <a:pt x="876" y="16839"/>
                </a:lnTo>
                <a:lnTo>
                  <a:pt x="974" y="16814"/>
                </a:lnTo>
                <a:lnTo>
                  <a:pt x="974" y="16839"/>
                </a:lnTo>
                <a:lnTo>
                  <a:pt x="755" y="16887"/>
                </a:lnTo>
                <a:lnTo>
                  <a:pt x="511" y="16936"/>
                </a:lnTo>
                <a:lnTo>
                  <a:pt x="536" y="16741"/>
                </a:lnTo>
                <a:close/>
                <a:moveTo>
                  <a:pt x="13967" y="1"/>
                </a:moveTo>
                <a:lnTo>
                  <a:pt x="13602" y="25"/>
                </a:lnTo>
                <a:lnTo>
                  <a:pt x="13261" y="74"/>
                </a:lnTo>
                <a:lnTo>
                  <a:pt x="12945" y="195"/>
                </a:lnTo>
                <a:lnTo>
                  <a:pt x="12629" y="341"/>
                </a:lnTo>
                <a:lnTo>
                  <a:pt x="12337" y="560"/>
                </a:lnTo>
                <a:lnTo>
                  <a:pt x="12021" y="828"/>
                </a:lnTo>
                <a:lnTo>
                  <a:pt x="11875" y="974"/>
                </a:lnTo>
                <a:lnTo>
                  <a:pt x="11826" y="1071"/>
                </a:lnTo>
                <a:lnTo>
                  <a:pt x="11777" y="1169"/>
                </a:lnTo>
                <a:lnTo>
                  <a:pt x="11704" y="1193"/>
                </a:lnTo>
                <a:lnTo>
                  <a:pt x="11339" y="1485"/>
                </a:lnTo>
                <a:lnTo>
                  <a:pt x="10999" y="1777"/>
                </a:lnTo>
                <a:lnTo>
                  <a:pt x="10317" y="2385"/>
                </a:lnTo>
                <a:lnTo>
                  <a:pt x="9685" y="3042"/>
                </a:lnTo>
                <a:lnTo>
                  <a:pt x="9052" y="3699"/>
                </a:lnTo>
                <a:lnTo>
                  <a:pt x="8395" y="4405"/>
                </a:lnTo>
                <a:lnTo>
                  <a:pt x="7714" y="5086"/>
                </a:lnTo>
                <a:lnTo>
                  <a:pt x="7032" y="5743"/>
                </a:lnTo>
                <a:lnTo>
                  <a:pt x="6351" y="6449"/>
                </a:lnTo>
                <a:lnTo>
                  <a:pt x="4964" y="7933"/>
                </a:lnTo>
                <a:lnTo>
                  <a:pt x="4258" y="8663"/>
                </a:lnTo>
                <a:lnTo>
                  <a:pt x="3894" y="9004"/>
                </a:lnTo>
                <a:lnTo>
                  <a:pt x="3529" y="9344"/>
                </a:lnTo>
                <a:lnTo>
                  <a:pt x="2190" y="10537"/>
                </a:lnTo>
                <a:lnTo>
                  <a:pt x="1558" y="11145"/>
                </a:lnTo>
                <a:lnTo>
                  <a:pt x="925" y="11778"/>
                </a:lnTo>
                <a:lnTo>
                  <a:pt x="876" y="11753"/>
                </a:lnTo>
                <a:lnTo>
                  <a:pt x="803" y="11778"/>
                </a:lnTo>
                <a:lnTo>
                  <a:pt x="755" y="11802"/>
                </a:lnTo>
                <a:lnTo>
                  <a:pt x="706" y="11851"/>
                </a:lnTo>
                <a:lnTo>
                  <a:pt x="609" y="12118"/>
                </a:lnTo>
                <a:lnTo>
                  <a:pt x="511" y="12386"/>
                </a:lnTo>
                <a:lnTo>
                  <a:pt x="463" y="12702"/>
                </a:lnTo>
                <a:lnTo>
                  <a:pt x="414" y="12994"/>
                </a:lnTo>
                <a:lnTo>
                  <a:pt x="365" y="13627"/>
                </a:lnTo>
                <a:lnTo>
                  <a:pt x="292" y="14211"/>
                </a:lnTo>
                <a:lnTo>
                  <a:pt x="98" y="15646"/>
                </a:lnTo>
                <a:lnTo>
                  <a:pt x="25" y="16376"/>
                </a:lnTo>
                <a:lnTo>
                  <a:pt x="0" y="16717"/>
                </a:lnTo>
                <a:lnTo>
                  <a:pt x="0" y="17082"/>
                </a:lnTo>
                <a:lnTo>
                  <a:pt x="0" y="17155"/>
                </a:lnTo>
                <a:lnTo>
                  <a:pt x="25" y="17204"/>
                </a:lnTo>
                <a:lnTo>
                  <a:pt x="122" y="17277"/>
                </a:lnTo>
                <a:lnTo>
                  <a:pt x="219" y="17325"/>
                </a:lnTo>
                <a:lnTo>
                  <a:pt x="341" y="17325"/>
                </a:lnTo>
                <a:lnTo>
                  <a:pt x="438" y="17350"/>
                </a:lnTo>
                <a:lnTo>
                  <a:pt x="560" y="17374"/>
                </a:lnTo>
                <a:lnTo>
                  <a:pt x="803" y="17398"/>
                </a:lnTo>
                <a:lnTo>
                  <a:pt x="1047" y="17350"/>
                </a:lnTo>
                <a:lnTo>
                  <a:pt x="1339" y="17301"/>
                </a:lnTo>
                <a:lnTo>
                  <a:pt x="1874" y="17131"/>
                </a:lnTo>
                <a:lnTo>
                  <a:pt x="2312" y="17009"/>
                </a:lnTo>
                <a:lnTo>
                  <a:pt x="2677" y="16936"/>
                </a:lnTo>
                <a:lnTo>
                  <a:pt x="3018" y="16887"/>
                </a:lnTo>
                <a:lnTo>
                  <a:pt x="3723" y="16839"/>
                </a:lnTo>
                <a:lnTo>
                  <a:pt x="4088" y="16790"/>
                </a:lnTo>
                <a:lnTo>
                  <a:pt x="4429" y="16741"/>
                </a:lnTo>
                <a:lnTo>
                  <a:pt x="4769" y="16644"/>
                </a:lnTo>
                <a:lnTo>
                  <a:pt x="5110" y="16522"/>
                </a:lnTo>
                <a:lnTo>
                  <a:pt x="5159" y="16498"/>
                </a:lnTo>
                <a:lnTo>
                  <a:pt x="5207" y="16449"/>
                </a:lnTo>
                <a:lnTo>
                  <a:pt x="5353" y="16401"/>
                </a:lnTo>
                <a:lnTo>
                  <a:pt x="5499" y="16328"/>
                </a:lnTo>
                <a:lnTo>
                  <a:pt x="5645" y="16255"/>
                </a:lnTo>
                <a:lnTo>
                  <a:pt x="5791" y="16133"/>
                </a:lnTo>
                <a:lnTo>
                  <a:pt x="6035" y="15890"/>
                </a:lnTo>
                <a:lnTo>
                  <a:pt x="6254" y="15671"/>
                </a:lnTo>
                <a:lnTo>
                  <a:pt x="6959" y="14965"/>
                </a:lnTo>
                <a:lnTo>
                  <a:pt x="7641" y="14284"/>
                </a:lnTo>
                <a:lnTo>
                  <a:pt x="9101" y="12824"/>
                </a:lnTo>
                <a:lnTo>
                  <a:pt x="10536" y="11364"/>
                </a:lnTo>
                <a:lnTo>
                  <a:pt x="11218" y="10658"/>
                </a:lnTo>
                <a:lnTo>
                  <a:pt x="11875" y="9904"/>
                </a:lnTo>
                <a:lnTo>
                  <a:pt x="12531" y="9174"/>
                </a:lnTo>
                <a:lnTo>
                  <a:pt x="13213" y="8444"/>
                </a:lnTo>
                <a:lnTo>
                  <a:pt x="13870" y="7811"/>
                </a:lnTo>
                <a:lnTo>
                  <a:pt x="14527" y="7179"/>
                </a:lnTo>
                <a:lnTo>
                  <a:pt x="15184" y="6522"/>
                </a:lnTo>
                <a:lnTo>
                  <a:pt x="15500" y="6205"/>
                </a:lnTo>
                <a:lnTo>
                  <a:pt x="15816" y="5840"/>
                </a:lnTo>
                <a:lnTo>
                  <a:pt x="15889" y="5792"/>
                </a:lnTo>
                <a:lnTo>
                  <a:pt x="15987" y="5767"/>
                </a:lnTo>
                <a:lnTo>
                  <a:pt x="16060" y="5694"/>
                </a:lnTo>
                <a:lnTo>
                  <a:pt x="16108" y="5621"/>
                </a:lnTo>
                <a:lnTo>
                  <a:pt x="16133" y="5524"/>
                </a:lnTo>
                <a:lnTo>
                  <a:pt x="16376" y="5208"/>
                </a:lnTo>
                <a:lnTo>
                  <a:pt x="16595" y="4891"/>
                </a:lnTo>
                <a:lnTo>
                  <a:pt x="16814" y="4551"/>
                </a:lnTo>
                <a:lnTo>
                  <a:pt x="16984" y="4210"/>
                </a:lnTo>
                <a:lnTo>
                  <a:pt x="17106" y="3845"/>
                </a:lnTo>
                <a:lnTo>
                  <a:pt x="17203" y="3480"/>
                </a:lnTo>
                <a:lnTo>
                  <a:pt x="17228" y="3140"/>
                </a:lnTo>
                <a:lnTo>
                  <a:pt x="17203" y="2799"/>
                </a:lnTo>
                <a:lnTo>
                  <a:pt x="17130" y="2458"/>
                </a:lnTo>
                <a:lnTo>
                  <a:pt x="17009" y="2142"/>
                </a:lnTo>
                <a:lnTo>
                  <a:pt x="16863" y="1826"/>
                </a:lnTo>
                <a:lnTo>
                  <a:pt x="16668" y="1534"/>
                </a:lnTo>
                <a:lnTo>
                  <a:pt x="16449" y="1266"/>
                </a:lnTo>
                <a:lnTo>
                  <a:pt x="16230" y="998"/>
                </a:lnTo>
                <a:lnTo>
                  <a:pt x="15962" y="779"/>
                </a:lnTo>
                <a:lnTo>
                  <a:pt x="15670" y="560"/>
                </a:lnTo>
                <a:lnTo>
                  <a:pt x="15354" y="390"/>
                </a:lnTo>
                <a:lnTo>
                  <a:pt x="15013" y="244"/>
                </a:lnTo>
                <a:lnTo>
                  <a:pt x="14673" y="122"/>
                </a:lnTo>
                <a:lnTo>
                  <a:pt x="14332" y="49"/>
                </a:lnTo>
                <a:lnTo>
                  <a:pt x="1396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352;p38"/>
          <p:cNvSpPr/>
          <p:nvPr/>
        </p:nvSpPr>
        <p:spPr>
          <a:xfrm>
            <a:off x="195625" y="3600422"/>
            <a:ext cx="366421" cy="349396"/>
          </a:xfrm>
          <a:custGeom>
            <a:avLst/>
            <a:gdLst/>
            <a:ahLst/>
            <a:cxnLst/>
            <a:rect l="l" t="t" r="r" b="b"/>
            <a:pathLst>
              <a:path w="16766" h="15987" extrusionOk="0">
                <a:moveTo>
                  <a:pt x="14284" y="487"/>
                </a:moveTo>
                <a:lnTo>
                  <a:pt x="14405" y="536"/>
                </a:lnTo>
                <a:lnTo>
                  <a:pt x="14478" y="585"/>
                </a:lnTo>
                <a:lnTo>
                  <a:pt x="14527" y="658"/>
                </a:lnTo>
                <a:lnTo>
                  <a:pt x="14527" y="755"/>
                </a:lnTo>
                <a:lnTo>
                  <a:pt x="14527" y="852"/>
                </a:lnTo>
                <a:lnTo>
                  <a:pt x="14551" y="925"/>
                </a:lnTo>
                <a:lnTo>
                  <a:pt x="13578" y="925"/>
                </a:lnTo>
                <a:lnTo>
                  <a:pt x="13627" y="804"/>
                </a:lnTo>
                <a:lnTo>
                  <a:pt x="13700" y="706"/>
                </a:lnTo>
                <a:lnTo>
                  <a:pt x="13797" y="609"/>
                </a:lnTo>
                <a:lnTo>
                  <a:pt x="13894" y="536"/>
                </a:lnTo>
                <a:lnTo>
                  <a:pt x="13967" y="512"/>
                </a:lnTo>
                <a:lnTo>
                  <a:pt x="14065" y="487"/>
                </a:lnTo>
                <a:close/>
                <a:moveTo>
                  <a:pt x="4064" y="633"/>
                </a:moveTo>
                <a:lnTo>
                  <a:pt x="4137" y="682"/>
                </a:lnTo>
                <a:lnTo>
                  <a:pt x="4210" y="755"/>
                </a:lnTo>
                <a:lnTo>
                  <a:pt x="4259" y="852"/>
                </a:lnTo>
                <a:lnTo>
                  <a:pt x="4283" y="950"/>
                </a:lnTo>
                <a:lnTo>
                  <a:pt x="3529" y="974"/>
                </a:lnTo>
                <a:lnTo>
                  <a:pt x="3602" y="804"/>
                </a:lnTo>
                <a:lnTo>
                  <a:pt x="3650" y="755"/>
                </a:lnTo>
                <a:lnTo>
                  <a:pt x="3675" y="706"/>
                </a:lnTo>
                <a:lnTo>
                  <a:pt x="3796" y="633"/>
                </a:lnTo>
                <a:close/>
                <a:moveTo>
                  <a:pt x="13724" y="2020"/>
                </a:moveTo>
                <a:lnTo>
                  <a:pt x="13797" y="2044"/>
                </a:lnTo>
                <a:lnTo>
                  <a:pt x="13870" y="2093"/>
                </a:lnTo>
                <a:lnTo>
                  <a:pt x="13943" y="2142"/>
                </a:lnTo>
                <a:lnTo>
                  <a:pt x="13992" y="2215"/>
                </a:lnTo>
                <a:lnTo>
                  <a:pt x="14040" y="2288"/>
                </a:lnTo>
                <a:lnTo>
                  <a:pt x="14089" y="2385"/>
                </a:lnTo>
                <a:lnTo>
                  <a:pt x="14113" y="2531"/>
                </a:lnTo>
                <a:lnTo>
                  <a:pt x="13992" y="2555"/>
                </a:lnTo>
                <a:lnTo>
                  <a:pt x="13870" y="2555"/>
                </a:lnTo>
                <a:lnTo>
                  <a:pt x="13773" y="2531"/>
                </a:lnTo>
                <a:lnTo>
                  <a:pt x="13724" y="2482"/>
                </a:lnTo>
                <a:lnTo>
                  <a:pt x="13675" y="2409"/>
                </a:lnTo>
                <a:lnTo>
                  <a:pt x="13602" y="2215"/>
                </a:lnTo>
                <a:lnTo>
                  <a:pt x="13554" y="2020"/>
                </a:lnTo>
                <a:close/>
                <a:moveTo>
                  <a:pt x="3407" y="1874"/>
                </a:moveTo>
                <a:lnTo>
                  <a:pt x="3529" y="1923"/>
                </a:lnTo>
                <a:lnTo>
                  <a:pt x="3602" y="1971"/>
                </a:lnTo>
                <a:lnTo>
                  <a:pt x="3675" y="2044"/>
                </a:lnTo>
                <a:lnTo>
                  <a:pt x="3723" y="2142"/>
                </a:lnTo>
                <a:lnTo>
                  <a:pt x="3772" y="2215"/>
                </a:lnTo>
                <a:lnTo>
                  <a:pt x="3821" y="2434"/>
                </a:lnTo>
                <a:lnTo>
                  <a:pt x="3821" y="2531"/>
                </a:lnTo>
                <a:lnTo>
                  <a:pt x="3796" y="2628"/>
                </a:lnTo>
                <a:lnTo>
                  <a:pt x="3699" y="2628"/>
                </a:lnTo>
                <a:lnTo>
                  <a:pt x="3602" y="2555"/>
                </a:lnTo>
                <a:lnTo>
                  <a:pt x="3529" y="2482"/>
                </a:lnTo>
                <a:lnTo>
                  <a:pt x="3480" y="2385"/>
                </a:lnTo>
                <a:lnTo>
                  <a:pt x="3456" y="2263"/>
                </a:lnTo>
                <a:lnTo>
                  <a:pt x="3431" y="2142"/>
                </a:lnTo>
                <a:lnTo>
                  <a:pt x="3407" y="1874"/>
                </a:lnTo>
                <a:close/>
                <a:moveTo>
                  <a:pt x="2920" y="1923"/>
                </a:moveTo>
                <a:lnTo>
                  <a:pt x="2969" y="2263"/>
                </a:lnTo>
                <a:lnTo>
                  <a:pt x="2993" y="2434"/>
                </a:lnTo>
                <a:lnTo>
                  <a:pt x="3042" y="2580"/>
                </a:lnTo>
                <a:lnTo>
                  <a:pt x="3115" y="2726"/>
                </a:lnTo>
                <a:lnTo>
                  <a:pt x="3188" y="2847"/>
                </a:lnTo>
                <a:lnTo>
                  <a:pt x="3310" y="2945"/>
                </a:lnTo>
                <a:lnTo>
                  <a:pt x="3407" y="3042"/>
                </a:lnTo>
                <a:lnTo>
                  <a:pt x="3164" y="3042"/>
                </a:lnTo>
                <a:lnTo>
                  <a:pt x="3042" y="3018"/>
                </a:lnTo>
                <a:lnTo>
                  <a:pt x="2920" y="2945"/>
                </a:lnTo>
                <a:lnTo>
                  <a:pt x="2823" y="2872"/>
                </a:lnTo>
                <a:lnTo>
                  <a:pt x="2750" y="2774"/>
                </a:lnTo>
                <a:lnTo>
                  <a:pt x="2701" y="2653"/>
                </a:lnTo>
                <a:lnTo>
                  <a:pt x="2677" y="2531"/>
                </a:lnTo>
                <a:lnTo>
                  <a:pt x="2677" y="2385"/>
                </a:lnTo>
                <a:lnTo>
                  <a:pt x="2726" y="2239"/>
                </a:lnTo>
                <a:lnTo>
                  <a:pt x="2774" y="2117"/>
                </a:lnTo>
                <a:lnTo>
                  <a:pt x="2872" y="1996"/>
                </a:lnTo>
                <a:lnTo>
                  <a:pt x="2920" y="1923"/>
                </a:lnTo>
                <a:close/>
                <a:moveTo>
                  <a:pt x="13067" y="2069"/>
                </a:moveTo>
                <a:lnTo>
                  <a:pt x="13140" y="2385"/>
                </a:lnTo>
                <a:lnTo>
                  <a:pt x="13262" y="2653"/>
                </a:lnTo>
                <a:lnTo>
                  <a:pt x="13310" y="2750"/>
                </a:lnTo>
                <a:lnTo>
                  <a:pt x="13383" y="2823"/>
                </a:lnTo>
                <a:lnTo>
                  <a:pt x="13529" y="2969"/>
                </a:lnTo>
                <a:lnTo>
                  <a:pt x="13724" y="3042"/>
                </a:lnTo>
                <a:lnTo>
                  <a:pt x="13919" y="3091"/>
                </a:lnTo>
                <a:lnTo>
                  <a:pt x="13870" y="3139"/>
                </a:lnTo>
                <a:lnTo>
                  <a:pt x="13724" y="3188"/>
                </a:lnTo>
                <a:lnTo>
                  <a:pt x="13578" y="3212"/>
                </a:lnTo>
                <a:lnTo>
                  <a:pt x="13456" y="3188"/>
                </a:lnTo>
                <a:lnTo>
                  <a:pt x="13310" y="3139"/>
                </a:lnTo>
                <a:lnTo>
                  <a:pt x="13213" y="3066"/>
                </a:lnTo>
                <a:lnTo>
                  <a:pt x="13116" y="2945"/>
                </a:lnTo>
                <a:lnTo>
                  <a:pt x="13018" y="2847"/>
                </a:lnTo>
                <a:lnTo>
                  <a:pt x="12970" y="2701"/>
                </a:lnTo>
                <a:lnTo>
                  <a:pt x="12945" y="2531"/>
                </a:lnTo>
                <a:lnTo>
                  <a:pt x="12945" y="2361"/>
                </a:lnTo>
                <a:lnTo>
                  <a:pt x="12994" y="2215"/>
                </a:lnTo>
                <a:lnTo>
                  <a:pt x="13067" y="2069"/>
                </a:lnTo>
                <a:close/>
                <a:moveTo>
                  <a:pt x="5548" y="1339"/>
                </a:moveTo>
                <a:lnTo>
                  <a:pt x="7641" y="1387"/>
                </a:lnTo>
                <a:lnTo>
                  <a:pt x="13018" y="1387"/>
                </a:lnTo>
                <a:lnTo>
                  <a:pt x="13018" y="1533"/>
                </a:lnTo>
                <a:lnTo>
                  <a:pt x="12872" y="1631"/>
                </a:lnTo>
                <a:lnTo>
                  <a:pt x="12775" y="1752"/>
                </a:lnTo>
                <a:lnTo>
                  <a:pt x="12702" y="1923"/>
                </a:lnTo>
                <a:lnTo>
                  <a:pt x="12629" y="2069"/>
                </a:lnTo>
                <a:lnTo>
                  <a:pt x="12580" y="2239"/>
                </a:lnTo>
                <a:lnTo>
                  <a:pt x="12556" y="2434"/>
                </a:lnTo>
                <a:lnTo>
                  <a:pt x="12556" y="2604"/>
                </a:lnTo>
                <a:lnTo>
                  <a:pt x="12580" y="2750"/>
                </a:lnTo>
                <a:lnTo>
                  <a:pt x="12629" y="2993"/>
                </a:lnTo>
                <a:lnTo>
                  <a:pt x="12751" y="3188"/>
                </a:lnTo>
                <a:lnTo>
                  <a:pt x="12897" y="3334"/>
                </a:lnTo>
                <a:lnTo>
                  <a:pt x="13067" y="3480"/>
                </a:lnTo>
                <a:lnTo>
                  <a:pt x="13262" y="3553"/>
                </a:lnTo>
                <a:lnTo>
                  <a:pt x="13481" y="3602"/>
                </a:lnTo>
                <a:lnTo>
                  <a:pt x="13724" y="3602"/>
                </a:lnTo>
                <a:lnTo>
                  <a:pt x="13943" y="3553"/>
                </a:lnTo>
                <a:lnTo>
                  <a:pt x="14113" y="3480"/>
                </a:lnTo>
                <a:lnTo>
                  <a:pt x="14259" y="3358"/>
                </a:lnTo>
                <a:lnTo>
                  <a:pt x="14381" y="3212"/>
                </a:lnTo>
                <a:lnTo>
                  <a:pt x="14454" y="3042"/>
                </a:lnTo>
                <a:lnTo>
                  <a:pt x="14503" y="2872"/>
                </a:lnTo>
                <a:lnTo>
                  <a:pt x="14527" y="2701"/>
                </a:lnTo>
                <a:lnTo>
                  <a:pt x="14551" y="2507"/>
                </a:lnTo>
                <a:lnTo>
                  <a:pt x="14527" y="2312"/>
                </a:lnTo>
                <a:lnTo>
                  <a:pt x="14454" y="2142"/>
                </a:lnTo>
                <a:lnTo>
                  <a:pt x="14381" y="1996"/>
                </a:lnTo>
                <a:lnTo>
                  <a:pt x="14284" y="1874"/>
                </a:lnTo>
                <a:lnTo>
                  <a:pt x="14186" y="1777"/>
                </a:lnTo>
                <a:lnTo>
                  <a:pt x="14040" y="1704"/>
                </a:lnTo>
                <a:lnTo>
                  <a:pt x="13894" y="1631"/>
                </a:lnTo>
                <a:lnTo>
                  <a:pt x="13748" y="1606"/>
                </a:lnTo>
                <a:lnTo>
                  <a:pt x="13602" y="1582"/>
                </a:lnTo>
                <a:lnTo>
                  <a:pt x="13554" y="1533"/>
                </a:lnTo>
                <a:lnTo>
                  <a:pt x="13505" y="1485"/>
                </a:lnTo>
                <a:lnTo>
                  <a:pt x="13505" y="1387"/>
                </a:lnTo>
                <a:lnTo>
                  <a:pt x="16255" y="1387"/>
                </a:lnTo>
                <a:lnTo>
                  <a:pt x="16230" y="1996"/>
                </a:lnTo>
                <a:lnTo>
                  <a:pt x="16230" y="2604"/>
                </a:lnTo>
                <a:lnTo>
                  <a:pt x="16279" y="3821"/>
                </a:lnTo>
                <a:lnTo>
                  <a:pt x="15890" y="3748"/>
                </a:lnTo>
                <a:lnTo>
                  <a:pt x="15476" y="3723"/>
                </a:lnTo>
                <a:lnTo>
                  <a:pt x="15038" y="3699"/>
                </a:lnTo>
                <a:lnTo>
                  <a:pt x="14624" y="3723"/>
                </a:lnTo>
                <a:lnTo>
                  <a:pt x="13797" y="3796"/>
                </a:lnTo>
                <a:lnTo>
                  <a:pt x="12970" y="3796"/>
                </a:lnTo>
                <a:lnTo>
                  <a:pt x="12386" y="3772"/>
                </a:lnTo>
                <a:lnTo>
                  <a:pt x="11802" y="3772"/>
                </a:lnTo>
                <a:lnTo>
                  <a:pt x="10634" y="3796"/>
                </a:lnTo>
                <a:lnTo>
                  <a:pt x="9466" y="3821"/>
                </a:lnTo>
                <a:lnTo>
                  <a:pt x="8322" y="3845"/>
                </a:lnTo>
                <a:lnTo>
                  <a:pt x="7130" y="3821"/>
                </a:lnTo>
                <a:lnTo>
                  <a:pt x="5962" y="3772"/>
                </a:lnTo>
                <a:lnTo>
                  <a:pt x="4794" y="3723"/>
                </a:lnTo>
                <a:lnTo>
                  <a:pt x="3139" y="3723"/>
                </a:lnTo>
                <a:lnTo>
                  <a:pt x="2653" y="3772"/>
                </a:lnTo>
                <a:lnTo>
                  <a:pt x="2166" y="3796"/>
                </a:lnTo>
                <a:lnTo>
                  <a:pt x="1679" y="3796"/>
                </a:lnTo>
                <a:lnTo>
                  <a:pt x="1096" y="3772"/>
                </a:lnTo>
                <a:lnTo>
                  <a:pt x="804" y="3772"/>
                </a:lnTo>
                <a:lnTo>
                  <a:pt x="512" y="3821"/>
                </a:lnTo>
                <a:lnTo>
                  <a:pt x="585" y="3115"/>
                </a:lnTo>
                <a:lnTo>
                  <a:pt x="658" y="2409"/>
                </a:lnTo>
                <a:lnTo>
                  <a:pt x="682" y="2166"/>
                </a:lnTo>
                <a:lnTo>
                  <a:pt x="682" y="1874"/>
                </a:lnTo>
                <a:lnTo>
                  <a:pt x="658" y="1606"/>
                </a:lnTo>
                <a:lnTo>
                  <a:pt x="585" y="1339"/>
                </a:lnTo>
                <a:lnTo>
                  <a:pt x="585" y="1339"/>
                </a:lnTo>
                <a:lnTo>
                  <a:pt x="877" y="1363"/>
                </a:lnTo>
                <a:lnTo>
                  <a:pt x="1169" y="1387"/>
                </a:lnTo>
                <a:lnTo>
                  <a:pt x="2069" y="1387"/>
                </a:lnTo>
                <a:lnTo>
                  <a:pt x="2969" y="1363"/>
                </a:lnTo>
                <a:lnTo>
                  <a:pt x="2945" y="1412"/>
                </a:lnTo>
                <a:lnTo>
                  <a:pt x="2774" y="1509"/>
                </a:lnTo>
                <a:lnTo>
                  <a:pt x="2604" y="1631"/>
                </a:lnTo>
                <a:lnTo>
                  <a:pt x="2458" y="1801"/>
                </a:lnTo>
                <a:lnTo>
                  <a:pt x="2336" y="1971"/>
                </a:lnTo>
                <a:lnTo>
                  <a:pt x="2288" y="2117"/>
                </a:lnTo>
                <a:lnTo>
                  <a:pt x="2239" y="2263"/>
                </a:lnTo>
                <a:lnTo>
                  <a:pt x="2239" y="2434"/>
                </a:lnTo>
                <a:lnTo>
                  <a:pt x="2215" y="2580"/>
                </a:lnTo>
                <a:lnTo>
                  <a:pt x="2239" y="2750"/>
                </a:lnTo>
                <a:lnTo>
                  <a:pt x="2288" y="2896"/>
                </a:lnTo>
                <a:lnTo>
                  <a:pt x="2361" y="3042"/>
                </a:lnTo>
                <a:lnTo>
                  <a:pt x="2458" y="3164"/>
                </a:lnTo>
                <a:lnTo>
                  <a:pt x="2604" y="3310"/>
                </a:lnTo>
                <a:lnTo>
                  <a:pt x="2750" y="3383"/>
                </a:lnTo>
                <a:lnTo>
                  <a:pt x="2920" y="3456"/>
                </a:lnTo>
                <a:lnTo>
                  <a:pt x="3091" y="3480"/>
                </a:lnTo>
                <a:lnTo>
                  <a:pt x="3285" y="3480"/>
                </a:lnTo>
                <a:lnTo>
                  <a:pt x="3480" y="3456"/>
                </a:lnTo>
                <a:lnTo>
                  <a:pt x="3650" y="3407"/>
                </a:lnTo>
                <a:lnTo>
                  <a:pt x="3821" y="3334"/>
                </a:lnTo>
                <a:lnTo>
                  <a:pt x="3967" y="3237"/>
                </a:lnTo>
                <a:lnTo>
                  <a:pt x="4088" y="3139"/>
                </a:lnTo>
                <a:lnTo>
                  <a:pt x="4161" y="2993"/>
                </a:lnTo>
                <a:lnTo>
                  <a:pt x="4234" y="2847"/>
                </a:lnTo>
                <a:lnTo>
                  <a:pt x="4259" y="2701"/>
                </a:lnTo>
                <a:lnTo>
                  <a:pt x="4283" y="2531"/>
                </a:lnTo>
                <a:lnTo>
                  <a:pt x="4259" y="2385"/>
                </a:lnTo>
                <a:lnTo>
                  <a:pt x="4234" y="2215"/>
                </a:lnTo>
                <a:lnTo>
                  <a:pt x="4186" y="2093"/>
                </a:lnTo>
                <a:lnTo>
                  <a:pt x="4137" y="1947"/>
                </a:lnTo>
                <a:lnTo>
                  <a:pt x="4064" y="1825"/>
                </a:lnTo>
                <a:lnTo>
                  <a:pt x="3967" y="1704"/>
                </a:lnTo>
                <a:lnTo>
                  <a:pt x="3869" y="1582"/>
                </a:lnTo>
                <a:lnTo>
                  <a:pt x="3748" y="1509"/>
                </a:lnTo>
                <a:lnTo>
                  <a:pt x="3626" y="1436"/>
                </a:lnTo>
                <a:lnTo>
                  <a:pt x="3480" y="1412"/>
                </a:lnTo>
                <a:lnTo>
                  <a:pt x="3431" y="1412"/>
                </a:lnTo>
                <a:lnTo>
                  <a:pt x="3456" y="1363"/>
                </a:lnTo>
                <a:lnTo>
                  <a:pt x="4502" y="1339"/>
                </a:lnTo>
                <a:close/>
                <a:moveTo>
                  <a:pt x="11802" y="6011"/>
                </a:moveTo>
                <a:lnTo>
                  <a:pt x="11753" y="6132"/>
                </a:lnTo>
                <a:lnTo>
                  <a:pt x="11704" y="6254"/>
                </a:lnTo>
                <a:lnTo>
                  <a:pt x="11680" y="6522"/>
                </a:lnTo>
                <a:lnTo>
                  <a:pt x="11656" y="6789"/>
                </a:lnTo>
                <a:lnTo>
                  <a:pt x="11656" y="7057"/>
                </a:lnTo>
                <a:lnTo>
                  <a:pt x="11656" y="7446"/>
                </a:lnTo>
                <a:lnTo>
                  <a:pt x="11704" y="7860"/>
                </a:lnTo>
                <a:lnTo>
                  <a:pt x="9855" y="7860"/>
                </a:lnTo>
                <a:lnTo>
                  <a:pt x="9855" y="7836"/>
                </a:lnTo>
                <a:lnTo>
                  <a:pt x="9831" y="7325"/>
                </a:lnTo>
                <a:lnTo>
                  <a:pt x="9758" y="6814"/>
                </a:lnTo>
                <a:lnTo>
                  <a:pt x="9733" y="6619"/>
                </a:lnTo>
                <a:lnTo>
                  <a:pt x="9733" y="6449"/>
                </a:lnTo>
                <a:lnTo>
                  <a:pt x="9709" y="6084"/>
                </a:lnTo>
                <a:lnTo>
                  <a:pt x="10755" y="6059"/>
                </a:lnTo>
                <a:lnTo>
                  <a:pt x="11802" y="6011"/>
                </a:lnTo>
                <a:close/>
                <a:moveTo>
                  <a:pt x="13870" y="5962"/>
                </a:moveTo>
                <a:lnTo>
                  <a:pt x="14089" y="6011"/>
                </a:lnTo>
                <a:lnTo>
                  <a:pt x="14162" y="6059"/>
                </a:lnTo>
                <a:lnTo>
                  <a:pt x="14235" y="6108"/>
                </a:lnTo>
                <a:lnTo>
                  <a:pt x="14284" y="6157"/>
                </a:lnTo>
                <a:lnTo>
                  <a:pt x="14259" y="6473"/>
                </a:lnTo>
                <a:lnTo>
                  <a:pt x="14284" y="6765"/>
                </a:lnTo>
                <a:lnTo>
                  <a:pt x="14284" y="7081"/>
                </a:lnTo>
                <a:lnTo>
                  <a:pt x="14284" y="7398"/>
                </a:lnTo>
                <a:lnTo>
                  <a:pt x="14235" y="7884"/>
                </a:lnTo>
                <a:lnTo>
                  <a:pt x="12142" y="7860"/>
                </a:lnTo>
                <a:lnTo>
                  <a:pt x="12118" y="7568"/>
                </a:lnTo>
                <a:lnTo>
                  <a:pt x="12094" y="7179"/>
                </a:lnTo>
                <a:lnTo>
                  <a:pt x="12094" y="6789"/>
                </a:lnTo>
                <a:lnTo>
                  <a:pt x="12094" y="6376"/>
                </a:lnTo>
                <a:lnTo>
                  <a:pt x="12069" y="6181"/>
                </a:lnTo>
                <a:lnTo>
                  <a:pt x="12045" y="6011"/>
                </a:lnTo>
                <a:lnTo>
                  <a:pt x="12288" y="5986"/>
                </a:lnTo>
                <a:lnTo>
                  <a:pt x="12872" y="5962"/>
                </a:lnTo>
                <a:close/>
                <a:moveTo>
                  <a:pt x="7276" y="6011"/>
                </a:moveTo>
                <a:lnTo>
                  <a:pt x="9417" y="6059"/>
                </a:lnTo>
                <a:lnTo>
                  <a:pt x="9369" y="6181"/>
                </a:lnTo>
                <a:lnTo>
                  <a:pt x="9344" y="6351"/>
                </a:lnTo>
                <a:lnTo>
                  <a:pt x="9320" y="6497"/>
                </a:lnTo>
                <a:lnTo>
                  <a:pt x="9344" y="6668"/>
                </a:lnTo>
                <a:lnTo>
                  <a:pt x="9369" y="7008"/>
                </a:lnTo>
                <a:lnTo>
                  <a:pt x="9417" y="7276"/>
                </a:lnTo>
                <a:lnTo>
                  <a:pt x="9442" y="7884"/>
                </a:lnTo>
                <a:lnTo>
                  <a:pt x="8176" y="7909"/>
                </a:lnTo>
                <a:lnTo>
                  <a:pt x="7495" y="7957"/>
                </a:lnTo>
                <a:lnTo>
                  <a:pt x="7495" y="7446"/>
                </a:lnTo>
                <a:lnTo>
                  <a:pt x="7471" y="6960"/>
                </a:lnTo>
                <a:lnTo>
                  <a:pt x="7398" y="6473"/>
                </a:lnTo>
                <a:lnTo>
                  <a:pt x="7325" y="6254"/>
                </a:lnTo>
                <a:lnTo>
                  <a:pt x="7276" y="6011"/>
                </a:lnTo>
                <a:close/>
                <a:moveTo>
                  <a:pt x="6911" y="6011"/>
                </a:moveTo>
                <a:lnTo>
                  <a:pt x="6887" y="6205"/>
                </a:lnTo>
                <a:lnTo>
                  <a:pt x="6887" y="6424"/>
                </a:lnTo>
                <a:lnTo>
                  <a:pt x="6960" y="6838"/>
                </a:lnTo>
                <a:lnTo>
                  <a:pt x="6984" y="7130"/>
                </a:lnTo>
                <a:lnTo>
                  <a:pt x="7008" y="7398"/>
                </a:lnTo>
                <a:lnTo>
                  <a:pt x="7008" y="7982"/>
                </a:lnTo>
                <a:lnTo>
                  <a:pt x="6157" y="8030"/>
                </a:lnTo>
                <a:lnTo>
                  <a:pt x="5281" y="8079"/>
                </a:lnTo>
                <a:lnTo>
                  <a:pt x="5062" y="8079"/>
                </a:lnTo>
                <a:lnTo>
                  <a:pt x="5037" y="7203"/>
                </a:lnTo>
                <a:lnTo>
                  <a:pt x="5037" y="6303"/>
                </a:lnTo>
                <a:lnTo>
                  <a:pt x="5037" y="6205"/>
                </a:lnTo>
                <a:lnTo>
                  <a:pt x="5013" y="6035"/>
                </a:lnTo>
                <a:lnTo>
                  <a:pt x="5743" y="6011"/>
                </a:lnTo>
                <a:close/>
                <a:moveTo>
                  <a:pt x="2774" y="6011"/>
                </a:moveTo>
                <a:lnTo>
                  <a:pt x="3091" y="6035"/>
                </a:lnTo>
                <a:lnTo>
                  <a:pt x="3407" y="6059"/>
                </a:lnTo>
                <a:lnTo>
                  <a:pt x="3699" y="6059"/>
                </a:lnTo>
                <a:lnTo>
                  <a:pt x="4648" y="6035"/>
                </a:lnTo>
                <a:lnTo>
                  <a:pt x="4599" y="6303"/>
                </a:lnTo>
                <a:lnTo>
                  <a:pt x="4599" y="6522"/>
                </a:lnTo>
                <a:lnTo>
                  <a:pt x="4575" y="6911"/>
                </a:lnTo>
                <a:lnTo>
                  <a:pt x="4575" y="7300"/>
                </a:lnTo>
                <a:lnTo>
                  <a:pt x="4599" y="8103"/>
                </a:lnTo>
                <a:lnTo>
                  <a:pt x="3869" y="8079"/>
                </a:lnTo>
                <a:lnTo>
                  <a:pt x="3529" y="8055"/>
                </a:lnTo>
                <a:lnTo>
                  <a:pt x="3188" y="8006"/>
                </a:lnTo>
                <a:lnTo>
                  <a:pt x="2701" y="8006"/>
                </a:lnTo>
                <a:lnTo>
                  <a:pt x="2531" y="8030"/>
                </a:lnTo>
                <a:lnTo>
                  <a:pt x="2482" y="7519"/>
                </a:lnTo>
                <a:lnTo>
                  <a:pt x="2434" y="7008"/>
                </a:lnTo>
                <a:lnTo>
                  <a:pt x="2409" y="6741"/>
                </a:lnTo>
                <a:lnTo>
                  <a:pt x="2409" y="6497"/>
                </a:lnTo>
                <a:lnTo>
                  <a:pt x="2434" y="6254"/>
                </a:lnTo>
                <a:lnTo>
                  <a:pt x="2482" y="6011"/>
                </a:lnTo>
                <a:close/>
                <a:moveTo>
                  <a:pt x="10220" y="8639"/>
                </a:moveTo>
                <a:lnTo>
                  <a:pt x="10147" y="8663"/>
                </a:lnTo>
                <a:lnTo>
                  <a:pt x="10098" y="8736"/>
                </a:lnTo>
                <a:lnTo>
                  <a:pt x="10098" y="8809"/>
                </a:lnTo>
                <a:lnTo>
                  <a:pt x="10123" y="8882"/>
                </a:lnTo>
                <a:lnTo>
                  <a:pt x="10196" y="9052"/>
                </a:lnTo>
                <a:lnTo>
                  <a:pt x="10317" y="9198"/>
                </a:lnTo>
                <a:lnTo>
                  <a:pt x="10439" y="9320"/>
                </a:lnTo>
                <a:lnTo>
                  <a:pt x="10366" y="9393"/>
                </a:lnTo>
                <a:lnTo>
                  <a:pt x="10317" y="9490"/>
                </a:lnTo>
                <a:lnTo>
                  <a:pt x="10269" y="9563"/>
                </a:lnTo>
                <a:lnTo>
                  <a:pt x="10269" y="9660"/>
                </a:lnTo>
                <a:lnTo>
                  <a:pt x="10293" y="9733"/>
                </a:lnTo>
                <a:lnTo>
                  <a:pt x="10317" y="9758"/>
                </a:lnTo>
                <a:lnTo>
                  <a:pt x="10342" y="9758"/>
                </a:lnTo>
                <a:lnTo>
                  <a:pt x="10439" y="9733"/>
                </a:lnTo>
                <a:lnTo>
                  <a:pt x="10536" y="9709"/>
                </a:lnTo>
                <a:lnTo>
                  <a:pt x="10707" y="9587"/>
                </a:lnTo>
                <a:lnTo>
                  <a:pt x="10780" y="9660"/>
                </a:lnTo>
                <a:lnTo>
                  <a:pt x="10877" y="9733"/>
                </a:lnTo>
                <a:lnTo>
                  <a:pt x="10999" y="9782"/>
                </a:lnTo>
                <a:lnTo>
                  <a:pt x="11096" y="9806"/>
                </a:lnTo>
                <a:lnTo>
                  <a:pt x="11145" y="9782"/>
                </a:lnTo>
                <a:lnTo>
                  <a:pt x="11193" y="9782"/>
                </a:lnTo>
                <a:lnTo>
                  <a:pt x="11266" y="9685"/>
                </a:lnTo>
                <a:lnTo>
                  <a:pt x="11291" y="9636"/>
                </a:lnTo>
                <a:lnTo>
                  <a:pt x="11315" y="9587"/>
                </a:lnTo>
                <a:lnTo>
                  <a:pt x="11291" y="9539"/>
                </a:lnTo>
                <a:lnTo>
                  <a:pt x="11266" y="9490"/>
                </a:lnTo>
                <a:lnTo>
                  <a:pt x="11218" y="9417"/>
                </a:lnTo>
                <a:lnTo>
                  <a:pt x="11169" y="9393"/>
                </a:lnTo>
                <a:lnTo>
                  <a:pt x="11047" y="9295"/>
                </a:lnTo>
                <a:lnTo>
                  <a:pt x="11266" y="9150"/>
                </a:lnTo>
                <a:lnTo>
                  <a:pt x="11485" y="9028"/>
                </a:lnTo>
                <a:lnTo>
                  <a:pt x="11558" y="8979"/>
                </a:lnTo>
                <a:lnTo>
                  <a:pt x="11607" y="8906"/>
                </a:lnTo>
                <a:lnTo>
                  <a:pt x="11631" y="8833"/>
                </a:lnTo>
                <a:lnTo>
                  <a:pt x="11607" y="8760"/>
                </a:lnTo>
                <a:lnTo>
                  <a:pt x="11558" y="8712"/>
                </a:lnTo>
                <a:lnTo>
                  <a:pt x="11510" y="8663"/>
                </a:lnTo>
                <a:lnTo>
                  <a:pt x="11437" y="8639"/>
                </a:lnTo>
                <a:lnTo>
                  <a:pt x="11339" y="8663"/>
                </a:lnTo>
                <a:lnTo>
                  <a:pt x="11193" y="8736"/>
                </a:lnTo>
                <a:lnTo>
                  <a:pt x="11047" y="8833"/>
                </a:lnTo>
                <a:lnTo>
                  <a:pt x="10780" y="9028"/>
                </a:lnTo>
                <a:lnTo>
                  <a:pt x="10512" y="8785"/>
                </a:lnTo>
                <a:lnTo>
                  <a:pt x="10366" y="8687"/>
                </a:lnTo>
                <a:lnTo>
                  <a:pt x="10293" y="8639"/>
                </a:lnTo>
                <a:close/>
                <a:moveTo>
                  <a:pt x="12191" y="8322"/>
                </a:moveTo>
                <a:lnTo>
                  <a:pt x="14211" y="8347"/>
                </a:lnTo>
                <a:lnTo>
                  <a:pt x="14186" y="9028"/>
                </a:lnTo>
                <a:lnTo>
                  <a:pt x="14186" y="9368"/>
                </a:lnTo>
                <a:lnTo>
                  <a:pt x="14211" y="9709"/>
                </a:lnTo>
                <a:lnTo>
                  <a:pt x="14235" y="10171"/>
                </a:lnTo>
                <a:lnTo>
                  <a:pt x="13992" y="10147"/>
                </a:lnTo>
                <a:lnTo>
                  <a:pt x="13724" y="10147"/>
                </a:lnTo>
                <a:lnTo>
                  <a:pt x="13213" y="10171"/>
                </a:lnTo>
                <a:lnTo>
                  <a:pt x="12191" y="10196"/>
                </a:lnTo>
                <a:lnTo>
                  <a:pt x="12191" y="10196"/>
                </a:lnTo>
                <a:lnTo>
                  <a:pt x="12240" y="9247"/>
                </a:lnTo>
                <a:lnTo>
                  <a:pt x="12215" y="8785"/>
                </a:lnTo>
                <a:lnTo>
                  <a:pt x="12191" y="8322"/>
                </a:lnTo>
                <a:close/>
                <a:moveTo>
                  <a:pt x="7008" y="8420"/>
                </a:moveTo>
                <a:lnTo>
                  <a:pt x="7033" y="9320"/>
                </a:lnTo>
                <a:lnTo>
                  <a:pt x="7033" y="9782"/>
                </a:lnTo>
                <a:lnTo>
                  <a:pt x="7033" y="10220"/>
                </a:lnTo>
                <a:lnTo>
                  <a:pt x="5110" y="10220"/>
                </a:lnTo>
                <a:lnTo>
                  <a:pt x="5110" y="9368"/>
                </a:lnTo>
                <a:lnTo>
                  <a:pt x="5086" y="8541"/>
                </a:lnTo>
                <a:lnTo>
                  <a:pt x="6059" y="8493"/>
                </a:lnTo>
                <a:lnTo>
                  <a:pt x="7008" y="8420"/>
                </a:lnTo>
                <a:close/>
                <a:moveTo>
                  <a:pt x="9490" y="8322"/>
                </a:moveTo>
                <a:lnTo>
                  <a:pt x="9539" y="9052"/>
                </a:lnTo>
                <a:lnTo>
                  <a:pt x="9539" y="9417"/>
                </a:lnTo>
                <a:lnTo>
                  <a:pt x="9514" y="9782"/>
                </a:lnTo>
                <a:lnTo>
                  <a:pt x="9466" y="10220"/>
                </a:lnTo>
                <a:lnTo>
                  <a:pt x="7519" y="10220"/>
                </a:lnTo>
                <a:lnTo>
                  <a:pt x="7544" y="9782"/>
                </a:lnTo>
                <a:lnTo>
                  <a:pt x="7519" y="9320"/>
                </a:lnTo>
                <a:lnTo>
                  <a:pt x="7495" y="8420"/>
                </a:lnTo>
                <a:lnTo>
                  <a:pt x="7495" y="8395"/>
                </a:lnTo>
                <a:lnTo>
                  <a:pt x="7982" y="8371"/>
                </a:lnTo>
                <a:lnTo>
                  <a:pt x="9490" y="8322"/>
                </a:lnTo>
                <a:close/>
                <a:moveTo>
                  <a:pt x="11753" y="8322"/>
                </a:moveTo>
                <a:lnTo>
                  <a:pt x="11802" y="8906"/>
                </a:lnTo>
                <a:lnTo>
                  <a:pt x="11802" y="9563"/>
                </a:lnTo>
                <a:lnTo>
                  <a:pt x="11753" y="10196"/>
                </a:lnTo>
                <a:lnTo>
                  <a:pt x="11680" y="10196"/>
                </a:lnTo>
                <a:lnTo>
                  <a:pt x="9879" y="10220"/>
                </a:lnTo>
                <a:lnTo>
                  <a:pt x="9928" y="9879"/>
                </a:lnTo>
                <a:lnTo>
                  <a:pt x="9952" y="9490"/>
                </a:lnTo>
                <a:lnTo>
                  <a:pt x="9952" y="9101"/>
                </a:lnTo>
                <a:lnTo>
                  <a:pt x="9928" y="8712"/>
                </a:lnTo>
                <a:lnTo>
                  <a:pt x="9904" y="8322"/>
                </a:lnTo>
                <a:close/>
                <a:moveTo>
                  <a:pt x="2555" y="8298"/>
                </a:moveTo>
                <a:lnTo>
                  <a:pt x="2750" y="8371"/>
                </a:lnTo>
                <a:lnTo>
                  <a:pt x="2945" y="8420"/>
                </a:lnTo>
                <a:lnTo>
                  <a:pt x="3334" y="8468"/>
                </a:lnTo>
                <a:lnTo>
                  <a:pt x="3650" y="8517"/>
                </a:lnTo>
                <a:lnTo>
                  <a:pt x="3991" y="8517"/>
                </a:lnTo>
                <a:lnTo>
                  <a:pt x="4624" y="8541"/>
                </a:lnTo>
                <a:lnTo>
                  <a:pt x="4648" y="9368"/>
                </a:lnTo>
                <a:lnTo>
                  <a:pt x="4648" y="10220"/>
                </a:lnTo>
                <a:lnTo>
                  <a:pt x="3285" y="10220"/>
                </a:lnTo>
                <a:lnTo>
                  <a:pt x="2920" y="10244"/>
                </a:lnTo>
                <a:lnTo>
                  <a:pt x="2555" y="10293"/>
                </a:lnTo>
                <a:lnTo>
                  <a:pt x="2580" y="9393"/>
                </a:lnTo>
                <a:lnTo>
                  <a:pt x="2580" y="8931"/>
                </a:lnTo>
                <a:lnTo>
                  <a:pt x="2580" y="8468"/>
                </a:lnTo>
                <a:lnTo>
                  <a:pt x="2555" y="8298"/>
                </a:lnTo>
                <a:close/>
                <a:moveTo>
                  <a:pt x="14259" y="10658"/>
                </a:moveTo>
                <a:lnTo>
                  <a:pt x="14259" y="11023"/>
                </a:lnTo>
                <a:lnTo>
                  <a:pt x="14235" y="11364"/>
                </a:lnTo>
                <a:lnTo>
                  <a:pt x="14186" y="11972"/>
                </a:lnTo>
                <a:lnTo>
                  <a:pt x="14162" y="12288"/>
                </a:lnTo>
                <a:lnTo>
                  <a:pt x="14162" y="12434"/>
                </a:lnTo>
                <a:lnTo>
                  <a:pt x="14186" y="12579"/>
                </a:lnTo>
                <a:lnTo>
                  <a:pt x="14186" y="12579"/>
                </a:lnTo>
                <a:lnTo>
                  <a:pt x="13773" y="12556"/>
                </a:lnTo>
                <a:lnTo>
                  <a:pt x="13018" y="12532"/>
                </a:lnTo>
                <a:lnTo>
                  <a:pt x="12142" y="12556"/>
                </a:lnTo>
                <a:lnTo>
                  <a:pt x="12167" y="12167"/>
                </a:lnTo>
                <a:lnTo>
                  <a:pt x="12167" y="11777"/>
                </a:lnTo>
                <a:lnTo>
                  <a:pt x="12142" y="11412"/>
                </a:lnTo>
                <a:lnTo>
                  <a:pt x="12142" y="11023"/>
                </a:lnTo>
                <a:lnTo>
                  <a:pt x="12167" y="10731"/>
                </a:lnTo>
                <a:lnTo>
                  <a:pt x="13213" y="10707"/>
                </a:lnTo>
                <a:lnTo>
                  <a:pt x="14259" y="10658"/>
                </a:lnTo>
                <a:close/>
                <a:moveTo>
                  <a:pt x="11729" y="10731"/>
                </a:moveTo>
                <a:lnTo>
                  <a:pt x="11704" y="10828"/>
                </a:lnTo>
                <a:lnTo>
                  <a:pt x="11704" y="11266"/>
                </a:lnTo>
                <a:lnTo>
                  <a:pt x="11704" y="11704"/>
                </a:lnTo>
                <a:lnTo>
                  <a:pt x="11704" y="12142"/>
                </a:lnTo>
                <a:lnTo>
                  <a:pt x="11680" y="12580"/>
                </a:lnTo>
                <a:lnTo>
                  <a:pt x="11510" y="12580"/>
                </a:lnTo>
                <a:lnTo>
                  <a:pt x="9733" y="12653"/>
                </a:lnTo>
                <a:lnTo>
                  <a:pt x="9758" y="12556"/>
                </a:lnTo>
                <a:lnTo>
                  <a:pt x="9733" y="12459"/>
                </a:lnTo>
                <a:lnTo>
                  <a:pt x="9709" y="12240"/>
                </a:lnTo>
                <a:lnTo>
                  <a:pt x="9709" y="11850"/>
                </a:lnTo>
                <a:lnTo>
                  <a:pt x="9733" y="11461"/>
                </a:lnTo>
                <a:lnTo>
                  <a:pt x="9806" y="10755"/>
                </a:lnTo>
                <a:lnTo>
                  <a:pt x="11729" y="10731"/>
                </a:lnTo>
                <a:close/>
                <a:moveTo>
                  <a:pt x="2555" y="10609"/>
                </a:moveTo>
                <a:lnTo>
                  <a:pt x="2872" y="10658"/>
                </a:lnTo>
                <a:lnTo>
                  <a:pt x="3188" y="10707"/>
                </a:lnTo>
                <a:lnTo>
                  <a:pt x="3845" y="10707"/>
                </a:lnTo>
                <a:lnTo>
                  <a:pt x="4624" y="10731"/>
                </a:lnTo>
                <a:lnTo>
                  <a:pt x="4599" y="11680"/>
                </a:lnTo>
                <a:lnTo>
                  <a:pt x="4575" y="12653"/>
                </a:lnTo>
                <a:lnTo>
                  <a:pt x="4064" y="12629"/>
                </a:lnTo>
                <a:lnTo>
                  <a:pt x="3553" y="12629"/>
                </a:lnTo>
                <a:lnTo>
                  <a:pt x="3042" y="12653"/>
                </a:lnTo>
                <a:lnTo>
                  <a:pt x="2555" y="12702"/>
                </a:lnTo>
                <a:lnTo>
                  <a:pt x="2555" y="11680"/>
                </a:lnTo>
                <a:lnTo>
                  <a:pt x="2531" y="10634"/>
                </a:lnTo>
                <a:lnTo>
                  <a:pt x="2555" y="10609"/>
                </a:lnTo>
                <a:close/>
                <a:moveTo>
                  <a:pt x="5378" y="10731"/>
                </a:moveTo>
                <a:lnTo>
                  <a:pt x="6984" y="10755"/>
                </a:lnTo>
                <a:lnTo>
                  <a:pt x="6887" y="12045"/>
                </a:lnTo>
                <a:lnTo>
                  <a:pt x="6862" y="12386"/>
                </a:lnTo>
                <a:lnTo>
                  <a:pt x="6887" y="12556"/>
                </a:lnTo>
                <a:lnTo>
                  <a:pt x="6911" y="12653"/>
                </a:lnTo>
                <a:lnTo>
                  <a:pt x="6960" y="12702"/>
                </a:lnTo>
                <a:lnTo>
                  <a:pt x="6035" y="12702"/>
                </a:lnTo>
                <a:lnTo>
                  <a:pt x="5110" y="12678"/>
                </a:lnTo>
                <a:lnTo>
                  <a:pt x="5062" y="12678"/>
                </a:lnTo>
                <a:lnTo>
                  <a:pt x="5062" y="12653"/>
                </a:lnTo>
                <a:lnTo>
                  <a:pt x="5062" y="11704"/>
                </a:lnTo>
                <a:lnTo>
                  <a:pt x="5110" y="10731"/>
                </a:lnTo>
                <a:close/>
                <a:moveTo>
                  <a:pt x="9393" y="10755"/>
                </a:moveTo>
                <a:lnTo>
                  <a:pt x="9296" y="11583"/>
                </a:lnTo>
                <a:lnTo>
                  <a:pt x="9271" y="11826"/>
                </a:lnTo>
                <a:lnTo>
                  <a:pt x="9247" y="12118"/>
                </a:lnTo>
                <a:lnTo>
                  <a:pt x="9271" y="12288"/>
                </a:lnTo>
                <a:lnTo>
                  <a:pt x="9271" y="12434"/>
                </a:lnTo>
                <a:lnTo>
                  <a:pt x="9320" y="12556"/>
                </a:lnTo>
                <a:lnTo>
                  <a:pt x="9369" y="12678"/>
                </a:lnTo>
                <a:lnTo>
                  <a:pt x="8225" y="12702"/>
                </a:lnTo>
                <a:lnTo>
                  <a:pt x="7325" y="12702"/>
                </a:lnTo>
                <a:lnTo>
                  <a:pt x="7349" y="12678"/>
                </a:lnTo>
                <a:lnTo>
                  <a:pt x="7373" y="12264"/>
                </a:lnTo>
                <a:lnTo>
                  <a:pt x="7398" y="11777"/>
                </a:lnTo>
                <a:lnTo>
                  <a:pt x="7471" y="10755"/>
                </a:lnTo>
                <a:close/>
                <a:moveTo>
                  <a:pt x="13578" y="5451"/>
                </a:moveTo>
                <a:lnTo>
                  <a:pt x="13335" y="5475"/>
                </a:lnTo>
                <a:lnTo>
                  <a:pt x="12945" y="5500"/>
                </a:lnTo>
                <a:lnTo>
                  <a:pt x="11607" y="5573"/>
                </a:lnTo>
                <a:lnTo>
                  <a:pt x="10950" y="5621"/>
                </a:lnTo>
                <a:lnTo>
                  <a:pt x="10293" y="5646"/>
                </a:lnTo>
                <a:lnTo>
                  <a:pt x="9150" y="5621"/>
                </a:lnTo>
                <a:lnTo>
                  <a:pt x="8006" y="5621"/>
                </a:lnTo>
                <a:lnTo>
                  <a:pt x="6887" y="5597"/>
                </a:lnTo>
                <a:lnTo>
                  <a:pt x="5743" y="5597"/>
                </a:lnTo>
                <a:lnTo>
                  <a:pt x="4624" y="5621"/>
                </a:lnTo>
                <a:lnTo>
                  <a:pt x="3504" y="5646"/>
                </a:lnTo>
                <a:lnTo>
                  <a:pt x="3188" y="5646"/>
                </a:lnTo>
                <a:lnTo>
                  <a:pt x="2872" y="5621"/>
                </a:lnTo>
                <a:lnTo>
                  <a:pt x="2531" y="5621"/>
                </a:lnTo>
                <a:lnTo>
                  <a:pt x="2385" y="5670"/>
                </a:lnTo>
                <a:lnTo>
                  <a:pt x="2239" y="5719"/>
                </a:lnTo>
                <a:lnTo>
                  <a:pt x="2190" y="5792"/>
                </a:lnTo>
                <a:lnTo>
                  <a:pt x="2166" y="5865"/>
                </a:lnTo>
                <a:lnTo>
                  <a:pt x="2190" y="5938"/>
                </a:lnTo>
                <a:lnTo>
                  <a:pt x="2239" y="5986"/>
                </a:lnTo>
                <a:lnTo>
                  <a:pt x="2166" y="6108"/>
                </a:lnTo>
                <a:lnTo>
                  <a:pt x="2117" y="6254"/>
                </a:lnTo>
                <a:lnTo>
                  <a:pt x="2093" y="6522"/>
                </a:lnTo>
                <a:lnTo>
                  <a:pt x="2069" y="6935"/>
                </a:lnTo>
                <a:lnTo>
                  <a:pt x="2069" y="7325"/>
                </a:lnTo>
                <a:lnTo>
                  <a:pt x="2117" y="8128"/>
                </a:lnTo>
                <a:lnTo>
                  <a:pt x="2166" y="8736"/>
                </a:lnTo>
                <a:lnTo>
                  <a:pt x="2166" y="9344"/>
                </a:lnTo>
                <a:lnTo>
                  <a:pt x="2142" y="10561"/>
                </a:lnTo>
                <a:lnTo>
                  <a:pt x="2117" y="11753"/>
                </a:lnTo>
                <a:lnTo>
                  <a:pt x="2093" y="12361"/>
                </a:lnTo>
                <a:lnTo>
                  <a:pt x="2117" y="12970"/>
                </a:lnTo>
                <a:lnTo>
                  <a:pt x="2117" y="13043"/>
                </a:lnTo>
                <a:lnTo>
                  <a:pt x="2166" y="13116"/>
                </a:lnTo>
                <a:lnTo>
                  <a:pt x="2215" y="13164"/>
                </a:lnTo>
                <a:lnTo>
                  <a:pt x="2288" y="13189"/>
                </a:lnTo>
                <a:lnTo>
                  <a:pt x="2361" y="13189"/>
                </a:lnTo>
                <a:lnTo>
                  <a:pt x="2434" y="13164"/>
                </a:lnTo>
                <a:lnTo>
                  <a:pt x="2482" y="13116"/>
                </a:lnTo>
                <a:lnTo>
                  <a:pt x="2531" y="13067"/>
                </a:lnTo>
                <a:lnTo>
                  <a:pt x="3821" y="13067"/>
                </a:lnTo>
                <a:lnTo>
                  <a:pt x="4453" y="13091"/>
                </a:lnTo>
                <a:lnTo>
                  <a:pt x="5110" y="13091"/>
                </a:lnTo>
                <a:lnTo>
                  <a:pt x="6668" y="13140"/>
                </a:lnTo>
                <a:lnTo>
                  <a:pt x="8225" y="13140"/>
                </a:lnTo>
                <a:lnTo>
                  <a:pt x="9758" y="13116"/>
                </a:lnTo>
                <a:lnTo>
                  <a:pt x="11315" y="13067"/>
                </a:lnTo>
                <a:lnTo>
                  <a:pt x="12118" y="13043"/>
                </a:lnTo>
                <a:lnTo>
                  <a:pt x="12921" y="13091"/>
                </a:lnTo>
                <a:lnTo>
                  <a:pt x="14600" y="13091"/>
                </a:lnTo>
                <a:lnTo>
                  <a:pt x="14649" y="13043"/>
                </a:lnTo>
                <a:lnTo>
                  <a:pt x="14722" y="13018"/>
                </a:lnTo>
                <a:lnTo>
                  <a:pt x="14746" y="12970"/>
                </a:lnTo>
                <a:lnTo>
                  <a:pt x="14795" y="12897"/>
                </a:lnTo>
                <a:lnTo>
                  <a:pt x="14795" y="12824"/>
                </a:lnTo>
                <a:lnTo>
                  <a:pt x="14795" y="12775"/>
                </a:lnTo>
                <a:lnTo>
                  <a:pt x="14746" y="12702"/>
                </a:lnTo>
                <a:lnTo>
                  <a:pt x="14746" y="12678"/>
                </a:lnTo>
                <a:lnTo>
                  <a:pt x="14673" y="12605"/>
                </a:lnTo>
                <a:lnTo>
                  <a:pt x="14697" y="12507"/>
                </a:lnTo>
                <a:lnTo>
                  <a:pt x="14770" y="11753"/>
                </a:lnTo>
                <a:lnTo>
                  <a:pt x="14795" y="11023"/>
                </a:lnTo>
                <a:lnTo>
                  <a:pt x="14770" y="10269"/>
                </a:lnTo>
                <a:lnTo>
                  <a:pt x="14722" y="9514"/>
                </a:lnTo>
                <a:lnTo>
                  <a:pt x="14697" y="8979"/>
                </a:lnTo>
                <a:lnTo>
                  <a:pt x="14722" y="8468"/>
                </a:lnTo>
                <a:lnTo>
                  <a:pt x="14770" y="7398"/>
                </a:lnTo>
                <a:lnTo>
                  <a:pt x="14795" y="7033"/>
                </a:lnTo>
                <a:lnTo>
                  <a:pt x="14770" y="6668"/>
                </a:lnTo>
                <a:lnTo>
                  <a:pt x="14722" y="6327"/>
                </a:lnTo>
                <a:lnTo>
                  <a:pt x="14624" y="5986"/>
                </a:lnTo>
                <a:lnTo>
                  <a:pt x="14624" y="5889"/>
                </a:lnTo>
                <a:lnTo>
                  <a:pt x="14600" y="5816"/>
                </a:lnTo>
                <a:lnTo>
                  <a:pt x="14551" y="5719"/>
                </a:lnTo>
                <a:lnTo>
                  <a:pt x="14478" y="5670"/>
                </a:lnTo>
                <a:lnTo>
                  <a:pt x="14381" y="5597"/>
                </a:lnTo>
                <a:lnTo>
                  <a:pt x="14284" y="5548"/>
                </a:lnTo>
                <a:lnTo>
                  <a:pt x="14065" y="5500"/>
                </a:lnTo>
                <a:lnTo>
                  <a:pt x="13846" y="5475"/>
                </a:lnTo>
                <a:lnTo>
                  <a:pt x="13578" y="5451"/>
                </a:lnTo>
                <a:close/>
                <a:moveTo>
                  <a:pt x="3796" y="4137"/>
                </a:moveTo>
                <a:lnTo>
                  <a:pt x="4916" y="4161"/>
                </a:lnTo>
                <a:lnTo>
                  <a:pt x="6059" y="4186"/>
                </a:lnTo>
                <a:lnTo>
                  <a:pt x="7179" y="4234"/>
                </a:lnTo>
                <a:lnTo>
                  <a:pt x="8322" y="4283"/>
                </a:lnTo>
                <a:lnTo>
                  <a:pt x="9393" y="4259"/>
                </a:lnTo>
                <a:lnTo>
                  <a:pt x="10463" y="4234"/>
                </a:lnTo>
                <a:lnTo>
                  <a:pt x="11534" y="4210"/>
                </a:lnTo>
                <a:lnTo>
                  <a:pt x="12605" y="4234"/>
                </a:lnTo>
                <a:lnTo>
                  <a:pt x="13529" y="4259"/>
                </a:lnTo>
                <a:lnTo>
                  <a:pt x="13992" y="4234"/>
                </a:lnTo>
                <a:lnTo>
                  <a:pt x="14478" y="4210"/>
                </a:lnTo>
                <a:lnTo>
                  <a:pt x="14916" y="4186"/>
                </a:lnTo>
                <a:lnTo>
                  <a:pt x="15379" y="4186"/>
                </a:lnTo>
                <a:lnTo>
                  <a:pt x="15817" y="4210"/>
                </a:lnTo>
                <a:lnTo>
                  <a:pt x="16060" y="4234"/>
                </a:lnTo>
                <a:lnTo>
                  <a:pt x="16279" y="4283"/>
                </a:lnTo>
                <a:lnTo>
                  <a:pt x="16303" y="4283"/>
                </a:lnTo>
                <a:lnTo>
                  <a:pt x="16303" y="4697"/>
                </a:lnTo>
                <a:lnTo>
                  <a:pt x="16279" y="5086"/>
                </a:lnTo>
                <a:lnTo>
                  <a:pt x="16230" y="6084"/>
                </a:lnTo>
                <a:lnTo>
                  <a:pt x="16206" y="7081"/>
                </a:lnTo>
                <a:lnTo>
                  <a:pt x="16182" y="9077"/>
                </a:lnTo>
                <a:lnTo>
                  <a:pt x="16157" y="10050"/>
                </a:lnTo>
                <a:lnTo>
                  <a:pt x="16133" y="10999"/>
                </a:lnTo>
                <a:lnTo>
                  <a:pt x="16157" y="11534"/>
                </a:lnTo>
                <a:lnTo>
                  <a:pt x="16206" y="12045"/>
                </a:lnTo>
                <a:lnTo>
                  <a:pt x="16279" y="12556"/>
                </a:lnTo>
                <a:lnTo>
                  <a:pt x="16328" y="13067"/>
                </a:lnTo>
                <a:lnTo>
                  <a:pt x="16328" y="13627"/>
                </a:lnTo>
                <a:lnTo>
                  <a:pt x="16303" y="14186"/>
                </a:lnTo>
                <a:lnTo>
                  <a:pt x="15281" y="14284"/>
                </a:lnTo>
                <a:lnTo>
                  <a:pt x="14259" y="14332"/>
                </a:lnTo>
                <a:lnTo>
                  <a:pt x="13213" y="14357"/>
                </a:lnTo>
                <a:lnTo>
                  <a:pt x="12191" y="14381"/>
                </a:lnTo>
                <a:lnTo>
                  <a:pt x="11096" y="14405"/>
                </a:lnTo>
                <a:lnTo>
                  <a:pt x="10025" y="14430"/>
                </a:lnTo>
                <a:lnTo>
                  <a:pt x="7860" y="14527"/>
                </a:lnTo>
                <a:lnTo>
                  <a:pt x="6789" y="14551"/>
                </a:lnTo>
                <a:lnTo>
                  <a:pt x="5719" y="14551"/>
                </a:lnTo>
                <a:lnTo>
                  <a:pt x="3602" y="14478"/>
                </a:lnTo>
                <a:lnTo>
                  <a:pt x="2604" y="14478"/>
                </a:lnTo>
                <a:lnTo>
                  <a:pt x="1606" y="14503"/>
                </a:lnTo>
                <a:lnTo>
                  <a:pt x="1047" y="14478"/>
                </a:lnTo>
                <a:lnTo>
                  <a:pt x="779" y="14478"/>
                </a:lnTo>
                <a:lnTo>
                  <a:pt x="633" y="14503"/>
                </a:lnTo>
                <a:lnTo>
                  <a:pt x="512" y="14527"/>
                </a:lnTo>
                <a:lnTo>
                  <a:pt x="463" y="13700"/>
                </a:lnTo>
                <a:lnTo>
                  <a:pt x="439" y="12848"/>
                </a:lnTo>
                <a:lnTo>
                  <a:pt x="439" y="11169"/>
                </a:lnTo>
                <a:lnTo>
                  <a:pt x="463" y="9466"/>
                </a:lnTo>
                <a:lnTo>
                  <a:pt x="487" y="7787"/>
                </a:lnTo>
                <a:lnTo>
                  <a:pt x="487" y="6887"/>
                </a:lnTo>
                <a:lnTo>
                  <a:pt x="463" y="5986"/>
                </a:lnTo>
                <a:lnTo>
                  <a:pt x="439" y="5086"/>
                </a:lnTo>
                <a:lnTo>
                  <a:pt x="463" y="4648"/>
                </a:lnTo>
                <a:lnTo>
                  <a:pt x="463" y="4186"/>
                </a:lnTo>
                <a:lnTo>
                  <a:pt x="804" y="4161"/>
                </a:lnTo>
                <a:lnTo>
                  <a:pt x="1144" y="4186"/>
                </a:lnTo>
                <a:lnTo>
                  <a:pt x="1801" y="4210"/>
                </a:lnTo>
                <a:lnTo>
                  <a:pt x="2288" y="4210"/>
                </a:lnTo>
                <a:lnTo>
                  <a:pt x="2799" y="4186"/>
                </a:lnTo>
                <a:lnTo>
                  <a:pt x="3285" y="4161"/>
                </a:lnTo>
                <a:lnTo>
                  <a:pt x="3796" y="4137"/>
                </a:lnTo>
                <a:close/>
                <a:moveTo>
                  <a:pt x="15671" y="14770"/>
                </a:moveTo>
                <a:lnTo>
                  <a:pt x="15500" y="14965"/>
                </a:lnTo>
                <a:lnTo>
                  <a:pt x="15403" y="15062"/>
                </a:lnTo>
                <a:lnTo>
                  <a:pt x="15354" y="15184"/>
                </a:lnTo>
                <a:lnTo>
                  <a:pt x="15087" y="15184"/>
                </a:lnTo>
                <a:lnTo>
                  <a:pt x="15184" y="14989"/>
                </a:lnTo>
                <a:lnTo>
                  <a:pt x="15208" y="14892"/>
                </a:lnTo>
                <a:lnTo>
                  <a:pt x="15233" y="14770"/>
                </a:lnTo>
                <a:close/>
                <a:moveTo>
                  <a:pt x="15038" y="14795"/>
                </a:moveTo>
                <a:lnTo>
                  <a:pt x="14965" y="14868"/>
                </a:lnTo>
                <a:lnTo>
                  <a:pt x="14868" y="15014"/>
                </a:lnTo>
                <a:lnTo>
                  <a:pt x="14770" y="15184"/>
                </a:lnTo>
                <a:lnTo>
                  <a:pt x="14405" y="15208"/>
                </a:lnTo>
                <a:lnTo>
                  <a:pt x="14527" y="15014"/>
                </a:lnTo>
                <a:lnTo>
                  <a:pt x="14649" y="14795"/>
                </a:lnTo>
                <a:close/>
                <a:moveTo>
                  <a:pt x="10877" y="14843"/>
                </a:moveTo>
                <a:lnTo>
                  <a:pt x="10755" y="15014"/>
                </a:lnTo>
                <a:lnTo>
                  <a:pt x="10634" y="15233"/>
                </a:lnTo>
                <a:lnTo>
                  <a:pt x="10220" y="15233"/>
                </a:lnTo>
                <a:lnTo>
                  <a:pt x="10293" y="15038"/>
                </a:lnTo>
                <a:lnTo>
                  <a:pt x="10342" y="14868"/>
                </a:lnTo>
                <a:lnTo>
                  <a:pt x="10877" y="14843"/>
                </a:lnTo>
                <a:close/>
                <a:moveTo>
                  <a:pt x="11753" y="14819"/>
                </a:moveTo>
                <a:lnTo>
                  <a:pt x="11729" y="14868"/>
                </a:lnTo>
                <a:lnTo>
                  <a:pt x="11607" y="15038"/>
                </a:lnTo>
                <a:lnTo>
                  <a:pt x="11485" y="15233"/>
                </a:lnTo>
                <a:lnTo>
                  <a:pt x="11072" y="15233"/>
                </a:lnTo>
                <a:lnTo>
                  <a:pt x="11169" y="15038"/>
                </a:lnTo>
                <a:lnTo>
                  <a:pt x="11291" y="14843"/>
                </a:lnTo>
                <a:lnTo>
                  <a:pt x="11753" y="14819"/>
                </a:lnTo>
                <a:close/>
                <a:moveTo>
                  <a:pt x="12532" y="14819"/>
                </a:moveTo>
                <a:lnTo>
                  <a:pt x="12507" y="14868"/>
                </a:lnTo>
                <a:lnTo>
                  <a:pt x="12313" y="15233"/>
                </a:lnTo>
                <a:lnTo>
                  <a:pt x="11899" y="15233"/>
                </a:lnTo>
                <a:lnTo>
                  <a:pt x="12021" y="15014"/>
                </a:lnTo>
                <a:lnTo>
                  <a:pt x="12069" y="14916"/>
                </a:lnTo>
                <a:lnTo>
                  <a:pt x="12094" y="14819"/>
                </a:lnTo>
                <a:close/>
                <a:moveTo>
                  <a:pt x="13529" y="14819"/>
                </a:moveTo>
                <a:lnTo>
                  <a:pt x="13481" y="14868"/>
                </a:lnTo>
                <a:lnTo>
                  <a:pt x="13237" y="15233"/>
                </a:lnTo>
                <a:lnTo>
                  <a:pt x="12678" y="15233"/>
                </a:lnTo>
                <a:lnTo>
                  <a:pt x="12775" y="15014"/>
                </a:lnTo>
                <a:lnTo>
                  <a:pt x="12897" y="14819"/>
                </a:lnTo>
                <a:close/>
                <a:moveTo>
                  <a:pt x="14357" y="14795"/>
                </a:moveTo>
                <a:lnTo>
                  <a:pt x="14186" y="15014"/>
                </a:lnTo>
                <a:lnTo>
                  <a:pt x="14016" y="15208"/>
                </a:lnTo>
                <a:lnTo>
                  <a:pt x="13627" y="15233"/>
                </a:lnTo>
                <a:lnTo>
                  <a:pt x="13724" y="15062"/>
                </a:lnTo>
                <a:lnTo>
                  <a:pt x="13846" y="14868"/>
                </a:lnTo>
                <a:lnTo>
                  <a:pt x="13870" y="14819"/>
                </a:lnTo>
                <a:lnTo>
                  <a:pt x="14357" y="14795"/>
                </a:lnTo>
                <a:close/>
                <a:moveTo>
                  <a:pt x="10025" y="14868"/>
                </a:moveTo>
                <a:lnTo>
                  <a:pt x="9952" y="14989"/>
                </a:lnTo>
                <a:lnTo>
                  <a:pt x="9831" y="15233"/>
                </a:lnTo>
                <a:lnTo>
                  <a:pt x="9320" y="15257"/>
                </a:lnTo>
                <a:lnTo>
                  <a:pt x="9417" y="15087"/>
                </a:lnTo>
                <a:lnTo>
                  <a:pt x="9514" y="14892"/>
                </a:lnTo>
                <a:lnTo>
                  <a:pt x="10025" y="14868"/>
                </a:lnTo>
                <a:close/>
                <a:moveTo>
                  <a:pt x="9101" y="14916"/>
                </a:moveTo>
                <a:lnTo>
                  <a:pt x="9052" y="14989"/>
                </a:lnTo>
                <a:lnTo>
                  <a:pt x="8955" y="15111"/>
                </a:lnTo>
                <a:lnTo>
                  <a:pt x="8858" y="15281"/>
                </a:lnTo>
                <a:lnTo>
                  <a:pt x="8663" y="15281"/>
                </a:lnTo>
                <a:lnTo>
                  <a:pt x="8663" y="15257"/>
                </a:lnTo>
                <a:lnTo>
                  <a:pt x="8809" y="14916"/>
                </a:lnTo>
                <a:close/>
                <a:moveTo>
                  <a:pt x="8468" y="14941"/>
                </a:moveTo>
                <a:lnTo>
                  <a:pt x="8395" y="15038"/>
                </a:lnTo>
                <a:lnTo>
                  <a:pt x="8225" y="15281"/>
                </a:lnTo>
                <a:lnTo>
                  <a:pt x="7738" y="15306"/>
                </a:lnTo>
                <a:lnTo>
                  <a:pt x="7763" y="15281"/>
                </a:lnTo>
                <a:lnTo>
                  <a:pt x="7836" y="15135"/>
                </a:lnTo>
                <a:lnTo>
                  <a:pt x="7909" y="14965"/>
                </a:lnTo>
                <a:lnTo>
                  <a:pt x="8468" y="14941"/>
                </a:lnTo>
                <a:close/>
                <a:moveTo>
                  <a:pt x="16303" y="14746"/>
                </a:moveTo>
                <a:lnTo>
                  <a:pt x="16303" y="15014"/>
                </a:lnTo>
                <a:lnTo>
                  <a:pt x="16303" y="15306"/>
                </a:lnTo>
                <a:lnTo>
                  <a:pt x="16182" y="15257"/>
                </a:lnTo>
                <a:lnTo>
                  <a:pt x="16084" y="15233"/>
                </a:lnTo>
                <a:lnTo>
                  <a:pt x="15841" y="15208"/>
                </a:lnTo>
                <a:lnTo>
                  <a:pt x="15987" y="14989"/>
                </a:lnTo>
                <a:lnTo>
                  <a:pt x="16157" y="14746"/>
                </a:lnTo>
                <a:close/>
                <a:moveTo>
                  <a:pt x="7617" y="14965"/>
                </a:moveTo>
                <a:lnTo>
                  <a:pt x="7471" y="15160"/>
                </a:lnTo>
                <a:lnTo>
                  <a:pt x="7349" y="15330"/>
                </a:lnTo>
                <a:lnTo>
                  <a:pt x="6911" y="15330"/>
                </a:lnTo>
                <a:lnTo>
                  <a:pt x="6984" y="15160"/>
                </a:lnTo>
                <a:lnTo>
                  <a:pt x="7057" y="14965"/>
                </a:lnTo>
                <a:close/>
                <a:moveTo>
                  <a:pt x="6716" y="14965"/>
                </a:moveTo>
                <a:lnTo>
                  <a:pt x="6570" y="15160"/>
                </a:lnTo>
                <a:lnTo>
                  <a:pt x="6449" y="15354"/>
                </a:lnTo>
                <a:lnTo>
                  <a:pt x="5889" y="15379"/>
                </a:lnTo>
                <a:lnTo>
                  <a:pt x="5889" y="15379"/>
                </a:lnTo>
                <a:lnTo>
                  <a:pt x="6011" y="15257"/>
                </a:lnTo>
                <a:lnTo>
                  <a:pt x="6132" y="15135"/>
                </a:lnTo>
                <a:lnTo>
                  <a:pt x="6254" y="15038"/>
                </a:lnTo>
                <a:lnTo>
                  <a:pt x="6376" y="14965"/>
                </a:lnTo>
                <a:close/>
                <a:moveTo>
                  <a:pt x="5256" y="14941"/>
                </a:moveTo>
                <a:lnTo>
                  <a:pt x="5865" y="14965"/>
                </a:lnTo>
                <a:lnTo>
                  <a:pt x="5792" y="15038"/>
                </a:lnTo>
                <a:lnTo>
                  <a:pt x="5646" y="15184"/>
                </a:lnTo>
                <a:lnTo>
                  <a:pt x="5500" y="15379"/>
                </a:lnTo>
                <a:lnTo>
                  <a:pt x="4672" y="15379"/>
                </a:lnTo>
                <a:lnTo>
                  <a:pt x="4867" y="15233"/>
                </a:lnTo>
                <a:lnTo>
                  <a:pt x="5062" y="15135"/>
                </a:lnTo>
                <a:lnTo>
                  <a:pt x="5183" y="15038"/>
                </a:lnTo>
                <a:lnTo>
                  <a:pt x="5232" y="14989"/>
                </a:lnTo>
                <a:lnTo>
                  <a:pt x="5256" y="14941"/>
                </a:lnTo>
                <a:close/>
                <a:moveTo>
                  <a:pt x="4113" y="14916"/>
                </a:moveTo>
                <a:lnTo>
                  <a:pt x="4745" y="14941"/>
                </a:lnTo>
                <a:lnTo>
                  <a:pt x="4624" y="15038"/>
                </a:lnTo>
                <a:lnTo>
                  <a:pt x="4453" y="15184"/>
                </a:lnTo>
                <a:lnTo>
                  <a:pt x="4307" y="15354"/>
                </a:lnTo>
                <a:lnTo>
                  <a:pt x="4283" y="15403"/>
                </a:lnTo>
                <a:lnTo>
                  <a:pt x="3626" y="15403"/>
                </a:lnTo>
                <a:lnTo>
                  <a:pt x="3650" y="15354"/>
                </a:lnTo>
                <a:lnTo>
                  <a:pt x="3894" y="15087"/>
                </a:lnTo>
                <a:lnTo>
                  <a:pt x="4113" y="14916"/>
                </a:lnTo>
                <a:close/>
                <a:moveTo>
                  <a:pt x="1874" y="14892"/>
                </a:moveTo>
                <a:lnTo>
                  <a:pt x="1801" y="14965"/>
                </a:lnTo>
                <a:lnTo>
                  <a:pt x="1631" y="15184"/>
                </a:lnTo>
                <a:lnTo>
                  <a:pt x="1558" y="15281"/>
                </a:lnTo>
                <a:lnTo>
                  <a:pt x="1509" y="15427"/>
                </a:lnTo>
                <a:lnTo>
                  <a:pt x="1217" y="15427"/>
                </a:lnTo>
                <a:lnTo>
                  <a:pt x="1266" y="15354"/>
                </a:lnTo>
                <a:lnTo>
                  <a:pt x="1436" y="15208"/>
                </a:lnTo>
                <a:lnTo>
                  <a:pt x="1509" y="15160"/>
                </a:lnTo>
                <a:lnTo>
                  <a:pt x="1558" y="15135"/>
                </a:lnTo>
                <a:lnTo>
                  <a:pt x="1606" y="15087"/>
                </a:lnTo>
                <a:lnTo>
                  <a:pt x="1631" y="15038"/>
                </a:lnTo>
                <a:lnTo>
                  <a:pt x="1631" y="14965"/>
                </a:lnTo>
                <a:lnTo>
                  <a:pt x="1631" y="14892"/>
                </a:lnTo>
                <a:close/>
                <a:moveTo>
                  <a:pt x="2750" y="14892"/>
                </a:moveTo>
                <a:lnTo>
                  <a:pt x="2726" y="14916"/>
                </a:lnTo>
                <a:lnTo>
                  <a:pt x="2628" y="15087"/>
                </a:lnTo>
                <a:lnTo>
                  <a:pt x="2555" y="15233"/>
                </a:lnTo>
                <a:lnTo>
                  <a:pt x="2531" y="15330"/>
                </a:lnTo>
                <a:lnTo>
                  <a:pt x="2531" y="15427"/>
                </a:lnTo>
                <a:lnTo>
                  <a:pt x="1898" y="15427"/>
                </a:lnTo>
                <a:lnTo>
                  <a:pt x="2093" y="15233"/>
                </a:lnTo>
                <a:lnTo>
                  <a:pt x="2190" y="15135"/>
                </a:lnTo>
                <a:lnTo>
                  <a:pt x="2312" y="15038"/>
                </a:lnTo>
                <a:lnTo>
                  <a:pt x="2409" y="14989"/>
                </a:lnTo>
                <a:lnTo>
                  <a:pt x="2482" y="14892"/>
                </a:lnTo>
                <a:close/>
                <a:moveTo>
                  <a:pt x="3553" y="14892"/>
                </a:moveTo>
                <a:lnTo>
                  <a:pt x="3431" y="15062"/>
                </a:lnTo>
                <a:lnTo>
                  <a:pt x="3310" y="15208"/>
                </a:lnTo>
                <a:lnTo>
                  <a:pt x="3261" y="15306"/>
                </a:lnTo>
                <a:lnTo>
                  <a:pt x="3188" y="15403"/>
                </a:lnTo>
                <a:lnTo>
                  <a:pt x="2920" y="15427"/>
                </a:lnTo>
                <a:lnTo>
                  <a:pt x="2823" y="15427"/>
                </a:lnTo>
                <a:lnTo>
                  <a:pt x="2969" y="15233"/>
                </a:lnTo>
                <a:lnTo>
                  <a:pt x="3066" y="15111"/>
                </a:lnTo>
                <a:lnTo>
                  <a:pt x="3164" y="14989"/>
                </a:lnTo>
                <a:lnTo>
                  <a:pt x="3285" y="14892"/>
                </a:lnTo>
                <a:close/>
                <a:moveTo>
                  <a:pt x="877" y="14868"/>
                </a:moveTo>
                <a:lnTo>
                  <a:pt x="1193" y="14892"/>
                </a:lnTo>
                <a:lnTo>
                  <a:pt x="1023" y="15038"/>
                </a:lnTo>
                <a:lnTo>
                  <a:pt x="877" y="15233"/>
                </a:lnTo>
                <a:lnTo>
                  <a:pt x="804" y="15330"/>
                </a:lnTo>
                <a:lnTo>
                  <a:pt x="755" y="15452"/>
                </a:lnTo>
                <a:lnTo>
                  <a:pt x="585" y="15452"/>
                </a:lnTo>
                <a:lnTo>
                  <a:pt x="536" y="14868"/>
                </a:lnTo>
                <a:close/>
                <a:moveTo>
                  <a:pt x="13894" y="1"/>
                </a:moveTo>
                <a:lnTo>
                  <a:pt x="13724" y="49"/>
                </a:lnTo>
                <a:lnTo>
                  <a:pt x="13578" y="122"/>
                </a:lnTo>
                <a:lnTo>
                  <a:pt x="13456" y="220"/>
                </a:lnTo>
                <a:lnTo>
                  <a:pt x="13335" y="341"/>
                </a:lnTo>
                <a:lnTo>
                  <a:pt x="13262" y="463"/>
                </a:lnTo>
                <a:lnTo>
                  <a:pt x="13189" y="609"/>
                </a:lnTo>
                <a:lnTo>
                  <a:pt x="13116" y="779"/>
                </a:lnTo>
                <a:lnTo>
                  <a:pt x="13067" y="925"/>
                </a:lnTo>
                <a:lnTo>
                  <a:pt x="11996" y="925"/>
                </a:lnTo>
                <a:lnTo>
                  <a:pt x="10901" y="950"/>
                </a:lnTo>
                <a:lnTo>
                  <a:pt x="9831" y="974"/>
                </a:lnTo>
                <a:lnTo>
                  <a:pt x="8736" y="974"/>
                </a:lnTo>
                <a:lnTo>
                  <a:pt x="7641" y="998"/>
                </a:lnTo>
                <a:lnTo>
                  <a:pt x="6108" y="974"/>
                </a:lnTo>
                <a:lnTo>
                  <a:pt x="4599" y="950"/>
                </a:lnTo>
                <a:lnTo>
                  <a:pt x="4648" y="852"/>
                </a:lnTo>
                <a:lnTo>
                  <a:pt x="4624" y="731"/>
                </a:lnTo>
                <a:lnTo>
                  <a:pt x="4599" y="609"/>
                </a:lnTo>
                <a:lnTo>
                  <a:pt x="4526" y="487"/>
                </a:lnTo>
                <a:lnTo>
                  <a:pt x="4429" y="366"/>
                </a:lnTo>
                <a:lnTo>
                  <a:pt x="4332" y="293"/>
                </a:lnTo>
                <a:lnTo>
                  <a:pt x="4210" y="220"/>
                </a:lnTo>
                <a:lnTo>
                  <a:pt x="4088" y="171"/>
                </a:lnTo>
                <a:lnTo>
                  <a:pt x="3894" y="147"/>
                </a:lnTo>
                <a:lnTo>
                  <a:pt x="3723" y="147"/>
                </a:lnTo>
                <a:lnTo>
                  <a:pt x="3553" y="220"/>
                </a:lnTo>
                <a:lnTo>
                  <a:pt x="3407" y="317"/>
                </a:lnTo>
                <a:lnTo>
                  <a:pt x="3285" y="439"/>
                </a:lnTo>
                <a:lnTo>
                  <a:pt x="3188" y="585"/>
                </a:lnTo>
                <a:lnTo>
                  <a:pt x="3115" y="755"/>
                </a:lnTo>
                <a:lnTo>
                  <a:pt x="3042" y="925"/>
                </a:lnTo>
                <a:lnTo>
                  <a:pt x="3042" y="998"/>
                </a:lnTo>
                <a:lnTo>
                  <a:pt x="1242" y="1047"/>
                </a:lnTo>
                <a:lnTo>
                  <a:pt x="828" y="1023"/>
                </a:lnTo>
                <a:lnTo>
                  <a:pt x="633" y="1023"/>
                </a:lnTo>
                <a:lnTo>
                  <a:pt x="439" y="1047"/>
                </a:lnTo>
                <a:lnTo>
                  <a:pt x="390" y="1023"/>
                </a:lnTo>
                <a:lnTo>
                  <a:pt x="317" y="1023"/>
                </a:lnTo>
                <a:lnTo>
                  <a:pt x="268" y="1071"/>
                </a:lnTo>
                <a:lnTo>
                  <a:pt x="244" y="1144"/>
                </a:lnTo>
                <a:lnTo>
                  <a:pt x="268" y="1850"/>
                </a:lnTo>
                <a:lnTo>
                  <a:pt x="268" y="2215"/>
                </a:lnTo>
                <a:lnTo>
                  <a:pt x="268" y="2555"/>
                </a:lnTo>
                <a:lnTo>
                  <a:pt x="171" y="3358"/>
                </a:lnTo>
                <a:lnTo>
                  <a:pt x="74" y="4137"/>
                </a:lnTo>
                <a:lnTo>
                  <a:pt x="49" y="4624"/>
                </a:lnTo>
                <a:lnTo>
                  <a:pt x="25" y="5086"/>
                </a:lnTo>
                <a:lnTo>
                  <a:pt x="25" y="6059"/>
                </a:lnTo>
                <a:lnTo>
                  <a:pt x="49" y="7008"/>
                </a:lnTo>
                <a:lnTo>
                  <a:pt x="74" y="7982"/>
                </a:lnTo>
                <a:lnTo>
                  <a:pt x="25" y="9879"/>
                </a:lnTo>
                <a:lnTo>
                  <a:pt x="1" y="11802"/>
                </a:lnTo>
                <a:lnTo>
                  <a:pt x="1" y="12751"/>
                </a:lnTo>
                <a:lnTo>
                  <a:pt x="1" y="13700"/>
                </a:lnTo>
                <a:lnTo>
                  <a:pt x="49" y="14673"/>
                </a:lnTo>
                <a:lnTo>
                  <a:pt x="122" y="15622"/>
                </a:lnTo>
                <a:lnTo>
                  <a:pt x="122" y="15671"/>
                </a:lnTo>
                <a:lnTo>
                  <a:pt x="147" y="15719"/>
                </a:lnTo>
                <a:lnTo>
                  <a:pt x="171" y="15792"/>
                </a:lnTo>
                <a:lnTo>
                  <a:pt x="195" y="15841"/>
                </a:lnTo>
                <a:lnTo>
                  <a:pt x="244" y="15865"/>
                </a:lnTo>
                <a:lnTo>
                  <a:pt x="293" y="15890"/>
                </a:lnTo>
                <a:lnTo>
                  <a:pt x="560" y="15938"/>
                </a:lnTo>
                <a:lnTo>
                  <a:pt x="828" y="15963"/>
                </a:lnTo>
                <a:lnTo>
                  <a:pt x="1339" y="15987"/>
                </a:lnTo>
                <a:lnTo>
                  <a:pt x="1850" y="15987"/>
                </a:lnTo>
                <a:lnTo>
                  <a:pt x="2385" y="15963"/>
                </a:lnTo>
                <a:lnTo>
                  <a:pt x="3577" y="15938"/>
                </a:lnTo>
                <a:lnTo>
                  <a:pt x="4770" y="15938"/>
                </a:lnTo>
                <a:lnTo>
                  <a:pt x="5938" y="15914"/>
                </a:lnTo>
                <a:lnTo>
                  <a:pt x="7130" y="15890"/>
                </a:lnTo>
                <a:lnTo>
                  <a:pt x="9466" y="15817"/>
                </a:lnTo>
                <a:lnTo>
                  <a:pt x="10536" y="15792"/>
                </a:lnTo>
                <a:lnTo>
                  <a:pt x="11607" y="15792"/>
                </a:lnTo>
                <a:lnTo>
                  <a:pt x="12678" y="15817"/>
                </a:lnTo>
                <a:lnTo>
                  <a:pt x="13748" y="15792"/>
                </a:lnTo>
                <a:lnTo>
                  <a:pt x="15038" y="15744"/>
                </a:lnTo>
                <a:lnTo>
                  <a:pt x="15646" y="15744"/>
                </a:lnTo>
                <a:lnTo>
                  <a:pt x="15914" y="15768"/>
                </a:lnTo>
                <a:lnTo>
                  <a:pt x="16011" y="15792"/>
                </a:lnTo>
                <a:lnTo>
                  <a:pt x="16060" y="15792"/>
                </a:lnTo>
                <a:lnTo>
                  <a:pt x="16084" y="15817"/>
                </a:lnTo>
                <a:lnTo>
                  <a:pt x="16157" y="15841"/>
                </a:lnTo>
                <a:lnTo>
                  <a:pt x="16279" y="15841"/>
                </a:lnTo>
                <a:lnTo>
                  <a:pt x="16328" y="15865"/>
                </a:lnTo>
                <a:lnTo>
                  <a:pt x="16401" y="15890"/>
                </a:lnTo>
                <a:lnTo>
                  <a:pt x="16474" y="15865"/>
                </a:lnTo>
                <a:lnTo>
                  <a:pt x="16547" y="15817"/>
                </a:lnTo>
                <a:lnTo>
                  <a:pt x="16595" y="15744"/>
                </a:lnTo>
                <a:lnTo>
                  <a:pt x="16620" y="15671"/>
                </a:lnTo>
                <a:lnTo>
                  <a:pt x="16668" y="15476"/>
                </a:lnTo>
                <a:lnTo>
                  <a:pt x="16693" y="15111"/>
                </a:lnTo>
                <a:lnTo>
                  <a:pt x="16717" y="14454"/>
                </a:lnTo>
                <a:lnTo>
                  <a:pt x="16741" y="13773"/>
                </a:lnTo>
                <a:lnTo>
                  <a:pt x="16717" y="13262"/>
                </a:lnTo>
                <a:lnTo>
                  <a:pt x="16693" y="12775"/>
                </a:lnTo>
                <a:lnTo>
                  <a:pt x="16571" y="11777"/>
                </a:lnTo>
                <a:lnTo>
                  <a:pt x="16547" y="11193"/>
                </a:lnTo>
                <a:lnTo>
                  <a:pt x="16547" y="10634"/>
                </a:lnTo>
                <a:lnTo>
                  <a:pt x="16595" y="9466"/>
                </a:lnTo>
                <a:lnTo>
                  <a:pt x="16644" y="8420"/>
                </a:lnTo>
                <a:lnTo>
                  <a:pt x="16668" y="7373"/>
                </a:lnTo>
                <a:lnTo>
                  <a:pt x="16693" y="6327"/>
                </a:lnTo>
                <a:lnTo>
                  <a:pt x="16717" y="5281"/>
                </a:lnTo>
                <a:lnTo>
                  <a:pt x="16766" y="4283"/>
                </a:lnTo>
                <a:lnTo>
                  <a:pt x="16741" y="3285"/>
                </a:lnTo>
                <a:lnTo>
                  <a:pt x="16693" y="2312"/>
                </a:lnTo>
                <a:lnTo>
                  <a:pt x="16595" y="1314"/>
                </a:lnTo>
                <a:lnTo>
                  <a:pt x="16644" y="1266"/>
                </a:lnTo>
                <a:lnTo>
                  <a:pt x="16668" y="1193"/>
                </a:lnTo>
                <a:lnTo>
                  <a:pt x="16668" y="1120"/>
                </a:lnTo>
                <a:lnTo>
                  <a:pt x="16668" y="1047"/>
                </a:lnTo>
                <a:lnTo>
                  <a:pt x="16620" y="998"/>
                </a:lnTo>
                <a:lnTo>
                  <a:pt x="16571" y="950"/>
                </a:lnTo>
                <a:lnTo>
                  <a:pt x="16522" y="901"/>
                </a:lnTo>
                <a:lnTo>
                  <a:pt x="16425" y="901"/>
                </a:lnTo>
                <a:lnTo>
                  <a:pt x="14916" y="925"/>
                </a:lnTo>
                <a:lnTo>
                  <a:pt x="14965" y="877"/>
                </a:lnTo>
                <a:lnTo>
                  <a:pt x="14989" y="755"/>
                </a:lnTo>
                <a:lnTo>
                  <a:pt x="14989" y="658"/>
                </a:lnTo>
                <a:lnTo>
                  <a:pt x="14989" y="560"/>
                </a:lnTo>
                <a:lnTo>
                  <a:pt x="14941" y="463"/>
                </a:lnTo>
                <a:lnTo>
                  <a:pt x="14892" y="366"/>
                </a:lnTo>
                <a:lnTo>
                  <a:pt x="14843" y="293"/>
                </a:lnTo>
                <a:lnTo>
                  <a:pt x="14673" y="171"/>
                </a:lnTo>
                <a:lnTo>
                  <a:pt x="14503" y="74"/>
                </a:lnTo>
                <a:lnTo>
                  <a:pt x="14284" y="25"/>
                </a:lnTo>
                <a:lnTo>
                  <a:pt x="1408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68;p38"/>
          <p:cNvSpPr/>
          <p:nvPr/>
        </p:nvSpPr>
        <p:spPr>
          <a:xfrm>
            <a:off x="195625" y="1640900"/>
            <a:ext cx="365350" cy="366945"/>
          </a:xfrm>
          <a:custGeom>
            <a:avLst/>
            <a:gdLst/>
            <a:ahLst/>
            <a:cxnLst/>
            <a:rect l="l" t="t" r="r" b="b"/>
            <a:pathLst>
              <a:path w="16717" h="16790" extrusionOk="0">
                <a:moveTo>
                  <a:pt x="8687" y="511"/>
                </a:moveTo>
                <a:lnTo>
                  <a:pt x="9174" y="1046"/>
                </a:lnTo>
                <a:lnTo>
                  <a:pt x="9660" y="1606"/>
                </a:lnTo>
                <a:lnTo>
                  <a:pt x="10025" y="2068"/>
                </a:lnTo>
                <a:lnTo>
                  <a:pt x="10196" y="2312"/>
                </a:lnTo>
                <a:lnTo>
                  <a:pt x="10390" y="2531"/>
                </a:lnTo>
                <a:lnTo>
                  <a:pt x="10585" y="2701"/>
                </a:lnTo>
                <a:lnTo>
                  <a:pt x="10780" y="2871"/>
                </a:lnTo>
                <a:lnTo>
                  <a:pt x="11023" y="2969"/>
                </a:lnTo>
                <a:lnTo>
                  <a:pt x="11242" y="3042"/>
                </a:lnTo>
                <a:lnTo>
                  <a:pt x="11485" y="3066"/>
                </a:lnTo>
                <a:lnTo>
                  <a:pt x="11729" y="3042"/>
                </a:lnTo>
                <a:lnTo>
                  <a:pt x="11972" y="2969"/>
                </a:lnTo>
                <a:lnTo>
                  <a:pt x="12215" y="2847"/>
                </a:lnTo>
                <a:lnTo>
                  <a:pt x="12337" y="2750"/>
                </a:lnTo>
                <a:lnTo>
                  <a:pt x="12434" y="2652"/>
                </a:lnTo>
                <a:lnTo>
                  <a:pt x="12605" y="2433"/>
                </a:lnTo>
                <a:lnTo>
                  <a:pt x="12726" y="2190"/>
                </a:lnTo>
                <a:lnTo>
                  <a:pt x="12824" y="1922"/>
                </a:lnTo>
                <a:lnTo>
                  <a:pt x="12921" y="1679"/>
                </a:lnTo>
                <a:lnTo>
                  <a:pt x="13043" y="1411"/>
                </a:lnTo>
                <a:lnTo>
                  <a:pt x="13164" y="1168"/>
                </a:lnTo>
                <a:lnTo>
                  <a:pt x="13335" y="973"/>
                </a:lnTo>
                <a:lnTo>
                  <a:pt x="13456" y="852"/>
                </a:lnTo>
                <a:lnTo>
                  <a:pt x="13602" y="779"/>
                </a:lnTo>
                <a:lnTo>
                  <a:pt x="13724" y="706"/>
                </a:lnTo>
                <a:lnTo>
                  <a:pt x="13870" y="657"/>
                </a:lnTo>
                <a:lnTo>
                  <a:pt x="13991" y="608"/>
                </a:lnTo>
                <a:lnTo>
                  <a:pt x="14137" y="584"/>
                </a:lnTo>
                <a:lnTo>
                  <a:pt x="14283" y="584"/>
                </a:lnTo>
                <a:lnTo>
                  <a:pt x="14429" y="608"/>
                </a:lnTo>
                <a:lnTo>
                  <a:pt x="14721" y="681"/>
                </a:lnTo>
                <a:lnTo>
                  <a:pt x="14989" y="779"/>
                </a:lnTo>
                <a:lnTo>
                  <a:pt x="15232" y="949"/>
                </a:lnTo>
                <a:lnTo>
                  <a:pt x="15451" y="1119"/>
                </a:lnTo>
                <a:lnTo>
                  <a:pt x="15403" y="1168"/>
                </a:lnTo>
                <a:lnTo>
                  <a:pt x="15354" y="1217"/>
                </a:lnTo>
                <a:lnTo>
                  <a:pt x="15354" y="1265"/>
                </a:lnTo>
                <a:lnTo>
                  <a:pt x="15354" y="1314"/>
                </a:lnTo>
                <a:lnTo>
                  <a:pt x="15403" y="1363"/>
                </a:lnTo>
                <a:lnTo>
                  <a:pt x="15646" y="1363"/>
                </a:lnTo>
                <a:lnTo>
                  <a:pt x="15670" y="1387"/>
                </a:lnTo>
                <a:lnTo>
                  <a:pt x="15768" y="1533"/>
                </a:lnTo>
                <a:lnTo>
                  <a:pt x="15646" y="1557"/>
                </a:lnTo>
                <a:lnTo>
                  <a:pt x="15500" y="1606"/>
                </a:lnTo>
                <a:lnTo>
                  <a:pt x="15427" y="1630"/>
                </a:lnTo>
                <a:lnTo>
                  <a:pt x="15378" y="1703"/>
                </a:lnTo>
                <a:lnTo>
                  <a:pt x="15354" y="1752"/>
                </a:lnTo>
                <a:lnTo>
                  <a:pt x="15378" y="1801"/>
                </a:lnTo>
                <a:lnTo>
                  <a:pt x="15451" y="1825"/>
                </a:lnTo>
                <a:lnTo>
                  <a:pt x="15500" y="1849"/>
                </a:lnTo>
                <a:lnTo>
                  <a:pt x="15646" y="1874"/>
                </a:lnTo>
                <a:lnTo>
                  <a:pt x="15914" y="1874"/>
                </a:lnTo>
                <a:lnTo>
                  <a:pt x="16011" y="2068"/>
                </a:lnTo>
                <a:lnTo>
                  <a:pt x="15841" y="2044"/>
                </a:lnTo>
                <a:lnTo>
                  <a:pt x="15695" y="2044"/>
                </a:lnTo>
                <a:lnTo>
                  <a:pt x="15573" y="2068"/>
                </a:lnTo>
                <a:lnTo>
                  <a:pt x="15451" y="2141"/>
                </a:lnTo>
                <a:lnTo>
                  <a:pt x="15427" y="2141"/>
                </a:lnTo>
                <a:lnTo>
                  <a:pt x="15451" y="2166"/>
                </a:lnTo>
                <a:lnTo>
                  <a:pt x="15500" y="2239"/>
                </a:lnTo>
                <a:lnTo>
                  <a:pt x="15573" y="2287"/>
                </a:lnTo>
                <a:lnTo>
                  <a:pt x="15743" y="2360"/>
                </a:lnTo>
                <a:lnTo>
                  <a:pt x="16084" y="2458"/>
                </a:lnTo>
                <a:lnTo>
                  <a:pt x="16084" y="2652"/>
                </a:lnTo>
                <a:lnTo>
                  <a:pt x="16060" y="2823"/>
                </a:lnTo>
                <a:lnTo>
                  <a:pt x="15646" y="2725"/>
                </a:lnTo>
                <a:lnTo>
                  <a:pt x="15427" y="2652"/>
                </a:lnTo>
                <a:lnTo>
                  <a:pt x="15330" y="2628"/>
                </a:lnTo>
                <a:lnTo>
                  <a:pt x="15184" y="2628"/>
                </a:lnTo>
                <a:lnTo>
                  <a:pt x="15184" y="2652"/>
                </a:lnTo>
                <a:lnTo>
                  <a:pt x="15281" y="2750"/>
                </a:lnTo>
                <a:lnTo>
                  <a:pt x="15378" y="2847"/>
                </a:lnTo>
                <a:lnTo>
                  <a:pt x="15622" y="2993"/>
                </a:lnTo>
                <a:lnTo>
                  <a:pt x="15768" y="3090"/>
                </a:lnTo>
                <a:lnTo>
                  <a:pt x="15962" y="3139"/>
                </a:lnTo>
                <a:lnTo>
                  <a:pt x="15841" y="3309"/>
                </a:lnTo>
                <a:lnTo>
                  <a:pt x="15768" y="3407"/>
                </a:lnTo>
                <a:lnTo>
                  <a:pt x="15670" y="3334"/>
                </a:lnTo>
                <a:lnTo>
                  <a:pt x="15573" y="3285"/>
                </a:lnTo>
                <a:lnTo>
                  <a:pt x="15378" y="3212"/>
                </a:lnTo>
                <a:lnTo>
                  <a:pt x="14989" y="3017"/>
                </a:lnTo>
                <a:lnTo>
                  <a:pt x="14794" y="2944"/>
                </a:lnTo>
                <a:lnTo>
                  <a:pt x="14600" y="2896"/>
                </a:lnTo>
                <a:lnTo>
                  <a:pt x="14575" y="2896"/>
                </a:lnTo>
                <a:lnTo>
                  <a:pt x="14575" y="2920"/>
                </a:lnTo>
                <a:lnTo>
                  <a:pt x="14673" y="3090"/>
                </a:lnTo>
                <a:lnTo>
                  <a:pt x="14819" y="3236"/>
                </a:lnTo>
                <a:lnTo>
                  <a:pt x="14965" y="3358"/>
                </a:lnTo>
                <a:lnTo>
                  <a:pt x="15135" y="3455"/>
                </a:lnTo>
                <a:lnTo>
                  <a:pt x="15427" y="3626"/>
                </a:lnTo>
                <a:lnTo>
                  <a:pt x="15086" y="3747"/>
                </a:lnTo>
                <a:lnTo>
                  <a:pt x="14989" y="3674"/>
                </a:lnTo>
                <a:lnTo>
                  <a:pt x="14867" y="3650"/>
                </a:lnTo>
                <a:lnTo>
                  <a:pt x="14770" y="3601"/>
                </a:lnTo>
                <a:lnTo>
                  <a:pt x="14673" y="3528"/>
                </a:lnTo>
                <a:lnTo>
                  <a:pt x="14527" y="3407"/>
                </a:lnTo>
                <a:lnTo>
                  <a:pt x="14429" y="3358"/>
                </a:lnTo>
                <a:lnTo>
                  <a:pt x="14332" y="3334"/>
                </a:lnTo>
                <a:lnTo>
                  <a:pt x="14308" y="3334"/>
                </a:lnTo>
                <a:lnTo>
                  <a:pt x="14259" y="3358"/>
                </a:lnTo>
                <a:lnTo>
                  <a:pt x="14235" y="3431"/>
                </a:lnTo>
                <a:lnTo>
                  <a:pt x="14259" y="3528"/>
                </a:lnTo>
                <a:lnTo>
                  <a:pt x="14308" y="3650"/>
                </a:lnTo>
                <a:lnTo>
                  <a:pt x="14478" y="3845"/>
                </a:lnTo>
                <a:lnTo>
                  <a:pt x="14551" y="3918"/>
                </a:lnTo>
                <a:lnTo>
                  <a:pt x="14308" y="4015"/>
                </a:lnTo>
                <a:lnTo>
                  <a:pt x="14186" y="3942"/>
                </a:lnTo>
                <a:lnTo>
                  <a:pt x="14064" y="3893"/>
                </a:lnTo>
                <a:lnTo>
                  <a:pt x="14016" y="3869"/>
                </a:lnTo>
                <a:lnTo>
                  <a:pt x="13943" y="3845"/>
                </a:lnTo>
                <a:lnTo>
                  <a:pt x="13918" y="3869"/>
                </a:lnTo>
                <a:lnTo>
                  <a:pt x="13894" y="3893"/>
                </a:lnTo>
                <a:lnTo>
                  <a:pt x="13894" y="3966"/>
                </a:lnTo>
                <a:lnTo>
                  <a:pt x="13918" y="4039"/>
                </a:lnTo>
                <a:lnTo>
                  <a:pt x="13991" y="4161"/>
                </a:lnTo>
                <a:lnTo>
                  <a:pt x="14040" y="4210"/>
                </a:lnTo>
                <a:lnTo>
                  <a:pt x="13967" y="4283"/>
                </a:lnTo>
                <a:lnTo>
                  <a:pt x="13870" y="4404"/>
                </a:lnTo>
                <a:lnTo>
                  <a:pt x="13845" y="4331"/>
                </a:lnTo>
                <a:lnTo>
                  <a:pt x="13797" y="4234"/>
                </a:lnTo>
                <a:lnTo>
                  <a:pt x="13724" y="4161"/>
                </a:lnTo>
                <a:lnTo>
                  <a:pt x="13651" y="4161"/>
                </a:lnTo>
                <a:lnTo>
                  <a:pt x="13626" y="4234"/>
                </a:lnTo>
                <a:lnTo>
                  <a:pt x="13602" y="4283"/>
                </a:lnTo>
                <a:lnTo>
                  <a:pt x="13602" y="4380"/>
                </a:lnTo>
                <a:lnTo>
                  <a:pt x="13602" y="4428"/>
                </a:lnTo>
                <a:lnTo>
                  <a:pt x="13675" y="4550"/>
                </a:lnTo>
                <a:lnTo>
                  <a:pt x="13748" y="4647"/>
                </a:lnTo>
                <a:lnTo>
                  <a:pt x="13699" y="4842"/>
                </a:lnTo>
                <a:lnTo>
                  <a:pt x="13675" y="5037"/>
                </a:lnTo>
                <a:lnTo>
                  <a:pt x="13699" y="5231"/>
                </a:lnTo>
                <a:lnTo>
                  <a:pt x="13724" y="5426"/>
                </a:lnTo>
                <a:lnTo>
                  <a:pt x="13797" y="5621"/>
                </a:lnTo>
                <a:lnTo>
                  <a:pt x="13870" y="5815"/>
                </a:lnTo>
                <a:lnTo>
                  <a:pt x="13967" y="5986"/>
                </a:lnTo>
                <a:lnTo>
                  <a:pt x="14089" y="6132"/>
                </a:lnTo>
                <a:lnTo>
                  <a:pt x="14308" y="6351"/>
                </a:lnTo>
                <a:lnTo>
                  <a:pt x="14527" y="6570"/>
                </a:lnTo>
                <a:lnTo>
                  <a:pt x="14746" y="6764"/>
                </a:lnTo>
                <a:lnTo>
                  <a:pt x="14965" y="6983"/>
                </a:lnTo>
                <a:lnTo>
                  <a:pt x="15597" y="7640"/>
                </a:lnTo>
                <a:lnTo>
                  <a:pt x="15914" y="7981"/>
                </a:lnTo>
                <a:lnTo>
                  <a:pt x="16254" y="8273"/>
                </a:lnTo>
                <a:lnTo>
                  <a:pt x="16279" y="8297"/>
                </a:lnTo>
                <a:lnTo>
                  <a:pt x="16230" y="8443"/>
                </a:lnTo>
                <a:lnTo>
                  <a:pt x="16133" y="8346"/>
                </a:lnTo>
                <a:lnTo>
                  <a:pt x="16035" y="8249"/>
                </a:lnTo>
                <a:lnTo>
                  <a:pt x="15768" y="8078"/>
                </a:lnTo>
                <a:lnTo>
                  <a:pt x="15573" y="7981"/>
                </a:lnTo>
                <a:lnTo>
                  <a:pt x="15378" y="7884"/>
                </a:lnTo>
                <a:lnTo>
                  <a:pt x="15159" y="7811"/>
                </a:lnTo>
                <a:lnTo>
                  <a:pt x="14940" y="7738"/>
                </a:lnTo>
                <a:lnTo>
                  <a:pt x="14892" y="7762"/>
                </a:lnTo>
                <a:lnTo>
                  <a:pt x="14892" y="7786"/>
                </a:lnTo>
                <a:lnTo>
                  <a:pt x="15013" y="7932"/>
                </a:lnTo>
                <a:lnTo>
                  <a:pt x="15159" y="8078"/>
                </a:lnTo>
                <a:lnTo>
                  <a:pt x="15476" y="8297"/>
                </a:lnTo>
                <a:lnTo>
                  <a:pt x="15695" y="8468"/>
                </a:lnTo>
                <a:lnTo>
                  <a:pt x="15889" y="8614"/>
                </a:lnTo>
                <a:lnTo>
                  <a:pt x="15987" y="8687"/>
                </a:lnTo>
                <a:lnTo>
                  <a:pt x="16060" y="8711"/>
                </a:lnTo>
                <a:lnTo>
                  <a:pt x="15865" y="9003"/>
                </a:lnTo>
                <a:lnTo>
                  <a:pt x="15816" y="9076"/>
                </a:lnTo>
                <a:lnTo>
                  <a:pt x="15816" y="9052"/>
                </a:lnTo>
                <a:lnTo>
                  <a:pt x="15768" y="8954"/>
                </a:lnTo>
                <a:lnTo>
                  <a:pt x="15695" y="8881"/>
                </a:lnTo>
                <a:lnTo>
                  <a:pt x="15597" y="8833"/>
                </a:lnTo>
                <a:lnTo>
                  <a:pt x="15524" y="8784"/>
                </a:lnTo>
                <a:lnTo>
                  <a:pt x="15135" y="8614"/>
                </a:lnTo>
                <a:lnTo>
                  <a:pt x="14916" y="8516"/>
                </a:lnTo>
                <a:lnTo>
                  <a:pt x="14721" y="8395"/>
                </a:lnTo>
                <a:lnTo>
                  <a:pt x="14527" y="8273"/>
                </a:lnTo>
                <a:lnTo>
                  <a:pt x="14332" y="8176"/>
                </a:lnTo>
                <a:lnTo>
                  <a:pt x="14283" y="8176"/>
                </a:lnTo>
                <a:lnTo>
                  <a:pt x="14283" y="8200"/>
                </a:lnTo>
                <a:lnTo>
                  <a:pt x="14259" y="8249"/>
                </a:lnTo>
                <a:lnTo>
                  <a:pt x="14308" y="8346"/>
                </a:lnTo>
                <a:lnTo>
                  <a:pt x="14356" y="8419"/>
                </a:lnTo>
                <a:lnTo>
                  <a:pt x="14527" y="8589"/>
                </a:lnTo>
                <a:lnTo>
                  <a:pt x="14721" y="8735"/>
                </a:lnTo>
                <a:lnTo>
                  <a:pt x="14892" y="8833"/>
                </a:lnTo>
                <a:lnTo>
                  <a:pt x="15086" y="8954"/>
                </a:lnTo>
                <a:lnTo>
                  <a:pt x="15305" y="9076"/>
                </a:lnTo>
                <a:lnTo>
                  <a:pt x="15427" y="9100"/>
                </a:lnTo>
                <a:lnTo>
                  <a:pt x="15549" y="9149"/>
                </a:lnTo>
                <a:lnTo>
                  <a:pt x="15743" y="9149"/>
                </a:lnTo>
                <a:lnTo>
                  <a:pt x="15768" y="9125"/>
                </a:lnTo>
                <a:lnTo>
                  <a:pt x="15451" y="9587"/>
                </a:lnTo>
                <a:lnTo>
                  <a:pt x="15330" y="9490"/>
                </a:lnTo>
                <a:lnTo>
                  <a:pt x="15208" y="9417"/>
                </a:lnTo>
                <a:lnTo>
                  <a:pt x="14965" y="9246"/>
                </a:lnTo>
                <a:lnTo>
                  <a:pt x="14746" y="9100"/>
                </a:lnTo>
                <a:lnTo>
                  <a:pt x="14502" y="8954"/>
                </a:lnTo>
                <a:lnTo>
                  <a:pt x="14381" y="8881"/>
                </a:lnTo>
                <a:lnTo>
                  <a:pt x="14235" y="8833"/>
                </a:lnTo>
                <a:lnTo>
                  <a:pt x="14113" y="8808"/>
                </a:lnTo>
                <a:lnTo>
                  <a:pt x="13991" y="8808"/>
                </a:lnTo>
                <a:lnTo>
                  <a:pt x="13943" y="8833"/>
                </a:lnTo>
                <a:lnTo>
                  <a:pt x="13943" y="8857"/>
                </a:lnTo>
                <a:lnTo>
                  <a:pt x="14016" y="8954"/>
                </a:lnTo>
                <a:lnTo>
                  <a:pt x="14089" y="9052"/>
                </a:lnTo>
                <a:lnTo>
                  <a:pt x="14283" y="9222"/>
                </a:lnTo>
                <a:lnTo>
                  <a:pt x="14673" y="9514"/>
                </a:lnTo>
                <a:lnTo>
                  <a:pt x="14916" y="9709"/>
                </a:lnTo>
                <a:lnTo>
                  <a:pt x="15062" y="9806"/>
                </a:lnTo>
                <a:lnTo>
                  <a:pt x="15208" y="9903"/>
                </a:lnTo>
                <a:lnTo>
                  <a:pt x="15086" y="10049"/>
                </a:lnTo>
                <a:lnTo>
                  <a:pt x="15013" y="10122"/>
                </a:lnTo>
                <a:lnTo>
                  <a:pt x="14843" y="10001"/>
                </a:lnTo>
                <a:lnTo>
                  <a:pt x="14721" y="9928"/>
                </a:lnTo>
                <a:lnTo>
                  <a:pt x="14405" y="9782"/>
                </a:lnTo>
                <a:lnTo>
                  <a:pt x="14089" y="9636"/>
                </a:lnTo>
                <a:lnTo>
                  <a:pt x="13943" y="9538"/>
                </a:lnTo>
                <a:lnTo>
                  <a:pt x="13797" y="9441"/>
                </a:lnTo>
                <a:lnTo>
                  <a:pt x="13699" y="9319"/>
                </a:lnTo>
                <a:lnTo>
                  <a:pt x="13626" y="9149"/>
                </a:lnTo>
                <a:lnTo>
                  <a:pt x="13578" y="9149"/>
                </a:lnTo>
                <a:lnTo>
                  <a:pt x="13554" y="9295"/>
                </a:lnTo>
                <a:lnTo>
                  <a:pt x="13578" y="9392"/>
                </a:lnTo>
                <a:lnTo>
                  <a:pt x="13602" y="9514"/>
                </a:lnTo>
                <a:lnTo>
                  <a:pt x="13651" y="9611"/>
                </a:lnTo>
                <a:lnTo>
                  <a:pt x="13724" y="9709"/>
                </a:lnTo>
                <a:lnTo>
                  <a:pt x="13797" y="9782"/>
                </a:lnTo>
                <a:lnTo>
                  <a:pt x="13991" y="9952"/>
                </a:lnTo>
                <a:lnTo>
                  <a:pt x="14283" y="10122"/>
                </a:lnTo>
                <a:lnTo>
                  <a:pt x="14600" y="10268"/>
                </a:lnTo>
                <a:lnTo>
                  <a:pt x="14746" y="10390"/>
                </a:lnTo>
                <a:lnTo>
                  <a:pt x="14551" y="10512"/>
                </a:lnTo>
                <a:lnTo>
                  <a:pt x="14356" y="10633"/>
                </a:lnTo>
                <a:lnTo>
                  <a:pt x="14259" y="10512"/>
                </a:lnTo>
                <a:lnTo>
                  <a:pt x="14137" y="10414"/>
                </a:lnTo>
                <a:lnTo>
                  <a:pt x="13894" y="10244"/>
                </a:lnTo>
                <a:lnTo>
                  <a:pt x="13724" y="10122"/>
                </a:lnTo>
                <a:lnTo>
                  <a:pt x="13578" y="9976"/>
                </a:lnTo>
                <a:lnTo>
                  <a:pt x="13456" y="9855"/>
                </a:lnTo>
                <a:lnTo>
                  <a:pt x="13408" y="9782"/>
                </a:lnTo>
                <a:lnTo>
                  <a:pt x="13359" y="9733"/>
                </a:lnTo>
                <a:lnTo>
                  <a:pt x="13310" y="9733"/>
                </a:lnTo>
                <a:lnTo>
                  <a:pt x="13286" y="9757"/>
                </a:lnTo>
                <a:lnTo>
                  <a:pt x="13262" y="9830"/>
                </a:lnTo>
                <a:lnTo>
                  <a:pt x="13262" y="9928"/>
                </a:lnTo>
                <a:lnTo>
                  <a:pt x="13262" y="10001"/>
                </a:lnTo>
                <a:lnTo>
                  <a:pt x="13310" y="10098"/>
                </a:lnTo>
                <a:lnTo>
                  <a:pt x="13408" y="10244"/>
                </a:lnTo>
                <a:lnTo>
                  <a:pt x="13529" y="10390"/>
                </a:lnTo>
                <a:lnTo>
                  <a:pt x="13699" y="10536"/>
                </a:lnTo>
                <a:lnTo>
                  <a:pt x="13894" y="10682"/>
                </a:lnTo>
                <a:lnTo>
                  <a:pt x="13991" y="10779"/>
                </a:lnTo>
                <a:lnTo>
                  <a:pt x="13894" y="10828"/>
                </a:lnTo>
                <a:lnTo>
                  <a:pt x="13578" y="10828"/>
                </a:lnTo>
                <a:lnTo>
                  <a:pt x="13505" y="10804"/>
                </a:lnTo>
                <a:lnTo>
                  <a:pt x="13335" y="10706"/>
                </a:lnTo>
                <a:lnTo>
                  <a:pt x="13213" y="10560"/>
                </a:lnTo>
                <a:lnTo>
                  <a:pt x="13116" y="10414"/>
                </a:lnTo>
                <a:lnTo>
                  <a:pt x="13018" y="10244"/>
                </a:lnTo>
                <a:lnTo>
                  <a:pt x="12872" y="9879"/>
                </a:lnTo>
                <a:lnTo>
                  <a:pt x="12775" y="9636"/>
                </a:lnTo>
                <a:lnTo>
                  <a:pt x="12653" y="9392"/>
                </a:lnTo>
                <a:lnTo>
                  <a:pt x="12532" y="9173"/>
                </a:lnTo>
                <a:lnTo>
                  <a:pt x="12386" y="8979"/>
                </a:lnTo>
                <a:lnTo>
                  <a:pt x="12215" y="8808"/>
                </a:lnTo>
                <a:lnTo>
                  <a:pt x="12021" y="8662"/>
                </a:lnTo>
                <a:lnTo>
                  <a:pt x="11777" y="8565"/>
                </a:lnTo>
                <a:lnTo>
                  <a:pt x="11510" y="8468"/>
                </a:lnTo>
                <a:lnTo>
                  <a:pt x="11218" y="8443"/>
                </a:lnTo>
                <a:lnTo>
                  <a:pt x="10926" y="8443"/>
                </a:lnTo>
                <a:lnTo>
                  <a:pt x="10634" y="8492"/>
                </a:lnTo>
                <a:lnTo>
                  <a:pt x="10366" y="8589"/>
                </a:lnTo>
                <a:lnTo>
                  <a:pt x="10098" y="8687"/>
                </a:lnTo>
                <a:lnTo>
                  <a:pt x="9855" y="8833"/>
                </a:lnTo>
                <a:lnTo>
                  <a:pt x="9612" y="9027"/>
                </a:lnTo>
                <a:lnTo>
                  <a:pt x="9393" y="9198"/>
                </a:lnTo>
                <a:lnTo>
                  <a:pt x="9198" y="9392"/>
                </a:lnTo>
                <a:lnTo>
                  <a:pt x="9028" y="9611"/>
                </a:lnTo>
                <a:lnTo>
                  <a:pt x="8906" y="9855"/>
                </a:lnTo>
                <a:lnTo>
                  <a:pt x="8784" y="10122"/>
                </a:lnTo>
                <a:lnTo>
                  <a:pt x="8711" y="10366"/>
                </a:lnTo>
                <a:lnTo>
                  <a:pt x="8663" y="10633"/>
                </a:lnTo>
                <a:lnTo>
                  <a:pt x="8638" y="10925"/>
                </a:lnTo>
                <a:lnTo>
                  <a:pt x="8663" y="11193"/>
                </a:lnTo>
                <a:lnTo>
                  <a:pt x="8736" y="11461"/>
                </a:lnTo>
                <a:lnTo>
                  <a:pt x="8833" y="11680"/>
                </a:lnTo>
                <a:lnTo>
                  <a:pt x="8955" y="11874"/>
                </a:lnTo>
                <a:lnTo>
                  <a:pt x="9101" y="12045"/>
                </a:lnTo>
                <a:lnTo>
                  <a:pt x="9295" y="12191"/>
                </a:lnTo>
                <a:lnTo>
                  <a:pt x="9514" y="12312"/>
                </a:lnTo>
                <a:lnTo>
                  <a:pt x="9733" y="12409"/>
                </a:lnTo>
                <a:lnTo>
                  <a:pt x="10001" y="12507"/>
                </a:lnTo>
                <a:lnTo>
                  <a:pt x="10220" y="12580"/>
                </a:lnTo>
                <a:lnTo>
                  <a:pt x="10463" y="12677"/>
                </a:lnTo>
                <a:lnTo>
                  <a:pt x="10658" y="12799"/>
                </a:lnTo>
                <a:lnTo>
                  <a:pt x="10731" y="12872"/>
                </a:lnTo>
                <a:lnTo>
                  <a:pt x="10804" y="12969"/>
                </a:lnTo>
                <a:lnTo>
                  <a:pt x="10780" y="12969"/>
                </a:lnTo>
                <a:lnTo>
                  <a:pt x="10536" y="12920"/>
                </a:lnTo>
                <a:lnTo>
                  <a:pt x="10317" y="12872"/>
                </a:lnTo>
                <a:lnTo>
                  <a:pt x="10098" y="12847"/>
                </a:lnTo>
                <a:lnTo>
                  <a:pt x="9855" y="12847"/>
                </a:lnTo>
                <a:lnTo>
                  <a:pt x="9831" y="12872"/>
                </a:lnTo>
                <a:lnTo>
                  <a:pt x="9831" y="12896"/>
                </a:lnTo>
                <a:lnTo>
                  <a:pt x="9831" y="12920"/>
                </a:lnTo>
                <a:lnTo>
                  <a:pt x="9831" y="12945"/>
                </a:lnTo>
                <a:lnTo>
                  <a:pt x="10293" y="13139"/>
                </a:lnTo>
                <a:lnTo>
                  <a:pt x="10609" y="13285"/>
                </a:lnTo>
                <a:lnTo>
                  <a:pt x="10780" y="13334"/>
                </a:lnTo>
                <a:lnTo>
                  <a:pt x="10926" y="13358"/>
                </a:lnTo>
                <a:lnTo>
                  <a:pt x="10901" y="13504"/>
                </a:lnTo>
                <a:lnTo>
                  <a:pt x="10877" y="13650"/>
                </a:lnTo>
                <a:lnTo>
                  <a:pt x="10634" y="13602"/>
                </a:lnTo>
                <a:lnTo>
                  <a:pt x="10366" y="13577"/>
                </a:lnTo>
                <a:lnTo>
                  <a:pt x="10098" y="13504"/>
                </a:lnTo>
                <a:lnTo>
                  <a:pt x="9879" y="13383"/>
                </a:lnTo>
                <a:lnTo>
                  <a:pt x="9855" y="13407"/>
                </a:lnTo>
                <a:lnTo>
                  <a:pt x="9831" y="13431"/>
                </a:lnTo>
                <a:lnTo>
                  <a:pt x="10025" y="13650"/>
                </a:lnTo>
                <a:lnTo>
                  <a:pt x="10123" y="13748"/>
                </a:lnTo>
                <a:lnTo>
                  <a:pt x="10269" y="13821"/>
                </a:lnTo>
                <a:lnTo>
                  <a:pt x="10512" y="13918"/>
                </a:lnTo>
                <a:lnTo>
                  <a:pt x="10780" y="13991"/>
                </a:lnTo>
                <a:lnTo>
                  <a:pt x="10609" y="14283"/>
                </a:lnTo>
                <a:lnTo>
                  <a:pt x="9952" y="14113"/>
                </a:lnTo>
                <a:lnTo>
                  <a:pt x="9490" y="13967"/>
                </a:lnTo>
                <a:lnTo>
                  <a:pt x="9271" y="13894"/>
                </a:lnTo>
                <a:lnTo>
                  <a:pt x="9028" y="13845"/>
                </a:lnTo>
                <a:lnTo>
                  <a:pt x="9003" y="13869"/>
                </a:lnTo>
                <a:lnTo>
                  <a:pt x="8979" y="13869"/>
                </a:lnTo>
                <a:lnTo>
                  <a:pt x="8955" y="13918"/>
                </a:lnTo>
                <a:lnTo>
                  <a:pt x="8979" y="13942"/>
                </a:lnTo>
                <a:lnTo>
                  <a:pt x="9271" y="14137"/>
                </a:lnTo>
                <a:lnTo>
                  <a:pt x="9587" y="14356"/>
                </a:lnTo>
                <a:lnTo>
                  <a:pt x="9952" y="14526"/>
                </a:lnTo>
                <a:lnTo>
                  <a:pt x="10147" y="14599"/>
                </a:lnTo>
                <a:lnTo>
                  <a:pt x="10317" y="14648"/>
                </a:lnTo>
                <a:lnTo>
                  <a:pt x="10074" y="14916"/>
                </a:lnTo>
                <a:lnTo>
                  <a:pt x="9855" y="14867"/>
                </a:lnTo>
                <a:lnTo>
                  <a:pt x="9685" y="14867"/>
                </a:lnTo>
                <a:lnTo>
                  <a:pt x="9393" y="14818"/>
                </a:lnTo>
                <a:lnTo>
                  <a:pt x="9101" y="14721"/>
                </a:lnTo>
                <a:lnTo>
                  <a:pt x="8809" y="14599"/>
                </a:lnTo>
                <a:lnTo>
                  <a:pt x="8541" y="14429"/>
                </a:lnTo>
                <a:lnTo>
                  <a:pt x="8517" y="14429"/>
                </a:lnTo>
                <a:lnTo>
                  <a:pt x="8517" y="14453"/>
                </a:lnTo>
                <a:lnTo>
                  <a:pt x="8565" y="14624"/>
                </a:lnTo>
                <a:lnTo>
                  <a:pt x="8687" y="14770"/>
                </a:lnTo>
                <a:lnTo>
                  <a:pt x="8809" y="14891"/>
                </a:lnTo>
                <a:lnTo>
                  <a:pt x="8955" y="14989"/>
                </a:lnTo>
                <a:lnTo>
                  <a:pt x="9125" y="15086"/>
                </a:lnTo>
                <a:lnTo>
                  <a:pt x="9295" y="15159"/>
                </a:lnTo>
                <a:lnTo>
                  <a:pt x="9490" y="15208"/>
                </a:lnTo>
                <a:lnTo>
                  <a:pt x="9660" y="15232"/>
                </a:lnTo>
                <a:lnTo>
                  <a:pt x="9320" y="15500"/>
                </a:lnTo>
                <a:lnTo>
                  <a:pt x="9271" y="15451"/>
                </a:lnTo>
                <a:lnTo>
                  <a:pt x="9125" y="15354"/>
                </a:lnTo>
                <a:lnTo>
                  <a:pt x="8955" y="15281"/>
                </a:lnTo>
                <a:lnTo>
                  <a:pt x="8590" y="15135"/>
                </a:lnTo>
                <a:lnTo>
                  <a:pt x="8298" y="14989"/>
                </a:lnTo>
                <a:lnTo>
                  <a:pt x="8152" y="14940"/>
                </a:lnTo>
                <a:lnTo>
                  <a:pt x="8030" y="14867"/>
                </a:lnTo>
                <a:lnTo>
                  <a:pt x="8006" y="14867"/>
                </a:lnTo>
                <a:lnTo>
                  <a:pt x="7981" y="14891"/>
                </a:lnTo>
                <a:lnTo>
                  <a:pt x="7957" y="14989"/>
                </a:lnTo>
                <a:lnTo>
                  <a:pt x="7981" y="15062"/>
                </a:lnTo>
                <a:lnTo>
                  <a:pt x="8006" y="15135"/>
                </a:lnTo>
                <a:lnTo>
                  <a:pt x="8054" y="15208"/>
                </a:lnTo>
                <a:lnTo>
                  <a:pt x="8152" y="15329"/>
                </a:lnTo>
                <a:lnTo>
                  <a:pt x="8298" y="15427"/>
                </a:lnTo>
                <a:lnTo>
                  <a:pt x="8590" y="15597"/>
                </a:lnTo>
                <a:lnTo>
                  <a:pt x="8930" y="15767"/>
                </a:lnTo>
                <a:lnTo>
                  <a:pt x="8614" y="15986"/>
                </a:lnTo>
                <a:lnTo>
                  <a:pt x="8322" y="15792"/>
                </a:lnTo>
                <a:lnTo>
                  <a:pt x="8054" y="15597"/>
                </a:lnTo>
                <a:lnTo>
                  <a:pt x="7762" y="15402"/>
                </a:lnTo>
                <a:lnTo>
                  <a:pt x="7470" y="15183"/>
                </a:lnTo>
                <a:lnTo>
                  <a:pt x="7203" y="14916"/>
                </a:lnTo>
                <a:lnTo>
                  <a:pt x="6935" y="14599"/>
                </a:lnTo>
                <a:lnTo>
                  <a:pt x="6667" y="14307"/>
                </a:lnTo>
                <a:lnTo>
                  <a:pt x="6375" y="14040"/>
                </a:lnTo>
                <a:lnTo>
                  <a:pt x="6229" y="13942"/>
                </a:lnTo>
                <a:lnTo>
                  <a:pt x="6083" y="13845"/>
                </a:lnTo>
                <a:lnTo>
                  <a:pt x="5937" y="13772"/>
                </a:lnTo>
                <a:lnTo>
                  <a:pt x="5767" y="13699"/>
                </a:lnTo>
                <a:lnTo>
                  <a:pt x="5597" y="13650"/>
                </a:lnTo>
                <a:lnTo>
                  <a:pt x="5427" y="13626"/>
                </a:lnTo>
                <a:lnTo>
                  <a:pt x="5256" y="13626"/>
                </a:lnTo>
                <a:lnTo>
                  <a:pt x="5086" y="13650"/>
                </a:lnTo>
                <a:lnTo>
                  <a:pt x="4916" y="13529"/>
                </a:lnTo>
                <a:lnTo>
                  <a:pt x="4843" y="13456"/>
                </a:lnTo>
                <a:lnTo>
                  <a:pt x="4745" y="13383"/>
                </a:lnTo>
                <a:lnTo>
                  <a:pt x="4697" y="13407"/>
                </a:lnTo>
                <a:lnTo>
                  <a:pt x="4672" y="13456"/>
                </a:lnTo>
                <a:lnTo>
                  <a:pt x="4697" y="13529"/>
                </a:lnTo>
                <a:lnTo>
                  <a:pt x="4721" y="13602"/>
                </a:lnTo>
                <a:lnTo>
                  <a:pt x="4843" y="13772"/>
                </a:lnTo>
                <a:lnTo>
                  <a:pt x="4818" y="13772"/>
                </a:lnTo>
                <a:lnTo>
                  <a:pt x="4697" y="13869"/>
                </a:lnTo>
                <a:lnTo>
                  <a:pt x="4502" y="13748"/>
                </a:lnTo>
                <a:lnTo>
                  <a:pt x="4380" y="13723"/>
                </a:lnTo>
                <a:lnTo>
                  <a:pt x="4283" y="13699"/>
                </a:lnTo>
                <a:lnTo>
                  <a:pt x="4259" y="13723"/>
                </a:lnTo>
                <a:lnTo>
                  <a:pt x="4259" y="13748"/>
                </a:lnTo>
                <a:lnTo>
                  <a:pt x="4356" y="13918"/>
                </a:lnTo>
                <a:lnTo>
                  <a:pt x="4478" y="14088"/>
                </a:lnTo>
                <a:lnTo>
                  <a:pt x="4356" y="14234"/>
                </a:lnTo>
                <a:lnTo>
                  <a:pt x="4259" y="14405"/>
                </a:lnTo>
                <a:lnTo>
                  <a:pt x="4161" y="14307"/>
                </a:lnTo>
                <a:lnTo>
                  <a:pt x="4064" y="14186"/>
                </a:lnTo>
                <a:lnTo>
                  <a:pt x="3918" y="13942"/>
                </a:lnTo>
                <a:lnTo>
                  <a:pt x="3894" y="13942"/>
                </a:lnTo>
                <a:lnTo>
                  <a:pt x="3869" y="13967"/>
                </a:lnTo>
                <a:lnTo>
                  <a:pt x="3869" y="14186"/>
                </a:lnTo>
                <a:lnTo>
                  <a:pt x="3894" y="14380"/>
                </a:lnTo>
                <a:lnTo>
                  <a:pt x="3967" y="14575"/>
                </a:lnTo>
                <a:lnTo>
                  <a:pt x="4015" y="14648"/>
                </a:lnTo>
                <a:lnTo>
                  <a:pt x="4088" y="14721"/>
                </a:lnTo>
                <a:lnTo>
                  <a:pt x="3821" y="15329"/>
                </a:lnTo>
                <a:lnTo>
                  <a:pt x="3772" y="15281"/>
                </a:lnTo>
                <a:lnTo>
                  <a:pt x="3699" y="15110"/>
                </a:lnTo>
                <a:lnTo>
                  <a:pt x="3650" y="14916"/>
                </a:lnTo>
                <a:lnTo>
                  <a:pt x="3602" y="14794"/>
                </a:lnTo>
                <a:lnTo>
                  <a:pt x="3553" y="14672"/>
                </a:lnTo>
                <a:lnTo>
                  <a:pt x="3456" y="14551"/>
                </a:lnTo>
                <a:lnTo>
                  <a:pt x="3407" y="14526"/>
                </a:lnTo>
                <a:lnTo>
                  <a:pt x="3358" y="14478"/>
                </a:lnTo>
                <a:lnTo>
                  <a:pt x="3334" y="14502"/>
                </a:lnTo>
                <a:lnTo>
                  <a:pt x="3310" y="14526"/>
                </a:lnTo>
                <a:lnTo>
                  <a:pt x="3285" y="14794"/>
                </a:lnTo>
                <a:lnTo>
                  <a:pt x="3310" y="15013"/>
                </a:lnTo>
                <a:lnTo>
                  <a:pt x="3334" y="15208"/>
                </a:lnTo>
                <a:lnTo>
                  <a:pt x="3358" y="15354"/>
                </a:lnTo>
                <a:lnTo>
                  <a:pt x="3431" y="15475"/>
                </a:lnTo>
                <a:lnTo>
                  <a:pt x="3504" y="15597"/>
                </a:lnTo>
                <a:lnTo>
                  <a:pt x="3626" y="15694"/>
                </a:lnTo>
                <a:lnTo>
                  <a:pt x="3480" y="15865"/>
                </a:lnTo>
                <a:lnTo>
                  <a:pt x="3334" y="16035"/>
                </a:lnTo>
                <a:lnTo>
                  <a:pt x="3358" y="15986"/>
                </a:lnTo>
                <a:lnTo>
                  <a:pt x="3358" y="15913"/>
                </a:lnTo>
                <a:lnTo>
                  <a:pt x="3358" y="15865"/>
                </a:lnTo>
                <a:lnTo>
                  <a:pt x="3334" y="15816"/>
                </a:lnTo>
                <a:lnTo>
                  <a:pt x="3188" y="15621"/>
                </a:lnTo>
                <a:lnTo>
                  <a:pt x="3091" y="15402"/>
                </a:lnTo>
                <a:lnTo>
                  <a:pt x="2920" y="14940"/>
                </a:lnTo>
                <a:lnTo>
                  <a:pt x="2896" y="14916"/>
                </a:lnTo>
                <a:lnTo>
                  <a:pt x="2872" y="14916"/>
                </a:lnTo>
                <a:lnTo>
                  <a:pt x="2847" y="14940"/>
                </a:lnTo>
                <a:lnTo>
                  <a:pt x="2823" y="15232"/>
                </a:lnTo>
                <a:lnTo>
                  <a:pt x="2823" y="15378"/>
                </a:lnTo>
                <a:lnTo>
                  <a:pt x="2823" y="15524"/>
                </a:lnTo>
                <a:lnTo>
                  <a:pt x="2872" y="15670"/>
                </a:lnTo>
                <a:lnTo>
                  <a:pt x="2896" y="15792"/>
                </a:lnTo>
                <a:lnTo>
                  <a:pt x="2969" y="15938"/>
                </a:lnTo>
                <a:lnTo>
                  <a:pt x="3066" y="16059"/>
                </a:lnTo>
                <a:lnTo>
                  <a:pt x="3164" y="16108"/>
                </a:lnTo>
                <a:lnTo>
                  <a:pt x="3237" y="16108"/>
                </a:lnTo>
                <a:lnTo>
                  <a:pt x="3115" y="16181"/>
                </a:lnTo>
                <a:lnTo>
                  <a:pt x="2993" y="16230"/>
                </a:lnTo>
                <a:lnTo>
                  <a:pt x="2872" y="16254"/>
                </a:lnTo>
                <a:lnTo>
                  <a:pt x="2726" y="16278"/>
                </a:lnTo>
                <a:lnTo>
                  <a:pt x="2774" y="16181"/>
                </a:lnTo>
                <a:lnTo>
                  <a:pt x="2750" y="16132"/>
                </a:lnTo>
                <a:lnTo>
                  <a:pt x="2750" y="16084"/>
                </a:lnTo>
                <a:lnTo>
                  <a:pt x="2555" y="15646"/>
                </a:lnTo>
                <a:lnTo>
                  <a:pt x="2458" y="15427"/>
                </a:lnTo>
                <a:lnTo>
                  <a:pt x="2336" y="15232"/>
                </a:lnTo>
                <a:lnTo>
                  <a:pt x="2312" y="15208"/>
                </a:lnTo>
                <a:lnTo>
                  <a:pt x="2263" y="15232"/>
                </a:lnTo>
                <a:lnTo>
                  <a:pt x="2190" y="15354"/>
                </a:lnTo>
                <a:lnTo>
                  <a:pt x="2166" y="15500"/>
                </a:lnTo>
                <a:lnTo>
                  <a:pt x="2166" y="15621"/>
                </a:lnTo>
                <a:lnTo>
                  <a:pt x="2190" y="15767"/>
                </a:lnTo>
                <a:lnTo>
                  <a:pt x="2263" y="16035"/>
                </a:lnTo>
                <a:lnTo>
                  <a:pt x="2385" y="16278"/>
                </a:lnTo>
                <a:lnTo>
                  <a:pt x="2166" y="16230"/>
                </a:lnTo>
                <a:lnTo>
                  <a:pt x="1971" y="16132"/>
                </a:lnTo>
                <a:lnTo>
                  <a:pt x="1971" y="16059"/>
                </a:lnTo>
                <a:lnTo>
                  <a:pt x="1874" y="15573"/>
                </a:lnTo>
                <a:lnTo>
                  <a:pt x="1850" y="15475"/>
                </a:lnTo>
                <a:lnTo>
                  <a:pt x="1777" y="15402"/>
                </a:lnTo>
                <a:lnTo>
                  <a:pt x="1704" y="15329"/>
                </a:lnTo>
                <a:lnTo>
                  <a:pt x="1606" y="15305"/>
                </a:lnTo>
                <a:lnTo>
                  <a:pt x="1558" y="15305"/>
                </a:lnTo>
                <a:lnTo>
                  <a:pt x="1533" y="15354"/>
                </a:lnTo>
                <a:lnTo>
                  <a:pt x="1509" y="15451"/>
                </a:lnTo>
                <a:lnTo>
                  <a:pt x="1485" y="15548"/>
                </a:lnTo>
                <a:lnTo>
                  <a:pt x="1509" y="15767"/>
                </a:lnTo>
                <a:lnTo>
                  <a:pt x="1509" y="15792"/>
                </a:lnTo>
                <a:lnTo>
                  <a:pt x="1387" y="15646"/>
                </a:lnTo>
                <a:lnTo>
                  <a:pt x="1266" y="15500"/>
                </a:lnTo>
                <a:lnTo>
                  <a:pt x="1144" y="15329"/>
                </a:lnTo>
                <a:lnTo>
                  <a:pt x="1047" y="15135"/>
                </a:lnTo>
                <a:lnTo>
                  <a:pt x="876" y="14770"/>
                </a:lnTo>
                <a:lnTo>
                  <a:pt x="779" y="14405"/>
                </a:lnTo>
                <a:lnTo>
                  <a:pt x="730" y="14234"/>
                </a:lnTo>
                <a:lnTo>
                  <a:pt x="706" y="14040"/>
                </a:lnTo>
                <a:lnTo>
                  <a:pt x="706" y="13869"/>
                </a:lnTo>
                <a:lnTo>
                  <a:pt x="730" y="13699"/>
                </a:lnTo>
                <a:lnTo>
                  <a:pt x="779" y="13529"/>
                </a:lnTo>
                <a:lnTo>
                  <a:pt x="828" y="13358"/>
                </a:lnTo>
                <a:lnTo>
                  <a:pt x="925" y="13212"/>
                </a:lnTo>
                <a:lnTo>
                  <a:pt x="1047" y="13066"/>
                </a:lnTo>
                <a:lnTo>
                  <a:pt x="1168" y="12969"/>
                </a:lnTo>
                <a:lnTo>
                  <a:pt x="1314" y="12872"/>
                </a:lnTo>
                <a:lnTo>
                  <a:pt x="1606" y="12726"/>
                </a:lnTo>
                <a:lnTo>
                  <a:pt x="1923" y="12580"/>
                </a:lnTo>
                <a:lnTo>
                  <a:pt x="2239" y="12458"/>
                </a:lnTo>
                <a:lnTo>
                  <a:pt x="2507" y="12288"/>
                </a:lnTo>
                <a:lnTo>
                  <a:pt x="2726" y="12118"/>
                </a:lnTo>
                <a:lnTo>
                  <a:pt x="2896" y="11899"/>
                </a:lnTo>
                <a:lnTo>
                  <a:pt x="2945" y="11777"/>
                </a:lnTo>
                <a:lnTo>
                  <a:pt x="2993" y="11680"/>
                </a:lnTo>
                <a:lnTo>
                  <a:pt x="3018" y="11558"/>
                </a:lnTo>
                <a:lnTo>
                  <a:pt x="3042" y="11436"/>
                </a:lnTo>
                <a:lnTo>
                  <a:pt x="3042" y="11315"/>
                </a:lnTo>
                <a:lnTo>
                  <a:pt x="3018" y="11193"/>
                </a:lnTo>
                <a:lnTo>
                  <a:pt x="2969" y="11047"/>
                </a:lnTo>
                <a:lnTo>
                  <a:pt x="2896" y="10925"/>
                </a:lnTo>
                <a:lnTo>
                  <a:pt x="2823" y="10804"/>
                </a:lnTo>
                <a:lnTo>
                  <a:pt x="2701" y="10682"/>
                </a:lnTo>
                <a:lnTo>
                  <a:pt x="2361" y="10341"/>
                </a:lnTo>
                <a:lnTo>
                  <a:pt x="1996" y="10025"/>
                </a:lnTo>
                <a:lnTo>
                  <a:pt x="1655" y="9709"/>
                </a:lnTo>
                <a:lnTo>
                  <a:pt x="1290" y="9392"/>
                </a:lnTo>
                <a:lnTo>
                  <a:pt x="1095" y="9149"/>
                </a:lnTo>
                <a:lnTo>
                  <a:pt x="901" y="8906"/>
                </a:lnTo>
                <a:lnTo>
                  <a:pt x="706" y="8662"/>
                </a:lnTo>
                <a:lnTo>
                  <a:pt x="487" y="8443"/>
                </a:lnTo>
                <a:lnTo>
                  <a:pt x="925" y="7932"/>
                </a:lnTo>
                <a:lnTo>
                  <a:pt x="1363" y="7397"/>
                </a:lnTo>
                <a:lnTo>
                  <a:pt x="1777" y="6886"/>
                </a:lnTo>
                <a:lnTo>
                  <a:pt x="2239" y="6375"/>
                </a:lnTo>
                <a:lnTo>
                  <a:pt x="2458" y="6156"/>
                </a:lnTo>
                <a:lnTo>
                  <a:pt x="2604" y="6059"/>
                </a:lnTo>
                <a:lnTo>
                  <a:pt x="2750" y="5961"/>
                </a:lnTo>
                <a:lnTo>
                  <a:pt x="2896" y="5888"/>
                </a:lnTo>
                <a:lnTo>
                  <a:pt x="3042" y="5840"/>
                </a:lnTo>
                <a:lnTo>
                  <a:pt x="3212" y="5815"/>
                </a:lnTo>
                <a:lnTo>
                  <a:pt x="3358" y="5815"/>
                </a:lnTo>
                <a:lnTo>
                  <a:pt x="3456" y="5864"/>
                </a:lnTo>
                <a:lnTo>
                  <a:pt x="3529" y="5888"/>
                </a:lnTo>
                <a:lnTo>
                  <a:pt x="3675" y="6010"/>
                </a:lnTo>
                <a:lnTo>
                  <a:pt x="3796" y="6156"/>
                </a:lnTo>
                <a:lnTo>
                  <a:pt x="3894" y="6326"/>
                </a:lnTo>
                <a:lnTo>
                  <a:pt x="4113" y="6667"/>
                </a:lnTo>
                <a:lnTo>
                  <a:pt x="4307" y="7032"/>
                </a:lnTo>
                <a:lnTo>
                  <a:pt x="4502" y="7373"/>
                </a:lnTo>
                <a:lnTo>
                  <a:pt x="4624" y="7543"/>
                </a:lnTo>
                <a:lnTo>
                  <a:pt x="4745" y="7713"/>
                </a:lnTo>
                <a:lnTo>
                  <a:pt x="4916" y="7859"/>
                </a:lnTo>
                <a:lnTo>
                  <a:pt x="5110" y="7981"/>
                </a:lnTo>
                <a:lnTo>
                  <a:pt x="5305" y="8054"/>
                </a:lnTo>
                <a:lnTo>
                  <a:pt x="5500" y="8103"/>
                </a:lnTo>
                <a:lnTo>
                  <a:pt x="5913" y="8103"/>
                </a:lnTo>
                <a:lnTo>
                  <a:pt x="6132" y="8054"/>
                </a:lnTo>
                <a:lnTo>
                  <a:pt x="6351" y="7981"/>
                </a:lnTo>
                <a:lnTo>
                  <a:pt x="6643" y="7859"/>
                </a:lnTo>
                <a:lnTo>
                  <a:pt x="6935" y="7713"/>
                </a:lnTo>
                <a:lnTo>
                  <a:pt x="7227" y="7519"/>
                </a:lnTo>
                <a:lnTo>
                  <a:pt x="7470" y="7324"/>
                </a:lnTo>
                <a:lnTo>
                  <a:pt x="7689" y="7105"/>
                </a:lnTo>
                <a:lnTo>
                  <a:pt x="7884" y="6837"/>
                </a:lnTo>
                <a:lnTo>
                  <a:pt x="8054" y="6570"/>
                </a:lnTo>
                <a:lnTo>
                  <a:pt x="8176" y="6253"/>
                </a:lnTo>
                <a:lnTo>
                  <a:pt x="8249" y="5937"/>
                </a:lnTo>
                <a:lnTo>
                  <a:pt x="8273" y="5645"/>
                </a:lnTo>
                <a:lnTo>
                  <a:pt x="8225" y="5353"/>
                </a:lnTo>
                <a:lnTo>
                  <a:pt x="8127" y="5110"/>
                </a:lnTo>
                <a:lnTo>
                  <a:pt x="7981" y="4866"/>
                </a:lnTo>
                <a:lnTo>
                  <a:pt x="7787" y="4672"/>
                </a:lnTo>
                <a:lnTo>
                  <a:pt x="7568" y="4501"/>
                </a:lnTo>
                <a:lnTo>
                  <a:pt x="7276" y="4355"/>
                </a:lnTo>
                <a:lnTo>
                  <a:pt x="7008" y="4234"/>
                </a:lnTo>
                <a:lnTo>
                  <a:pt x="6716" y="4137"/>
                </a:lnTo>
                <a:lnTo>
                  <a:pt x="6424" y="4039"/>
                </a:lnTo>
                <a:lnTo>
                  <a:pt x="6156" y="3918"/>
                </a:lnTo>
                <a:lnTo>
                  <a:pt x="6059" y="3845"/>
                </a:lnTo>
                <a:lnTo>
                  <a:pt x="5986" y="3772"/>
                </a:lnTo>
                <a:lnTo>
                  <a:pt x="5913" y="3699"/>
                </a:lnTo>
                <a:lnTo>
                  <a:pt x="5864" y="3626"/>
                </a:lnTo>
                <a:lnTo>
                  <a:pt x="5816" y="3455"/>
                </a:lnTo>
                <a:lnTo>
                  <a:pt x="5791" y="3261"/>
                </a:lnTo>
                <a:lnTo>
                  <a:pt x="5816" y="3066"/>
                </a:lnTo>
                <a:lnTo>
                  <a:pt x="5864" y="2896"/>
                </a:lnTo>
                <a:lnTo>
                  <a:pt x="5962" y="2701"/>
                </a:lnTo>
                <a:lnTo>
                  <a:pt x="6059" y="2531"/>
                </a:lnTo>
                <a:lnTo>
                  <a:pt x="6302" y="2214"/>
                </a:lnTo>
                <a:lnTo>
                  <a:pt x="6594" y="1898"/>
                </a:lnTo>
                <a:lnTo>
                  <a:pt x="6911" y="1630"/>
                </a:lnTo>
                <a:lnTo>
                  <a:pt x="7227" y="1363"/>
                </a:lnTo>
                <a:lnTo>
                  <a:pt x="7592" y="1119"/>
                </a:lnTo>
                <a:lnTo>
                  <a:pt x="7957" y="900"/>
                </a:lnTo>
                <a:lnTo>
                  <a:pt x="8322" y="706"/>
                </a:lnTo>
                <a:lnTo>
                  <a:pt x="8687" y="511"/>
                </a:lnTo>
                <a:close/>
                <a:moveTo>
                  <a:pt x="8590" y="0"/>
                </a:moveTo>
                <a:lnTo>
                  <a:pt x="8541" y="24"/>
                </a:lnTo>
                <a:lnTo>
                  <a:pt x="8176" y="219"/>
                </a:lnTo>
                <a:lnTo>
                  <a:pt x="7811" y="414"/>
                </a:lnTo>
                <a:lnTo>
                  <a:pt x="7470" y="608"/>
                </a:lnTo>
                <a:lnTo>
                  <a:pt x="7130" y="827"/>
                </a:lnTo>
                <a:lnTo>
                  <a:pt x="6813" y="1071"/>
                </a:lnTo>
                <a:lnTo>
                  <a:pt x="6497" y="1314"/>
                </a:lnTo>
                <a:lnTo>
                  <a:pt x="6205" y="1606"/>
                </a:lnTo>
                <a:lnTo>
                  <a:pt x="5913" y="1874"/>
                </a:lnTo>
                <a:lnTo>
                  <a:pt x="5694" y="2117"/>
                </a:lnTo>
                <a:lnTo>
                  <a:pt x="5524" y="2360"/>
                </a:lnTo>
                <a:lnTo>
                  <a:pt x="5378" y="2628"/>
                </a:lnTo>
                <a:lnTo>
                  <a:pt x="5281" y="2920"/>
                </a:lnTo>
                <a:lnTo>
                  <a:pt x="5256" y="3066"/>
                </a:lnTo>
                <a:lnTo>
                  <a:pt x="5232" y="3212"/>
                </a:lnTo>
                <a:lnTo>
                  <a:pt x="5232" y="3382"/>
                </a:lnTo>
                <a:lnTo>
                  <a:pt x="5256" y="3528"/>
                </a:lnTo>
                <a:lnTo>
                  <a:pt x="5281" y="3650"/>
                </a:lnTo>
                <a:lnTo>
                  <a:pt x="5354" y="3796"/>
                </a:lnTo>
                <a:lnTo>
                  <a:pt x="5427" y="3942"/>
                </a:lnTo>
                <a:lnTo>
                  <a:pt x="5524" y="4064"/>
                </a:lnTo>
                <a:lnTo>
                  <a:pt x="5645" y="4185"/>
                </a:lnTo>
                <a:lnTo>
                  <a:pt x="5767" y="4283"/>
                </a:lnTo>
                <a:lnTo>
                  <a:pt x="6035" y="4428"/>
                </a:lnTo>
                <a:lnTo>
                  <a:pt x="6327" y="4550"/>
                </a:lnTo>
                <a:lnTo>
                  <a:pt x="6643" y="4647"/>
                </a:lnTo>
                <a:lnTo>
                  <a:pt x="6935" y="4745"/>
                </a:lnTo>
                <a:lnTo>
                  <a:pt x="7203" y="4891"/>
                </a:lnTo>
                <a:lnTo>
                  <a:pt x="7349" y="4964"/>
                </a:lnTo>
                <a:lnTo>
                  <a:pt x="7446" y="5061"/>
                </a:lnTo>
                <a:lnTo>
                  <a:pt x="7543" y="5158"/>
                </a:lnTo>
                <a:lnTo>
                  <a:pt x="7641" y="5280"/>
                </a:lnTo>
                <a:lnTo>
                  <a:pt x="7689" y="5377"/>
                </a:lnTo>
                <a:lnTo>
                  <a:pt x="7714" y="5475"/>
                </a:lnTo>
                <a:lnTo>
                  <a:pt x="7738" y="5669"/>
                </a:lnTo>
                <a:lnTo>
                  <a:pt x="7714" y="5864"/>
                </a:lnTo>
                <a:lnTo>
                  <a:pt x="7665" y="6083"/>
                </a:lnTo>
                <a:lnTo>
                  <a:pt x="7592" y="6278"/>
                </a:lnTo>
                <a:lnTo>
                  <a:pt x="7495" y="6472"/>
                </a:lnTo>
                <a:lnTo>
                  <a:pt x="7373" y="6643"/>
                </a:lnTo>
                <a:lnTo>
                  <a:pt x="7251" y="6789"/>
                </a:lnTo>
                <a:lnTo>
                  <a:pt x="7105" y="6910"/>
                </a:lnTo>
                <a:lnTo>
                  <a:pt x="6959" y="7056"/>
                </a:lnTo>
                <a:lnTo>
                  <a:pt x="6789" y="7154"/>
                </a:lnTo>
                <a:lnTo>
                  <a:pt x="6619" y="7275"/>
                </a:lnTo>
                <a:lnTo>
                  <a:pt x="6254" y="7446"/>
                </a:lnTo>
                <a:lnTo>
                  <a:pt x="5864" y="7567"/>
                </a:lnTo>
                <a:lnTo>
                  <a:pt x="5767" y="7592"/>
                </a:lnTo>
                <a:lnTo>
                  <a:pt x="5645" y="7592"/>
                </a:lnTo>
                <a:lnTo>
                  <a:pt x="5548" y="7567"/>
                </a:lnTo>
                <a:lnTo>
                  <a:pt x="5451" y="7543"/>
                </a:lnTo>
                <a:lnTo>
                  <a:pt x="5281" y="7446"/>
                </a:lnTo>
                <a:lnTo>
                  <a:pt x="5135" y="7300"/>
                </a:lnTo>
                <a:lnTo>
                  <a:pt x="4989" y="7154"/>
                </a:lnTo>
                <a:lnTo>
                  <a:pt x="4891" y="6959"/>
                </a:lnTo>
                <a:lnTo>
                  <a:pt x="4672" y="6594"/>
                </a:lnTo>
                <a:lnTo>
                  <a:pt x="4502" y="6253"/>
                </a:lnTo>
                <a:lnTo>
                  <a:pt x="4283" y="5888"/>
                </a:lnTo>
                <a:lnTo>
                  <a:pt x="4161" y="5742"/>
                </a:lnTo>
                <a:lnTo>
                  <a:pt x="4040" y="5596"/>
                </a:lnTo>
                <a:lnTo>
                  <a:pt x="3869" y="5475"/>
                </a:lnTo>
                <a:lnTo>
                  <a:pt x="3699" y="5377"/>
                </a:lnTo>
                <a:lnTo>
                  <a:pt x="3577" y="5304"/>
                </a:lnTo>
                <a:lnTo>
                  <a:pt x="3456" y="5280"/>
                </a:lnTo>
                <a:lnTo>
                  <a:pt x="3334" y="5256"/>
                </a:lnTo>
                <a:lnTo>
                  <a:pt x="3188" y="5256"/>
                </a:lnTo>
                <a:lnTo>
                  <a:pt x="2945" y="5304"/>
                </a:lnTo>
                <a:lnTo>
                  <a:pt x="2701" y="5377"/>
                </a:lnTo>
                <a:lnTo>
                  <a:pt x="2458" y="5499"/>
                </a:lnTo>
                <a:lnTo>
                  <a:pt x="2239" y="5645"/>
                </a:lnTo>
                <a:lnTo>
                  <a:pt x="2044" y="5815"/>
                </a:lnTo>
                <a:lnTo>
                  <a:pt x="1850" y="5986"/>
                </a:lnTo>
                <a:lnTo>
                  <a:pt x="1606" y="6229"/>
                </a:lnTo>
                <a:lnTo>
                  <a:pt x="1387" y="6521"/>
                </a:lnTo>
                <a:lnTo>
                  <a:pt x="998" y="7081"/>
                </a:lnTo>
                <a:lnTo>
                  <a:pt x="730" y="7397"/>
                </a:lnTo>
                <a:lnTo>
                  <a:pt x="487" y="7713"/>
                </a:lnTo>
                <a:lnTo>
                  <a:pt x="244" y="8030"/>
                </a:lnTo>
                <a:lnTo>
                  <a:pt x="25" y="8395"/>
                </a:lnTo>
                <a:lnTo>
                  <a:pt x="0" y="8492"/>
                </a:lnTo>
                <a:lnTo>
                  <a:pt x="25" y="8565"/>
                </a:lnTo>
                <a:lnTo>
                  <a:pt x="98" y="8638"/>
                </a:lnTo>
                <a:lnTo>
                  <a:pt x="171" y="8662"/>
                </a:lnTo>
                <a:lnTo>
                  <a:pt x="341" y="8906"/>
                </a:lnTo>
                <a:lnTo>
                  <a:pt x="487" y="9149"/>
                </a:lnTo>
                <a:lnTo>
                  <a:pt x="730" y="9441"/>
                </a:lnTo>
                <a:lnTo>
                  <a:pt x="974" y="9709"/>
                </a:lnTo>
                <a:lnTo>
                  <a:pt x="1290" y="10049"/>
                </a:lnTo>
                <a:lnTo>
                  <a:pt x="1655" y="10390"/>
                </a:lnTo>
                <a:lnTo>
                  <a:pt x="2361" y="10998"/>
                </a:lnTo>
                <a:lnTo>
                  <a:pt x="2458" y="11120"/>
                </a:lnTo>
                <a:lnTo>
                  <a:pt x="2531" y="11217"/>
                </a:lnTo>
                <a:lnTo>
                  <a:pt x="2580" y="11290"/>
                </a:lnTo>
                <a:lnTo>
                  <a:pt x="2580" y="11388"/>
                </a:lnTo>
                <a:lnTo>
                  <a:pt x="2580" y="11485"/>
                </a:lnTo>
                <a:lnTo>
                  <a:pt x="2531" y="11582"/>
                </a:lnTo>
                <a:lnTo>
                  <a:pt x="2482" y="11655"/>
                </a:lnTo>
                <a:lnTo>
                  <a:pt x="2409" y="11728"/>
                </a:lnTo>
                <a:lnTo>
                  <a:pt x="2239" y="11874"/>
                </a:lnTo>
                <a:lnTo>
                  <a:pt x="2044" y="11996"/>
                </a:lnTo>
                <a:lnTo>
                  <a:pt x="1655" y="12191"/>
                </a:lnTo>
                <a:lnTo>
                  <a:pt x="1387" y="12312"/>
                </a:lnTo>
                <a:lnTo>
                  <a:pt x="1095" y="12458"/>
                </a:lnTo>
                <a:lnTo>
                  <a:pt x="852" y="12604"/>
                </a:lnTo>
                <a:lnTo>
                  <a:pt x="609" y="12799"/>
                </a:lnTo>
                <a:lnTo>
                  <a:pt x="511" y="12920"/>
                </a:lnTo>
                <a:lnTo>
                  <a:pt x="438" y="13042"/>
                </a:lnTo>
                <a:lnTo>
                  <a:pt x="365" y="13164"/>
                </a:lnTo>
                <a:lnTo>
                  <a:pt x="317" y="13285"/>
                </a:lnTo>
                <a:lnTo>
                  <a:pt x="244" y="13577"/>
                </a:lnTo>
                <a:lnTo>
                  <a:pt x="219" y="13869"/>
                </a:lnTo>
                <a:lnTo>
                  <a:pt x="244" y="14161"/>
                </a:lnTo>
                <a:lnTo>
                  <a:pt x="268" y="14453"/>
                </a:lnTo>
                <a:lnTo>
                  <a:pt x="341" y="14745"/>
                </a:lnTo>
                <a:lnTo>
                  <a:pt x="438" y="15013"/>
                </a:lnTo>
                <a:lnTo>
                  <a:pt x="536" y="15281"/>
                </a:lnTo>
                <a:lnTo>
                  <a:pt x="682" y="15524"/>
                </a:lnTo>
                <a:lnTo>
                  <a:pt x="852" y="15767"/>
                </a:lnTo>
                <a:lnTo>
                  <a:pt x="1022" y="16011"/>
                </a:lnTo>
                <a:lnTo>
                  <a:pt x="1241" y="16205"/>
                </a:lnTo>
                <a:lnTo>
                  <a:pt x="1460" y="16400"/>
                </a:lnTo>
                <a:lnTo>
                  <a:pt x="1704" y="16546"/>
                </a:lnTo>
                <a:lnTo>
                  <a:pt x="1971" y="16668"/>
                </a:lnTo>
                <a:lnTo>
                  <a:pt x="2190" y="16741"/>
                </a:lnTo>
                <a:lnTo>
                  <a:pt x="2434" y="16765"/>
                </a:lnTo>
                <a:lnTo>
                  <a:pt x="2653" y="16789"/>
                </a:lnTo>
                <a:lnTo>
                  <a:pt x="2896" y="16765"/>
                </a:lnTo>
                <a:lnTo>
                  <a:pt x="3115" y="16716"/>
                </a:lnTo>
                <a:lnTo>
                  <a:pt x="3334" y="16643"/>
                </a:lnTo>
                <a:lnTo>
                  <a:pt x="3529" y="16522"/>
                </a:lnTo>
                <a:lnTo>
                  <a:pt x="3723" y="16351"/>
                </a:lnTo>
                <a:lnTo>
                  <a:pt x="3869" y="16205"/>
                </a:lnTo>
                <a:lnTo>
                  <a:pt x="3991" y="16035"/>
                </a:lnTo>
                <a:lnTo>
                  <a:pt x="4113" y="15840"/>
                </a:lnTo>
                <a:lnTo>
                  <a:pt x="4210" y="15646"/>
                </a:lnTo>
                <a:lnTo>
                  <a:pt x="4405" y="15256"/>
                </a:lnTo>
                <a:lnTo>
                  <a:pt x="4575" y="14867"/>
                </a:lnTo>
                <a:lnTo>
                  <a:pt x="4697" y="14648"/>
                </a:lnTo>
                <a:lnTo>
                  <a:pt x="4818" y="14478"/>
                </a:lnTo>
                <a:lnTo>
                  <a:pt x="4940" y="14332"/>
                </a:lnTo>
                <a:lnTo>
                  <a:pt x="5086" y="14234"/>
                </a:lnTo>
                <a:lnTo>
                  <a:pt x="5232" y="14161"/>
                </a:lnTo>
                <a:lnTo>
                  <a:pt x="5402" y="14137"/>
                </a:lnTo>
                <a:lnTo>
                  <a:pt x="5621" y="14186"/>
                </a:lnTo>
                <a:lnTo>
                  <a:pt x="5840" y="14259"/>
                </a:lnTo>
                <a:lnTo>
                  <a:pt x="6010" y="14380"/>
                </a:lnTo>
                <a:lnTo>
                  <a:pt x="6181" y="14502"/>
                </a:lnTo>
                <a:lnTo>
                  <a:pt x="6327" y="14648"/>
                </a:lnTo>
                <a:lnTo>
                  <a:pt x="6473" y="14818"/>
                </a:lnTo>
                <a:lnTo>
                  <a:pt x="6740" y="15135"/>
                </a:lnTo>
                <a:lnTo>
                  <a:pt x="7032" y="15451"/>
                </a:lnTo>
                <a:lnTo>
                  <a:pt x="7154" y="15597"/>
                </a:lnTo>
                <a:lnTo>
                  <a:pt x="7324" y="15719"/>
                </a:lnTo>
                <a:lnTo>
                  <a:pt x="7641" y="15938"/>
                </a:lnTo>
                <a:lnTo>
                  <a:pt x="7957" y="16157"/>
                </a:lnTo>
                <a:lnTo>
                  <a:pt x="8273" y="16400"/>
                </a:lnTo>
                <a:lnTo>
                  <a:pt x="8298" y="16473"/>
                </a:lnTo>
                <a:lnTo>
                  <a:pt x="8346" y="16522"/>
                </a:lnTo>
                <a:lnTo>
                  <a:pt x="8395" y="16546"/>
                </a:lnTo>
                <a:lnTo>
                  <a:pt x="8468" y="16546"/>
                </a:lnTo>
                <a:lnTo>
                  <a:pt x="8784" y="16424"/>
                </a:lnTo>
                <a:lnTo>
                  <a:pt x="9052" y="16254"/>
                </a:lnTo>
                <a:lnTo>
                  <a:pt x="9587" y="15889"/>
                </a:lnTo>
                <a:lnTo>
                  <a:pt x="9879" y="15670"/>
                </a:lnTo>
                <a:lnTo>
                  <a:pt x="10147" y="15475"/>
                </a:lnTo>
                <a:lnTo>
                  <a:pt x="10390" y="15256"/>
                </a:lnTo>
                <a:lnTo>
                  <a:pt x="10634" y="15013"/>
                </a:lnTo>
                <a:lnTo>
                  <a:pt x="10828" y="14794"/>
                </a:lnTo>
                <a:lnTo>
                  <a:pt x="10999" y="14575"/>
                </a:lnTo>
                <a:lnTo>
                  <a:pt x="11145" y="14332"/>
                </a:lnTo>
                <a:lnTo>
                  <a:pt x="11242" y="14088"/>
                </a:lnTo>
                <a:lnTo>
                  <a:pt x="11339" y="13821"/>
                </a:lnTo>
                <a:lnTo>
                  <a:pt x="11388" y="13553"/>
                </a:lnTo>
                <a:lnTo>
                  <a:pt x="11388" y="13261"/>
                </a:lnTo>
                <a:lnTo>
                  <a:pt x="11339" y="12993"/>
                </a:lnTo>
                <a:lnTo>
                  <a:pt x="11315" y="12847"/>
                </a:lnTo>
                <a:lnTo>
                  <a:pt x="11242" y="12726"/>
                </a:lnTo>
                <a:lnTo>
                  <a:pt x="11169" y="12628"/>
                </a:lnTo>
                <a:lnTo>
                  <a:pt x="11096" y="12531"/>
                </a:lnTo>
                <a:lnTo>
                  <a:pt x="10877" y="12361"/>
                </a:lnTo>
                <a:lnTo>
                  <a:pt x="10658" y="12239"/>
                </a:lnTo>
                <a:lnTo>
                  <a:pt x="10390" y="12118"/>
                </a:lnTo>
                <a:lnTo>
                  <a:pt x="10147" y="12045"/>
                </a:lnTo>
                <a:lnTo>
                  <a:pt x="9879" y="11947"/>
                </a:lnTo>
                <a:lnTo>
                  <a:pt x="9636" y="11850"/>
                </a:lnTo>
                <a:lnTo>
                  <a:pt x="9466" y="11753"/>
                </a:lnTo>
                <a:lnTo>
                  <a:pt x="9320" y="11631"/>
                </a:lnTo>
                <a:lnTo>
                  <a:pt x="9222" y="11485"/>
                </a:lnTo>
                <a:lnTo>
                  <a:pt x="9149" y="11315"/>
                </a:lnTo>
                <a:lnTo>
                  <a:pt x="9125" y="11169"/>
                </a:lnTo>
                <a:lnTo>
                  <a:pt x="9101" y="10974"/>
                </a:lnTo>
                <a:lnTo>
                  <a:pt x="9125" y="10804"/>
                </a:lnTo>
                <a:lnTo>
                  <a:pt x="9149" y="10633"/>
                </a:lnTo>
                <a:lnTo>
                  <a:pt x="9198" y="10439"/>
                </a:lnTo>
                <a:lnTo>
                  <a:pt x="9271" y="10268"/>
                </a:lnTo>
                <a:lnTo>
                  <a:pt x="9466" y="9903"/>
                </a:lnTo>
                <a:lnTo>
                  <a:pt x="9685" y="9611"/>
                </a:lnTo>
                <a:lnTo>
                  <a:pt x="9928" y="9368"/>
                </a:lnTo>
                <a:lnTo>
                  <a:pt x="10074" y="9246"/>
                </a:lnTo>
                <a:lnTo>
                  <a:pt x="10244" y="9149"/>
                </a:lnTo>
                <a:lnTo>
                  <a:pt x="10415" y="9076"/>
                </a:lnTo>
                <a:lnTo>
                  <a:pt x="10609" y="9003"/>
                </a:lnTo>
                <a:lnTo>
                  <a:pt x="10804" y="8954"/>
                </a:lnTo>
                <a:lnTo>
                  <a:pt x="10999" y="8930"/>
                </a:lnTo>
                <a:lnTo>
                  <a:pt x="11193" y="8930"/>
                </a:lnTo>
                <a:lnTo>
                  <a:pt x="11388" y="8954"/>
                </a:lnTo>
                <a:lnTo>
                  <a:pt x="11583" y="8979"/>
                </a:lnTo>
                <a:lnTo>
                  <a:pt x="11729" y="9052"/>
                </a:lnTo>
                <a:lnTo>
                  <a:pt x="11875" y="9149"/>
                </a:lnTo>
                <a:lnTo>
                  <a:pt x="11996" y="9271"/>
                </a:lnTo>
                <a:lnTo>
                  <a:pt x="12118" y="9417"/>
                </a:lnTo>
                <a:lnTo>
                  <a:pt x="12215" y="9563"/>
                </a:lnTo>
                <a:lnTo>
                  <a:pt x="12361" y="9903"/>
                </a:lnTo>
                <a:lnTo>
                  <a:pt x="12580" y="10390"/>
                </a:lnTo>
                <a:lnTo>
                  <a:pt x="12702" y="10633"/>
                </a:lnTo>
                <a:lnTo>
                  <a:pt x="12824" y="10828"/>
                </a:lnTo>
                <a:lnTo>
                  <a:pt x="12994" y="11023"/>
                </a:lnTo>
                <a:lnTo>
                  <a:pt x="13189" y="11169"/>
                </a:lnTo>
                <a:lnTo>
                  <a:pt x="13310" y="11217"/>
                </a:lnTo>
                <a:lnTo>
                  <a:pt x="13432" y="11266"/>
                </a:lnTo>
                <a:lnTo>
                  <a:pt x="13554" y="11290"/>
                </a:lnTo>
                <a:lnTo>
                  <a:pt x="13724" y="11315"/>
                </a:lnTo>
                <a:lnTo>
                  <a:pt x="13870" y="11315"/>
                </a:lnTo>
                <a:lnTo>
                  <a:pt x="14016" y="11290"/>
                </a:lnTo>
                <a:lnTo>
                  <a:pt x="14186" y="11266"/>
                </a:lnTo>
                <a:lnTo>
                  <a:pt x="14332" y="11217"/>
                </a:lnTo>
                <a:lnTo>
                  <a:pt x="14600" y="11071"/>
                </a:lnTo>
                <a:lnTo>
                  <a:pt x="14867" y="10877"/>
                </a:lnTo>
                <a:lnTo>
                  <a:pt x="15111" y="10682"/>
                </a:lnTo>
                <a:lnTo>
                  <a:pt x="15330" y="10439"/>
                </a:lnTo>
                <a:lnTo>
                  <a:pt x="15549" y="10195"/>
                </a:lnTo>
                <a:lnTo>
                  <a:pt x="15719" y="9952"/>
                </a:lnTo>
                <a:lnTo>
                  <a:pt x="16352" y="9027"/>
                </a:lnTo>
                <a:lnTo>
                  <a:pt x="16473" y="8833"/>
                </a:lnTo>
                <a:lnTo>
                  <a:pt x="16619" y="8614"/>
                </a:lnTo>
                <a:lnTo>
                  <a:pt x="16692" y="8395"/>
                </a:lnTo>
                <a:lnTo>
                  <a:pt x="16717" y="8273"/>
                </a:lnTo>
                <a:lnTo>
                  <a:pt x="16717" y="8151"/>
                </a:lnTo>
                <a:lnTo>
                  <a:pt x="16717" y="8127"/>
                </a:lnTo>
                <a:lnTo>
                  <a:pt x="16717" y="8078"/>
                </a:lnTo>
                <a:lnTo>
                  <a:pt x="16717" y="8005"/>
                </a:lnTo>
                <a:lnTo>
                  <a:pt x="16692" y="7957"/>
                </a:lnTo>
                <a:lnTo>
                  <a:pt x="16644" y="7908"/>
                </a:lnTo>
                <a:lnTo>
                  <a:pt x="16327" y="7640"/>
                </a:lnTo>
                <a:lnTo>
                  <a:pt x="16011" y="7348"/>
                </a:lnTo>
                <a:lnTo>
                  <a:pt x="15451" y="6740"/>
                </a:lnTo>
                <a:lnTo>
                  <a:pt x="15232" y="6521"/>
                </a:lnTo>
                <a:lnTo>
                  <a:pt x="14989" y="6302"/>
                </a:lnTo>
                <a:lnTo>
                  <a:pt x="14527" y="5888"/>
                </a:lnTo>
                <a:lnTo>
                  <a:pt x="14381" y="5742"/>
                </a:lnTo>
                <a:lnTo>
                  <a:pt x="14283" y="5572"/>
                </a:lnTo>
                <a:lnTo>
                  <a:pt x="14210" y="5402"/>
                </a:lnTo>
                <a:lnTo>
                  <a:pt x="14162" y="5231"/>
                </a:lnTo>
                <a:lnTo>
                  <a:pt x="14162" y="5061"/>
                </a:lnTo>
                <a:lnTo>
                  <a:pt x="14186" y="4866"/>
                </a:lnTo>
                <a:lnTo>
                  <a:pt x="14259" y="4696"/>
                </a:lnTo>
                <a:lnTo>
                  <a:pt x="14381" y="4526"/>
                </a:lnTo>
                <a:lnTo>
                  <a:pt x="14478" y="4428"/>
                </a:lnTo>
                <a:lnTo>
                  <a:pt x="14600" y="4355"/>
                </a:lnTo>
                <a:lnTo>
                  <a:pt x="14746" y="4283"/>
                </a:lnTo>
                <a:lnTo>
                  <a:pt x="14892" y="4234"/>
                </a:lnTo>
                <a:lnTo>
                  <a:pt x="15476" y="4039"/>
                </a:lnTo>
                <a:lnTo>
                  <a:pt x="15719" y="3942"/>
                </a:lnTo>
                <a:lnTo>
                  <a:pt x="15938" y="3820"/>
                </a:lnTo>
                <a:lnTo>
                  <a:pt x="16108" y="3674"/>
                </a:lnTo>
                <a:lnTo>
                  <a:pt x="16230" y="3504"/>
                </a:lnTo>
                <a:lnTo>
                  <a:pt x="16352" y="3334"/>
                </a:lnTo>
                <a:lnTo>
                  <a:pt x="16425" y="3139"/>
                </a:lnTo>
                <a:lnTo>
                  <a:pt x="16473" y="2920"/>
                </a:lnTo>
                <a:lnTo>
                  <a:pt x="16498" y="2701"/>
                </a:lnTo>
                <a:lnTo>
                  <a:pt x="16522" y="2482"/>
                </a:lnTo>
                <a:lnTo>
                  <a:pt x="16498" y="2263"/>
                </a:lnTo>
                <a:lnTo>
                  <a:pt x="16449" y="2044"/>
                </a:lnTo>
                <a:lnTo>
                  <a:pt x="16376" y="1825"/>
                </a:lnTo>
                <a:lnTo>
                  <a:pt x="16303" y="1606"/>
                </a:lnTo>
                <a:lnTo>
                  <a:pt x="16206" y="1387"/>
                </a:lnTo>
                <a:lnTo>
                  <a:pt x="16084" y="1192"/>
                </a:lnTo>
                <a:lnTo>
                  <a:pt x="15938" y="998"/>
                </a:lnTo>
                <a:lnTo>
                  <a:pt x="15768" y="779"/>
                </a:lnTo>
                <a:lnTo>
                  <a:pt x="15573" y="608"/>
                </a:lnTo>
                <a:lnTo>
                  <a:pt x="15354" y="462"/>
                </a:lnTo>
                <a:lnTo>
                  <a:pt x="15111" y="341"/>
                </a:lnTo>
                <a:lnTo>
                  <a:pt x="14892" y="268"/>
                </a:lnTo>
                <a:lnTo>
                  <a:pt x="14648" y="195"/>
                </a:lnTo>
                <a:lnTo>
                  <a:pt x="14137" y="195"/>
                </a:lnTo>
                <a:lnTo>
                  <a:pt x="13894" y="219"/>
                </a:lnTo>
                <a:lnTo>
                  <a:pt x="13675" y="292"/>
                </a:lnTo>
                <a:lnTo>
                  <a:pt x="13432" y="389"/>
                </a:lnTo>
                <a:lnTo>
                  <a:pt x="13213" y="535"/>
                </a:lnTo>
                <a:lnTo>
                  <a:pt x="13018" y="681"/>
                </a:lnTo>
                <a:lnTo>
                  <a:pt x="12848" y="876"/>
                </a:lnTo>
                <a:lnTo>
                  <a:pt x="12702" y="1095"/>
                </a:lnTo>
                <a:lnTo>
                  <a:pt x="12580" y="1338"/>
                </a:lnTo>
                <a:lnTo>
                  <a:pt x="12459" y="1630"/>
                </a:lnTo>
                <a:lnTo>
                  <a:pt x="12337" y="1898"/>
                </a:lnTo>
                <a:lnTo>
                  <a:pt x="12191" y="2166"/>
                </a:lnTo>
                <a:lnTo>
                  <a:pt x="12118" y="2287"/>
                </a:lnTo>
                <a:lnTo>
                  <a:pt x="12021" y="2385"/>
                </a:lnTo>
                <a:lnTo>
                  <a:pt x="11850" y="2531"/>
                </a:lnTo>
                <a:lnTo>
                  <a:pt x="11680" y="2579"/>
                </a:lnTo>
                <a:lnTo>
                  <a:pt x="11510" y="2604"/>
                </a:lnTo>
                <a:lnTo>
                  <a:pt x="11339" y="2579"/>
                </a:lnTo>
                <a:lnTo>
                  <a:pt x="11169" y="2506"/>
                </a:lnTo>
                <a:lnTo>
                  <a:pt x="10999" y="2433"/>
                </a:lnTo>
                <a:lnTo>
                  <a:pt x="10853" y="2312"/>
                </a:lnTo>
                <a:lnTo>
                  <a:pt x="10707" y="2190"/>
                </a:lnTo>
                <a:lnTo>
                  <a:pt x="10488" y="1947"/>
                </a:lnTo>
                <a:lnTo>
                  <a:pt x="10269" y="1679"/>
                </a:lnTo>
                <a:lnTo>
                  <a:pt x="9855" y="1168"/>
                </a:lnTo>
                <a:lnTo>
                  <a:pt x="9636" y="900"/>
                </a:lnTo>
                <a:lnTo>
                  <a:pt x="9417" y="657"/>
                </a:lnTo>
                <a:lnTo>
                  <a:pt x="9174" y="414"/>
                </a:lnTo>
                <a:lnTo>
                  <a:pt x="8906" y="219"/>
                </a:lnTo>
                <a:lnTo>
                  <a:pt x="8857" y="122"/>
                </a:lnTo>
                <a:lnTo>
                  <a:pt x="8784" y="24"/>
                </a:lnTo>
                <a:lnTo>
                  <a:pt x="866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54476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159026" y="434267"/>
            <a:ext cx="8825948" cy="1120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dirty="0" smtClean="0"/>
              <a:t>12.</a:t>
            </a:r>
            <a:endParaRPr sz="3800" dirty="0"/>
          </a:p>
          <a:p>
            <a:pPr lvl="0"/>
            <a:r>
              <a:rPr lang="pt-BR" sz="4000" dirty="0" smtClean="0"/>
              <a:t>Referências</a:t>
            </a:r>
            <a:r>
              <a:rPr lang="en" sz="3800" dirty="0" smtClean="0"/>
              <a:t>:</a:t>
            </a:r>
            <a:endParaRPr sz="3800" dirty="0"/>
          </a:p>
        </p:txBody>
      </p:sp>
      <p:sp>
        <p:nvSpPr>
          <p:cNvPr id="82" name="Google Shape;82;p14"/>
          <p:cNvSpPr txBox="1">
            <a:spLocks noGrp="1"/>
          </p:cNvSpPr>
          <p:nvPr>
            <p:ph type="subTitle" idx="1"/>
          </p:nvPr>
        </p:nvSpPr>
        <p:spPr>
          <a:xfrm>
            <a:off x="159026" y="1371600"/>
            <a:ext cx="8825948" cy="35184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>
              <a:tabLst>
                <a:tab pos="536575" algn="l"/>
              </a:tabLst>
            </a:pPr>
            <a:r>
              <a:rPr lang="pt-BR" sz="1600" dirty="0"/>
              <a:t>	</a:t>
            </a:r>
            <a:endParaRPr lang="pt-BR" sz="1600" dirty="0" smtClean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 smtClean="0"/>
              <a:t>- Básica:</a:t>
            </a: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/>
              <a:t>ASCENCIO, A.F.G.; CAMPOS, E.A.V. Fundamentos da programação de computadores. 2ª ed. Pearson Prentice Hall.</a:t>
            </a:r>
          </a:p>
          <a:p>
            <a:pPr marL="0" lvl="0" indent="0" algn="just">
              <a:tabLst>
                <a:tab pos="536575" algn="l"/>
              </a:tabLst>
            </a:pP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/>
              <a:t>FORBELLONE, V.L.A.;  Lógica de Programação – A construção de Algoritmos e Estrutura de Dados. Pearson </a:t>
            </a:r>
            <a:r>
              <a:rPr lang="pt-BR" sz="1600" dirty="0" err="1"/>
              <a:t>Education</a:t>
            </a:r>
            <a:r>
              <a:rPr lang="pt-BR" sz="1600" dirty="0"/>
              <a:t>, 2000.</a:t>
            </a:r>
          </a:p>
          <a:p>
            <a:pPr marL="0" lvl="0" indent="0" algn="just">
              <a:tabLst>
                <a:tab pos="536575" algn="l"/>
              </a:tabLst>
            </a:pP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 smtClean="0"/>
              <a:t>- Complementar</a:t>
            </a:r>
            <a:r>
              <a:rPr lang="pt-BR" sz="1600" dirty="0"/>
              <a:t>:</a:t>
            </a:r>
          </a:p>
          <a:p>
            <a:pPr marL="0" lvl="0" indent="0" algn="just">
              <a:tabLst>
                <a:tab pos="536575" algn="l"/>
              </a:tabLst>
            </a:pP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/>
              <a:t>CARBONI, I.F. Lógica de programação. Thomson.</a:t>
            </a:r>
          </a:p>
          <a:p>
            <a:pPr marL="0" lvl="0" indent="0" algn="just">
              <a:tabLst>
                <a:tab pos="536575" algn="l"/>
              </a:tabLst>
            </a:pPr>
            <a:endParaRPr lang="pt-BR" sz="1600" dirty="0"/>
          </a:p>
          <a:p>
            <a:pPr marL="0" lvl="0" indent="0" algn="just">
              <a:tabLst>
                <a:tab pos="536575" algn="l"/>
              </a:tabLst>
            </a:pPr>
            <a:r>
              <a:rPr lang="pt-BR" sz="1600" dirty="0"/>
              <a:t>CORMEN, T.H. et al. Algoritmos, teoria e prática. Campus, 2002.</a:t>
            </a:r>
          </a:p>
        </p:txBody>
      </p:sp>
      <p:sp>
        <p:nvSpPr>
          <p:cNvPr id="83" name="Google Shape;83;p14"/>
          <p:cNvSpPr/>
          <p:nvPr/>
        </p:nvSpPr>
        <p:spPr>
          <a:xfrm>
            <a:off x="4074276" y="140249"/>
            <a:ext cx="882037" cy="807872"/>
          </a:xfrm>
          <a:custGeom>
            <a:avLst/>
            <a:gdLst/>
            <a:ahLst/>
            <a:cxnLst/>
            <a:rect l="l" t="t" r="r" b="b"/>
            <a:pathLst>
              <a:path w="73112" h="68207" extrusionOk="0">
                <a:moveTo>
                  <a:pt x="46809" y="1210"/>
                </a:moveTo>
                <a:lnTo>
                  <a:pt x="46886" y="1227"/>
                </a:lnTo>
                <a:lnTo>
                  <a:pt x="46886" y="1227"/>
                </a:lnTo>
                <a:lnTo>
                  <a:pt x="46866" y="1215"/>
                </a:lnTo>
                <a:lnTo>
                  <a:pt x="46809" y="1210"/>
                </a:lnTo>
                <a:close/>
                <a:moveTo>
                  <a:pt x="35754" y="1982"/>
                </a:moveTo>
                <a:lnTo>
                  <a:pt x="36320" y="2170"/>
                </a:lnTo>
                <a:lnTo>
                  <a:pt x="36037" y="2170"/>
                </a:lnTo>
                <a:lnTo>
                  <a:pt x="35660" y="2076"/>
                </a:lnTo>
                <a:lnTo>
                  <a:pt x="35754" y="1982"/>
                </a:lnTo>
                <a:close/>
                <a:moveTo>
                  <a:pt x="42641" y="1321"/>
                </a:moveTo>
                <a:lnTo>
                  <a:pt x="44622" y="1510"/>
                </a:lnTo>
                <a:lnTo>
                  <a:pt x="46603" y="1793"/>
                </a:lnTo>
                <a:lnTo>
                  <a:pt x="46226" y="1793"/>
                </a:lnTo>
                <a:lnTo>
                  <a:pt x="46320" y="1982"/>
                </a:lnTo>
                <a:lnTo>
                  <a:pt x="45660" y="1793"/>
                </a:lnTo>
                <a:lnTo>
                  <a:pt x="44905" y="1699"/>
                </a:lnTo>
                <a:lnTo>
                  <a:pt x="44905" y="1699"/>
                </a:lnTo>
                <a:lnTo>
                  <a:pt x="45188" y="2076"/>
                </a:lnTo>
                <a:lnTo>
                  <a:pt x="45282" y="2265"/>
                </a:lnTo>
                <a:lnTo>
                  <a:pt x="45094" y="2265"/>
                </a:lnTo>
                <a:lnTo>
                  <a:pt x="44716" y="2170"/>
                </a:lnTo>
                <a:lnTo>
                  <a:pt x="43773" y="1793"/>
                </a:lnTo>
                <a:lnTo>
                  <a:pt x="42641" y="1321"/>
                </a:lnTo>
                <a:close/>
                <a:moveTo>
                  <a:pt x="34622" y="5095"/>
                </a:moveTo>
                <a:lnTo>
                  <a:pt x="34169" y="5151"/>
                </a:lnTo>
                <a:lnTo>
                  <a:pt x="34169" y="5151"/>
                </a:lnTo>
                <a:lnTo>
                  <a:pt x="34056" y="5189"/>
                </a:lnTo>
                <a:lnTo>
                  <a:pt x="34622" y="5095"/>
                </a:lnTo>
                <a:close/>
                <a:moveTo>
                  <a:pt x="58490" y="6793"/>
                </a:moveTo>
                <a:lnTo>
                  <a:pt x="59056" y="7453"/>
                </a:lnTo>
                <a:lnTo>
                  <a:pt x="59087" y="7476"/>
                </a:lnTo>
                <a:lnTo>
                  <a:pt x="58490" y="6793"/>
                </a:lnTo>
                <a:close/>
                <a:moveTo>
                  <a:pt x="56697" y="7736"/>
                </a:moveTo>
                <a:lnTo>
                  <a:pt x="57358" y="8113"/>
                </a:lnTo>
                <a:lnTo>
                  <a:pt x="57075" y="8113"/>
                </a:lnTo>
                <a:lnTo>
                  <a:pt x="56697" y="7736"/>
                </a:lnTo>
                <a:close/>
                <a:moveTo>
                  <a:pt x="59810" y="8679"/>
                </a:moveTo>
                <a:lnTo>
                  <a:pt x="60087" y="8956"/>
                </a:lnTo>
                <a:lnTo>
                  <a:pt x="59905" y="8774"/>
                </a:lnTo>
                <a:lnTo>
                  <a:pt x="59810" y="8679"/>
                </a:lnTo>
                <a:close/>
                <a:moveTo>
                  <a:pt x="57546" y="8019"/>
                </a:moveTo>
                <a:lnTo>
                  <a:pt x="58395" y="8774"/>
                </a:lnTo>
                <a:lnTo>
                  <a:pt x="59339" y="9434"/>
                </a:lnTo>
                <a:lnTo>
                  <a:pt x="58490" y="8868"/>
                </a:lnTo>
                <a:lnTo>
                  <a:pt x="57735" y="8208"/>
                </a:lnTo>
                <a:lnTo>
                  <a:pt x="57546" y="8019"/>
                </a:lnTo>
                <a:close/>
                <a:moveTo>
                  <a:pt x="60282" y="9246"/>
                </a:moveTo>
                <a:lnTo>
                  <a:pt x="60565" y="9812"/>
                </a:lnTo>
                <a:lnTo>
                  <a:pt x="60282" y="9529"/>
                </a:lnTo>
                <a:lnTo>
                  <a:pt x="60282" y="9340"/>
                </a:lnTo>
                <a:lnTo>
                  <a:pt x="60282" y="9246"/>
                </a:lnTo>
                <a:close/>
                <a:moveTo>
                  <a:pt x="59999" y="8396"/>
                </a:moveTo>
                <a:lnTo>
                  <a:pt x="60659" y="8774"/>
                </a:lnTo>
                <a:lnTo>
                  <a:pt x="61131" y="9340"/>
                </a:lnTo>
                <a:lnTo>
                  <a:pt x="61603" y="9906"/>
                </a:lnTo>
                <a:lnTo>
                  <a:pt x="61886" y="10566"/>
                </a:lnTo>
                <a:lnTo>
                  <a:pt x="60942" y="9434"/>
                </a:lnTo>
                <a:lnTo>
                  <a:pt x="61320" y="10095"/>
                </a:lnTo>
                <a:lnTo>
                  <a:pt x="59999" y="8396"/>
                </a:lnTo>
                <a:close/>
                <a:moveTo>
                  <a:pt x="63773" y="11132"/>
                </a:moveTo>
                <a:lnTo>
                  <a:pt x="64537" y="12278"/>
                </a:lnTo>
                <a:lnTo>
                  <a:pt x="64622" y="12359"/>
                </a:lnTo>
                <a:lnTo>
                  <a:pt x="63773" y="11132"/>
                </a:lnTo>
                <a:close/>
                <a:moveTo>
                  <a:pt x="65093" y="14528"/>
                </a:moveTo>
                <a:lnTo>
                  <a:pt x="65376" y="15189"/>
                </a:lnTo>
                <a:lnTo>
                  <a:pt x="65659" y="15755"/>
                </a:lnTo>
                <a:lnTo>
                  <a:pt x="66037" y="16981"/>
                </a:lnTo>
                <a:lnTo>
                  <a:pt x="65659" y="16321"/>
                </a:lnTo>
                <a:lnTo>
                  <a:pt x="65282" y="15377"/>
                </a:lnTo>
                <a:lnTo>
                  <a:pt x="65093" y="14528"/>
                </a:lnTo>
                <a:close/>
                <a:moveTo>
                  <a:pt x="65093" y="16321"/>
                </a:moveTo>
                <a:lnTo>
                  <a:pt x="65565" y="16698"/>
                </a:lnTo>
                <a:lnTo>
                  <a:pt x="65942" y="17076"/>
                </a:lnTo>
                <a:lnTo>
                  <a:pt x="66320" y="17547"/>
                </a:lnTo>
                <a:lnTo>
                  <a:pt x="66414" y="17830"/>
                </a:lnTo>
                <a:lnTo>
                  <a:pt x="66508" y="18113"/>
                </a:lnTo>
                <a:lnTo>
                  <a:pt x="65848" y="17170"/>
                </a:lnTo>
                <a:lnTo>
                  <a:pt x="65093" y="16321"/>
                </a:lnTo>
                <a:close/>
                <a:moveTo>
                  <a:pt x="72074" y="36226"/>
                </a:moveTo>
                <a:lnTo>
                  <a:pt x="71791" y="37547"/>
                </a:lnTo>
                <a:lnTo>
                  <a:pt x="71603" y="38773"/>
                </a:lnTo>
                <a:lnTo>
                  <a:pt x="71320" y="40000"/>
                </a:lnTo>
                <a:lnTo>
                  <a:pt x="70754" y="41509"/>
                </a:lnTo>
                <a:lnTo>
                  <a:pt x="70942" y="40283"/>
                </a:lnTo>
                <a:lnTo>
                  <a:pt x="71225" y="38962"/>
                </a:lnTo>
                <a:lnTo>
                  <a:pt x="72074" y="36226"/>
                </a:lnTo>
                <a:close/>
                <a:moveTo>
                  <a:pt x="69150" y="44433"/>
                </a:moveTo>
                <a:lnTo>
                  <a:pt x="68867" y="44905"/>
                </a:lnTo>
                <a:lnTo>
                  <a:pt x="68584" y="45377"/>
                </a:lnTo>
                <a:lnTo>
                  <a:pt x="68206" y="45754"/>
                </a:lnTo>
                <a:lnTo>
                  <a:pt x="67923" y="46132"/>
                </a:lnTo>
                <a:lnTo>
                  <a:pt x="68112" y="45754"/>
                </a:lnTo>
                <a:lnTo>
                  <a:pt x="68678" y="45188"/>
                </a:lnTo>
                <a:lnTo>
                  <a:pt x="69150" y="44433"/>
                </a:lnTo>
                <a:close/>
                <a:moveTo>
                  <a:pt x="67357" y="47830"/>
                </a:moveTo>
                <a:lnTo>
                  <a:pt x="66886" y="48584"/>
                </a:lnTo>
                <a:lnTo>
                  <a:pt x="66508" y="48867"/>
                </a:lnTo>
                <a:lnTo>
                  <a:pt x="66414" y="48867"/>
                </a:lnTo>
                <a:lnTo>
                  <a:pt x="66414" y="48773"/>
                </a:lnTo>
                <a:lnTo>
                  <a:pt x="66886" y="48301"/>
                </a:lnTo>
                <a:lnTo>
                  <a:pt x="67357" y="47830"/>
                </a:lnTo>
                <a:close/>
                <a:moveTo>
                  <a:pt x="65093" y="48396"/>
                </a:moveTo>
                <a:lnTo>
                  <a:pt x="65376" y="48490"/>
                </a:lnTo>
                <a:lnTo>
                  <a:pt x="64905" y="49056"/>
                </a:lnTo>
                <a:lnTo>
                  <a:pt x="64622" y="49528"/>
                </a:lnTo>
                <a:lnTo>
                  <a:pt x="64244" y="49811"/>
                </a:lnTo>
                <a:lnTo>
                  <a:pt x="64244" y="49905"/>
                </a:lnTo>
                <a:lnTo>
                  <a:pt x="64056" y="49905"/>
                </a:lnTo>
                <a:lnTo>
                  <a:pt x="64056" y="49811"/>
                </a:lnTo>
                <a:lnTo>
                  <a:pt x="64433" y="49150"/>
                </a:lnTo>
                <a:lnTo>
                  <a:pt x="64622" y="48867"/>
                </a:lnTo>
                <a:lnTo>
                  <a:pt x="64905" y="48584"/>
                </a:lnTo>
                <a:lnTo>
                  <a:pt x="65093" y="48396"/>
                </a:lnTo>
                <a:close/>
                <a:moveTo>
                  <a:pt x="6981" y="52452"/>
                </a:moveTo>
                <a:lnTo>
                  <a:pt x="7170" y="53112"/>
                </a:lnTo>
                <a:lnTo>
                  <a:pt x="7075" y="53018"/>
                </a:lnTo>
                <a:lnTo>
                  <a:pt x="6981" y="52641"/>
                </a:lnTo>
                <a:lnTo>
                  <a:pt x="6981" y="52452"/>
                </a:lnTo>
                <a:close/>
                <a:moveTo>
                  <a:pt x="7736" y="54339"/>
                </a:moveTo>
                <a:lnTo>
                  <a:pt x="7641" y="54433"/>
                </a:lnTo>
                <a:lnTo>
                  <a:pt x="7641" y="54339"/>
                </a:lnTo>
                <a:close/>
                <a:moveTo>
                  <a:pt x="61225" y="55094"/>
                </a:moveTo>
                <a:lnTo>
                  <a:pt x="61037" y="55377"/>
                </a:lnTo>
                <a:lnTo>
                  <a:pt x="60754" y="55471"/>
                </a:lnTo>
                <a:lnTo>
                  <a:pt x="60754" y="55471"/>
                </a:lnTo>
                <a:lnTo>
                  <a:pt x="60942" y="55282"/>
                </a:lnTo>
                <a:lnTo>
                  <a:pt x="61225" y="55094"/>
                </a:lnTo>
                <a:close/>
                <a:moveTo>
                  <a:pt x="6132" y="53867"/>
                </a:moveTo>
                <a:lnTo>
                  <a:pt x="7358" y="55377"/>
                </a:lnTo>
                <a:lnTo>
                  <a:pt x="7641" y="55471"/>
                </a:lnTo>
                <a:lnTo>
                  <a:pt x="7641" y="55471"/>
                </a:lnTo>
                <a:lnTo>
                  <a:pt x="7641" y="55471"/>
                </a:lnTo>
                <a:lnTo>
                  <a:pt x="7830" y="55565"/>
                </a:lnTo>
                <a:lnTo>
                  <a:pt x="8302" y="56414"/>
                </a:lnTo>
                <a:lnTo>
                  <a:pt x="7170" y="55471"/>
                </a:lnTo>
                <a:lnTo>
                  <a:pt x="6509" y="54622"/>
                </a:lnTo>
                <a:lnTo>
                  <a:pt x="6226" y="54245"/>
                </a:lnTo>
                <a:lnTo>
                  <a:pt x="6132" y="53867"/>
                </a:lnTo>
                <a:close/>
                <a:moveTo>
                  <a:pt x="9056" y="56414"/>
                </a:moveTo>
                <a:lnTo>
                  <a:pt x="9245" y="56509"/>
                </a:lnTo>
                <a:lnTo>
                  <a:pt x="9151" y="56509"/>
                </a:lnTo>
                <a:lnTo>
                  <a:pt x="9056" y="56414"/>
                </a:lnTo>
                <a:close/>
                <a:moveTo>
                  <a:pt x="10472" y="56980"/>
                </a:moveTo>
                <a:lnTo>
                  <a:pt x="11321" y="57358"/>
                </a:lnTo>
                <a:lnTo>
                  <a:pt x="11887" y="57735"/>
                </a:lnTo>
                <a:lnTo>
                  <a:pt x="12264" y="58018"/>
                </a:lnTo>
                <a:lnTo>
                  <a:pt x="11604" y="57641"/>
                </a:lnTo>
                <a:lnTo>
                  <a:pt x="11604" y="57641"/>
                </a:lnTo>
                <a:lnTo>
                  <a:pt x="11792" y="58112"/>
                </a:lnTo>
                <a:lnTo>
                  <a:pt x="11604" y="58018"/>
                </a:lnTo>
                <a:lnTo>
                  <a:pt x="11132" y="57452"/>
                </a:lnTo>
                <a:lnTo>
                  <a:pt x="10849" y="57169"/>
                </a:lnTo>
                <a:lnTo>
                  <a:pt x="10472" y="56980"/>
                </a:lnTo>
                <a:close/>
                <a:moveTo>
                  <a:pt x="18019" y="59433"/>
                </a:moveTo>
                <a:lnTo>
                  <a:pt x="18773" y="59810"/>
                </a:lnTo>
                <a:lnTo>
                  <a:pt x="19528" y="60376"/>
                </a:lnTo>
                <a:lnTo>
                  <a:pt x="19056" y="60282"/>
                </a:lnTo>
                <a:lnTo>
                  <a:pt x="18962" y="60188"/>
                </a:lnTo>
                <a:lnTo>
                  <a:pt x="18490" y="59810"/>
                </a:lnTo>
                <a:lnTo>
                  <a:pt x="18019" y="59433"/>
                </a:lnTo>
                <a:close/>
                <a:moveTo>
                  <a:pt x="14528" y="59999"/>
                </a:moveTo>
                <a:lnTo>
                  <a:pt x="14717" y="60093"/>
                </a:lnTo>
                <a:lnTo>
                  <a:pt x="14905" y="60188"/>
                </a:lnTo>
                <a:lnTo>
                  <a:pt x="15188" y="60471"/>
                </a:lnTo>
                <a:lnTo>
                  <a:pt x="15283" y="60565"/>
                </a:lnTo>
                <a:lnTo>
                  <a:pt x="15188" y="60565"/>
                </a:lnTo>
                <a:lnTo>
                  <a:pt x="14528" y="59999"/>
                </a:lnTo>
                <a:close/>
                <a:moveTo>
                  <a:pt x="49339" y="60188"/>
                </a:moveTo>
                <a:lnTo>
                  <a:pt x="48395" y="60565"/>
                </a:lnTo>
                <a:lnTo>
                  <a:pt x="47924" y="60754"/>
                </a:lnTo>
                <a:lnTo>
                  <a:pt x="47452" y="60754"/>
                </a:lnTo>
                <a:lnTo>
                  <a:pt x="47924" y="60471"/>
                </a:lnTo>
                <a:lnTo>
                  <a:pt x="48301" y="60282"/>
                </a:lnTo>
                <a:lnTo>
                  <a:pt x="49056" y="60188"/>
                </a:lnTo>
                <a:close/>
                <a:moveTo>
                  <a:pt x="19245" y="60565"/>
                </a:moveTo>
                <a:lnTo>
                  <a:pt x="19811" y="60659"/>
                </a:lnTo>
                <a:lnTo>
                  <a:pt x="20566" y="61037"/>
                </a:lnTo>
                <a:lnTo>
                  <a:pt x="20566" y="61037"/>
                </a:lnTo>
                <a:lnTo>
                  <a:pt x="19811" y="60848"/>
                </a:lnTo>
                <a:lnTo>
                  <a:pt x="19245" y="60565"/>
                </a:lnTo>
                <a:close/>
                <a:moveTo>
                  <a:pt x="47075" y="61226"/>
                </a:moveTo>
                <a:lnTo>
                  <a:pt x="46792" y="61414"/>
                </a:lnTo>
                <a:lnTo>
                  <a:pt x="46697" y="61509"/>
                </a:lnTo>
                <a:lnTo>
                  <a:pt x="46792" y="61603"/>
                </a:lnTo>
                <a:lnTo>
                  <a:pt x="47263" y="61603"/>
                </a:lnTo>
                <a:lnTo>
                  <a:pt x="47641" y="61509"/>
                </a:lnTo>
                <a:lnTo>
                  <a:pt x="46886" y="61792"/>
                </a:lnTo>
                <a:lnTo>
                  <a:pt x="46131" y="61886"/>
                </a:lnTo>
                <a:lnTo>
                  <a:pt x="46131" y="61980"/>
                </a:lnTo>
                <a:lnTo>
                  <a:pt x="46037" y="61980"/>
                </a:lnTo>
                <a:lnTo>
                  <a:pt x="45660" y="61697"/>
                </a:lnTo>
                <a:lnTo>
                  <a:pt x="46320" y="61320"/>
                </a:lnTo>
                <a:lnTo>
                  <a:pt x="47075" y="61226"/>
                </a:lnTo>
                <a:close/>
                <a:moveTo>
                  <a:pt x="24151" y="63678"/>
                </a:moveTo>
                <a:lnTo>
                  <a:pt x="24905" y="63961"/>
                </a:lnTo>
                <a:lnTo>
                  <a:pt x="25754" y="64244"/>
                </a:lnTo>
                <a:lnTo>
                  <a:pt x="25188" y="64244"/>
                </a:lnTo>
                <a:lnTo>
                  <a:pt x="24151" y="64150"/>
                </a:lnTo>
                <a:lnTo>
                  <a:pt x="23773" y="64056"/>
                </a:lnTo>
                <a:lnTo>
                  <a:pt x="23585" y="63961"/>
                </a:lnTo>
                <a:lnTo>
                  <a:pt x="23585" y="63867"/>
                </a:lnTo>
                <a:lnTo>
                  <a:pt x="23585" y="63773"/>
                </a:lnTo>
                <a:lnTo>
                  <a:pt x="24151" y="63678"/>
                </a:lnTo>
                <a:close/>
                <a:moveTo>
                  <a:pt x="34811" y="64622"/>
                </a:moveTo>
                <a:lnTo>
                  <a:pt x="35094" y="64810"/>
                </a:lnTo>
                <a:lnTo>
                  <a:pt x="35377" y="64905"/>
                </a:lnTo>
                <a:lnTo>
                  <a:pt x="34622" y="64999"/>
                </a:lnTo>
                <a:lnTo>
                  <a:pt x="34056" y="64999"/>
                </a:lnTo>
                <a:lnTo>
                  <a:pt x="34056" y="64905"/>
                </a:lnTo>
                <a:lnTo>
                  <a:pt x="34811" y="64622"/>
                </a:lnTo>
                <a:close/>
                <a:moveTo>
                  <a:pt x="46414" y="63773"/>
                </a:moveTo>
                <a:lnTo>
                  <a:pt x="46131" y="64056"/>
                </a:lnTo>
                <a:lnTo>
                  <a:pt x="44433" y="64716"/>
                </a:lnTo>
                <a:lnTo>
                  <a:pt x="43962" y="64905"/>
                </a:lnTo>
                <a:lnTo>
                  <a:pt x="44150" y="64810"/>
                </a:lnTo>
                <a:lnTo>
                  <a:pt x="42641" y="64999"/>
                </a:lnTo>
                <a:lnTo>
                  <a:pt x="42924" y="64810"/>
                </a:lnTo>
                <a:lnTo>
                  <a:pt x="43207" y="64622"/>
                </a:lnTo>
                <a:lnTo>
                  <a:pt x="42358" y="64905"/>
                </a:lnTo>
                <a:lnTo>
                  <a:pt x="43113" y="64622"/>
                </a:lnTo>
                <a:lnTo>
                  <a:pt x="45377" y="63867"/>
                </a:lnTo>
                <a:lnTo>
                  <a:pt x="44999" y="64150"/>
                </a:lnTo>
                <a:lnTo>
                  <a:pt x="44622" y="64433"/>
                </a:lnTo>
                <a:lnTo>
                  <a:pt x="46414" y="63773"/>
                </a:lnTo>
                <a:close/>
                <a:moveTo>
                  <a:pt x="39905" y="64622"/>
                </a:moveTo>
                <a:lnTo>
                  <a:pt x="39811" y="64716"/>
                </a:lnTo>
                <a:lnTo>
                  <a:pt x="39622" y="64810"/>
                </a:lnTo>
                <a:lnTo>
                  <a:pt x="38962" y="64999"/>
                </a:lnTo>
                <a:lnTo>
                  <a:pt x="38207" y="65093"/>
                </a:lnTo>
                <a:lnTo>
                  <a:pt x="37641" y="65093"/>
                </a:lnTo>
                <a:lnTo>
                  <a:pt x="39056" y="64810"/>
                </a:lnTo>
                <a:lnTo>
                  <a:pt x="39528" y="64716"/>
                </a:lnTo>
                <a:lnTo>
                  <a:pt x="39905" y="64622"/>
                </a:lnTo>
                <a:close/>
                <a:moveTo>
                  <a:pt x="42829" y="64056"/>
                </a:moveTo>
                <a:lnTo>
                  <a:pt x="42452" y="64244"/>
                </a:lnTo>
                <a:lnTo>
                  <a:pt x="42263" y="64433"/>
                </a:lnTo>
                <a:lnTo>
                  <a:pt x="41980" y="64622"/>
                </a:lnTo>
                <a:lnTo>
                  <a:pt x="41886" y="64999"/>
                </a:lnTo>
                <a:lnTo>
                  <a:pt x="42263" y="64999"/>
                </a:lnTo>
                <a:lnTo>
                  <a:pt x="40094" y="65282"/>
                </a:lnTo>
                <a:lnTo>
                  <a:pt x="40848" y="64999"/>
                </a:lnTo>
                <a:lnTo>
                  <a:pt x="41131" y="64810"/>
                </a:lnTo>
                <a:lnTo>
                  <a:pt x="41131" y="64716"/>
                </a:lnTo>
                <a:lnTo>
                  <a:pt x="41037" y="64622"/>
                </a:lnTo>
                <a:lnTo>
                  <a:pt x="40754" y="64622"/>
                </a:lnTo>
                <a:lnTo>
                  <a:pt x="40282" y="64527"/>
                </a:lnTo>
                <a:lnTo>
                  <a:pt x="40188" y="64433"/>
                </a:lnTo>
                <a:lnTo>
                  <a:pt x="41509" y="64339"/>
                </a:lnTo>
                <a:lnTo>
                  <a:pt x="42829" y="64056"/>
                </a:lnTo>
                <a:close/>
                <a:moveTo>
                  <a:pt x="15660" y="60376"/>
                </a:moveTo>
                <a:lnTo>
                  <a:pt x="16887" y="61131"/>
                </a:lnTo>
                <a:lnTo>
                  <a:pt x="17924" y="62075"/>
                </a:lnTo>
                <a:lnTo>
                  <a:pt x="17924" y="61792"/>
                </a:lnTo>
                <a:lnTo>
                  <a:pt x="17830" y="61603"/>
                </a:lnTo>
                <a:lnTo>
                  <a:pt x="19056" y="61980"/>
                </a:lnTo>
                <a:lnTo>
                  <a:pt x="20283" y="62358"/>
                </a:lnTo>
                <a:lnTo>
                  <a:pt x="20849" y="62546"/>
                </a:lnTo>
                <a:lnTo>
                  <a:pt x="21415" y="62735"/>
                </a:lnTo>
                <a:lnTo>
                  <a:pt x="21886" y="63018"/>
                </a:lnTo>
                <a:lnTo>
                  <a:pt x="22358" y="63395"/>
                </a:lnTo>
                <a:lnTo>
                  <a:pt x="21509" y="63301"/>
                </a:lnTo>
                <a:lnTo>
                  <a:pt x="22547" y="63867"/>
                </a:lnTo>
                <a:lnTo>
                  <a:pt x="23868" y="64339"/>
                </a:lnTo>
                <a:lnTo>
                  <a:pt x="25471" y="64905"/>
                </a:lnTo>
                <a:lnTo>
                  <a:pt x="27169" y="65282"/>
                </a:lnTo>
                <a:lnTo>
                  <a:pt x="26603" y="65282"/>
                </a:lnTo>
                <a:lnTo>
                  <a:pt x="27075" y="65942"/>
                </a:lnTo>
                <a:lnTo>
                  <a:pt x="26886" y="65942"/>
                </a:lnTo>
                <a:lnTo>
                  <a:pt x="26603" y="65848"/>
                </a:lnTo>
                <a:lnTo>
                  <a:pt x="25849" y="65659"/>
                </a:lnTo>
                <a:lnTo>
                  <a:pt x="25283" y="65471"/>
                </a:lnTo>
                <a:lnTo>
                  <a:pt x="25188" y="65376"/>
                </a:lnTo>
                <a:lnTo>
                  <a:pt x="25754" y="65376"/>
                </a:lnTo>
                <a:lnTo>
                  <a:pt x="26226" y="65471"/>
                </a:lnTo>
                <a:lnTo>
                  <a:pt x="26320" y="65282"/>
                </a:lnTo>
                <a:lnTo>
                  <a:pt x="26320" y="65188"/>
                </a:lnTo>
                <a:lnTo>
                  <a:pt x="26226" y="65093"/>
                </a:lnTo>
                <a:lnTo>
                  <a:pt x="25660" y="65093"/>
                </a:lnTo>
                <a:lnTo>
                  <a:pt x="25188" y="65188"/>
                </a:lnTo>
                <a:lnTo>
                  <a:pt x="24528" y="65376"/>
                </a:lnTo>
                <a:lnTo>
                  <a:pt x="24528" y="65376"/>
                </a:lnTo>
                <a:lnTo>
                  <a:pt x="25000" y="65093"/>
                </a:lnTo>
                <a:lnTo>
                  <a:pt x="23679" y="64905"/>
                </a:lnTo>
                <a:lnTo>
                  <a:pt x="22547" y="64716"/>
                </a:lnTo>
                <a:lnTo>
                  <a:pt x="21603" y="64339"/>
                </a:lnTo>
                <a:lnTo>
                  <a:pt x="20660" y="63867"/>
                </a:lnTo>
                <a:lnTo>
                  <a:pt x="20943" y="63867"/>
                </a:lnTo>
                <a:lnTo>
                  <a:pt x="20377" y="63773"/>
                </a:lnTo>
                <a:lnTo>
                  <a:pt x="19339" y="63678"/>
                </a:lnTo>
                <a:lnTo>
                  <a:pt x="18868" y="63490"/>
                </a:lnTo>
                <a:lnTo>
                  <a:pt x="18396" y="63301"/>
                </a:lnTo>
                <a:lnTo>
                  <a:pt x="18585" y="63207"/>
                </a:lnTo>
                <a:lnTo>
                  <a:pt x="18868" y="63301"/>
                </a:lnTo>
                <a:lnTo>
                  <a:pt x="18019" y="62735"/>
                </a:lnTo>
                <a:lnTo>
                  <a:pt x="16981" y="62075"/>
                </a:lnTo>
                <a:lnTo>
                  <a:pt x="14811" y="60471"/>
                </a:lnTo>
                <a:lnTo>
                  <a:pt x="16415" y="61414"/>
                </a:lnTo>
                <a:lnTo>
                  <a:pt x="15660" y="60376"/>
                </a:lnTo>
                <a:close/>
                <a:moveTo>
                  <a:pt x="28867" y="65659"/>
                </a:moveTo>
                <a:lnTo>
                  <a:pt x="30660" y="65942"/>
                </a:lnTo>
                <a:lnTo>
                  <a:pt x="32547" y="66131"/>
                </a:lnTo>
                <a:lnTo>
                  <a:pt x="32075" y="66225"/>
                </a:lnTo>
                <a:lnTo>
                  <a:pt x="31320" y="66225"/>
                </a:lnTo>
                <a:lnTo>
                  <a:pt x="30566" y="66131"/>
                </a:lnTo>
                <a:lnTo>
                  <a:pt x="28867" y="65659"/>
                </a:lnTo>
                <a:close/>
                <a:moveTo>
                  <a:pt x="39150" y="0"/>
                </a:moveTo>
                <a:lnTo>
                  <a:pt x="39528" y="283"/>
                </a:lnTo>
                <a:lnTo>
                  <a:pt x="39622" y="378"/>
                </a:lnTo>
                <a:lnTo>
                  <a:pt x="41509" y="1038"/>
                </a:lnTo>
                <a:lnTo>
                  <a:pt x="40943" y="1132"/>
                </a:lnTo>
                <a:lnTo>
                  <a:pt x="40282" y="1227"/>
                </a:lnTo>
                <a:lnTo>
                  <a:pt x="38962" y="1038"/>
                </a:lnTo>
                <a:lnTo>
                  <a:pt x="37547" y="849"/>
                </a:lnTo>
                <a:lnTo>
                  <a:pt x="36320" y="661"/>
                </a:lnTo>
                <a:lnTo>
                  <a:pt x="36415" y="755"/>
                </a:lnTo>
                <a:lnTo>
                  <a:pt x="36415" y="849"/>
                </a:lnTo>
                <a:lnTo>
                  <a:pt x="35943" y="944"/>
                </a:lnTo>
                <a:lnTo>
                  <a:pt x="34150" y="1132"/>
                </a:lnTo>
                <a:lnTo>
                  <a:pt x="31698" y="1132"/>
                </a:lnTo>
                <a:lnTo>
                  <a:pt x="30660" y="1227"/>
                </a:lnTo>
                <a:lnTo>
                  <a:pt x="29716" y="1321"/>
                </a:lnTo>
                <a:lnTo>
                  <a:pt x="30377" y="1416"/>
                </a:lnTo>
                <a:lnTo>
                  <a:pt x="31037" y="1510"/>
                </a:lnTo>
                <a:lnTo>
                  <a:pt x="30094" y="1699"/>
                </a:lnTo>
                <a:lnTo>
                  <a:pt x="28773" y="2076"/>
                </a:lnTo>
                <a:lnTo>
                  <a:pt x="27924" y="2359"/>
                </a:lnTo>
                <a:lnTo>
                  <a:pt x="27924" y="2453"/>
                </a:lnTo>
                <a:lnTo>
                  <a:pt x="28207" y="2453"/>
                </a:lnTo>
                <a:lnTo>
                  <a:pt x="26509" y="3019"/>
                </a:lnTo>
                <a:lnTo>
                  <a:pt x="26792" y="2831"/>
                </a:lnTo>
                <a:lnTo>
                  <a:pt x="26792" y="2831"/>
                </a:lnTo>
                <a:lnTo>
                  <a:pt x="25660" y="2925"/>
                </a:lnTo>
                <a:lnTo>
                  <a:pt x="25754" y="2831"/>
                </a:lnTo>
                <a:lnTo>
                  <a:pt x="25377" y="2925"/>
                </a:lnTo>
                <a:lnTo>
                  <a:pt x="24905" y="3208"/>
                </a:lnTo>
                <a:lnTo>
                  <a:pt x="24056" y="3774"/>
                </a:lnTo>
                <a:lnTo>
                  <a:pt x="22264" y="4340"/>
                </a:lnTo>
                <a:lnTo>
                  <a:pt x="20471" y="5095"/>
                </a:lnTo>
                <a:lnTo>
                  <a:pt x="18679" y="5755"/>
                </a:lnTo>
                <a:lnTo>
                  <a:pt x="16981" y="6604"/>
                </a:lnTo>
                <a:lnTo>
                  <a:pt x="17453" y="6604"/>
                </a:lnTo>
                <a:lnTo>
                  <a:pt x="17830" y="6415"/>
                </a:lnTo>
                <a:lnTo>
                  <a:pt x="18868" y="6038"/>
                </a:lnTo>
                <a:lnTo>
                  <a:pt x="19905" y="5661"/>
                </a:lnTo>
                <a:lnTo>
                  <a:pt x="20377" y="5472"/>
                </a:lnTo>
                <a:lnTo>
                  <a:pt x="20943" y="5378"/>
                </a:lnTo>
                <a:lnTo>
                  <a:pt x="20943" y="5378"/>
                </a:lnTo>
                <a:lnTo>
                  <a:pt x="19528" y="6038"/>
                </a:lnTo>
                <a:lnTo>
                  <a:pt x="19528" y="6038"/>
                </a:lnTo>
                <a:lnTo>
                  <a:pt x="20094" y="5944"/>
                </a:lnTo>
                <a:lnTo>
                  <a:pt x="18396" y="7076"/>
                </a:lnTo>
                <a:lnTo>
                  <a:pt x="20849" y="6038"/>
                </a:lnTo>
                <a:lnTo>
                  <a:pt x="23396" y="5095"/>
                </a:lnTo>
                <a:lnTo>
                  <a:pt x="26037" y="4246"/>
                </a:lnTo>
                <a:lnTo>
                  <a:pt x="28679" y="3397"/>
                </a:lnTo>
                <a:lnTo>
                  <a:pt x="28301" y="3491"/>
                </a:lnTo>
                <a:lnTo>
                  <a:pt x="28773" y="3208"/>
                </a:lnTo>
                <a:lnTo>
                  <a:pt x="30283" y="2736"/>
                </a:lnTo>
                <a:lnTo>
                  <a:pt x="29905" y="2831"/>
                </a:lnTo>
                <a:lnTo>
                  <a:pt x="29056" y="2831"/>
                </a:lnTo>
                <a:lnTo>
                  <a:pt x="28584" y="2642"/>
                </a:lnTo>
                <a:lnTo>
                  <a:pt x="30566" y="2548"/>
                </a:lnTo>
                <a:lnTo>
                  <a:pt x="32641" y="2548"/>
                </a:lnTo>
                <a:lnTo>
                  <a:pt x="37264" y="2831"/>
                </a:lnTo>
                <a:lnTo>
                  <a:pt x="39528" y="3019"/>
                </a:lnTo>
                <a:lnTo>
                  <a:pt x="43490" y="3019"/>
                </a:lnTo>
                <a:lnTo>
                  <a:pt x="44339" y="2831"/>
                </a:lnTo>
                <a:lnTo>
                  <a:pt x="45094" y="2736"/>
                </a:lnTo>
                <a:lnTo>
                  <a:pt x="45943" y="3114"/>
                </a:lnTo>
                <a:lnTo>
                  <a:pt x="46886" y="3397"/>
                </a:lnTo>
                <a:lnTo>
                  <a:pt x="48678" y="3963"/>
                </a:lnTo>
                <a:lnTo>
                  <a:pt x="50565" y="4434"/>
                </a:lnTo>
                <a:lnTo>
                  <a:pt x="51509" y="4717"/>
                </a:lnTo>
                <a:lnTo>
                  <a:pt x="52358" y="5189"/>
                </a:lnTo>
                <a:lnTo>
                  <a:pt x="51792" y="4812"/>
                </a:lnTo>
                <a:lnTo>
                  <a:pt x="53584" y="5849"/>
                </a:lnTo>
                <a:lnTo>
                  <a:pt x="55376" y="6981"/>
                </a:lnTo>
                <a:lnTo>
                  <a:pt x="56320" y="7642"/>
                </a:lnTo>
                <a:lnTo>
                  <a:pt x="57169" y="8302"/>
                </a:lnTo>
                <a:lnTo>
                  <a:pt x="57924" y="9057"/>
                </a:lnTo>
                <a:lnTo>
                  <a:pt x="58678" y="9906"/>
                </a:lnTo>
                <a:lnTo>
                  <a:pt x="62357" y="14057"/>
                </a:lnTo>
                <a:lnTo>
                  <a:pt x="64622" y="16887"/>
                </a:lnTo>
                <a:lnTo>
                  <a:pt x="66697" y="19623"/>
                </a:lnTo>
                <a:lnTo>
                  <a:pt x="66603" y="19151"/>
                </a:lnTo>
                <a:lnTo>
                  <a:pt x="66603" y="18774"/>
                </a:lnTo>
                <a:lnTo>
                  <a:pt x="67357" y="20472"/>
                </a:lnTo>
                <a:lnTo>
                  <a:pt x="68772" y="23962"/>
                </a:lnTo>
                <a:lnTo>
                  <a:pt x="68867" y="24151"/>
                </a:lnTo>
                <a:lnTo>
                  <a:pt x="69810" y="26792"/>
                </a:lnTo>
                <a:lnTo>
                  <a:pt x="70565" y="29245"/>
                </a:lnTo>
                <a:lnTo>
                  <a:pt x="70754" y="30283"/>
                </a:lnTo>
                <a:lnTo>
                  <a:pt x="70848" y="31037"/>
                </a:lnTo>
                <a:lnTo>
                  <a:pt x="70848" y="31604"/>
                </a:lnTo>
                <a:lnTo>
                  <a:pt x="70754" y="31792"/>
                </a:lnTo>
                <a:lnTo>
                  <a:pt x="70565" y="31887"/>
                </a:lnTo>
                <a:lnTo>
                  <a:pt x="69433" y="36698"/>
                </a:lnTo>
                <a:lnTo>
                  <a:pt x="68206" y="41698"/>
                </a:lnTo>
                <a:lnTo>
                  <a:pt x="68584" y="41037"/>
                </a:lnTo>
                <a:lnTo>
                  <a:pt x="68961" y="40188"/>
                </a:lnTo>
                <a:lnTo>
                  <a:pt x="69244" y="40471"/>
                </a:lnTo>
                <a:lnTo>
                  <a:pt x="69244" y="40849"/>
                </a:lnTo>
                <a:lnTo>
                  <a:pt x="69244" y="41226"/>
                </a:lnTo>
                <a:lnTo>
                  <a:pt x="69055" y="41698"/>
                </a:lnTo>
                <a:lnTo>
                  <a:pt x="68489" y="42924"/>
                </a:lnTo>
                <a:lnTo>
                  <a:pt x="67735" y="44150"/>
                </a:lnTo>
                <a:lnTo>
                  <a:pt x="66791" y="45377"/>
                </a:lnTo>
                <a:lnTo>
                  <a:pt x="65942" y="46509"/>
                </a:lnTo>
                <a:lnTo>
                  <a:pt x="64716" y="47924"/>
                </a:lnTo>
                <a:lnTo>
                  <a:pt x="65565" y="47641"/>
                </a:lnTo>
                <a:lnTo>
                  <a:pt x="65093" y="48301"/>
                </a:lnTo>
                <a:lnTo>
                  <a:pt x="64433" y="48962"/>
                </a:lnTo>
                <a:lnTo>
                  <a:pt x="63112" y="50188"/>
                </a:lnTo>
                <a:lnTo>
                  <a:pt x="63678" y="48962"/>
                </a:lnTo>
                <a:lnTo>
                  <a:pt x="64244" y="47641"/>
                </a:lnTo>
                <a:lnTo>
                  <a:pt x="65754" y="44811"/>
                </a:lnTo>
                <a:lnTo>
                  <a:pt x="67169" y="42169"/>
                </a:lnTo>
                <a:lnTo>
                  <a:pt x="67735" y="41037"/>
                </a:lnTo>
                <a:lnTo>
                  <a:pt x="68206" y="40094"/>
                </a:lnTo>
                <a:lnTo>
                  <a:pt x="68206" y="39811"/>
                </a:lnTo>
                <a:lnTo>
                  <a:pt x="68301" y="39622"/>
                </a:lnTo>
                <a:lnTo>
                  <a:pt x="68301" y="39717"/>
                </a:lnTo>
                <a:lnTo>
                  <a:pt x="68395" y="39339"/>
                </a:lnTo>
                <a:lnTo>
                  <a:pt x="68772" y="37735"/>
                </a:lnTo>
                <a:lnTo>
                  <a:pt x="69055" y="36037"/>
                </a:lnTo>
                <a:lnTo>
                  <a:pt x="69150" y="32924"/>
                </a:lnTo>
                <a:lnTo>
                  <a:pt x="69150" y="30849"/>
                </a:lnTo>
                <a:lnTo>
                  <a:pt x="69150" y="28679"/>
                </a:lnTo>
                <a:lnTo>
                  <a:pt x="68961" y="28773"/>
                </a:lnTo>
                <a:lnTo>
                  <a:pt x="68961" y="29056"/>
                </a:lnTo>
                <a:lnTo>
                  <a:pt x="68678" y="28302"/>
                </a:lnTo>
                <a:lnTo>
                  <a:pt x="68395" y="27453"/>
                </a:lnTo>
                <a:lnTo>
                  <a:pt x="68018" y="25755"/>
                </a:lnTo>
                <a:lnTo>
                  <a:pt x="67923" y="25283"/>
                </a:lnTo>
                <a:lnTo>
                  <a:pt x="67923" y="25472"/>
                </a:lnTo>
                <a:lnTo>
                  <a:pt x="67546" y="24906"/>
                </a:lnTo>
                <a:lnTo>
                  <a:pt x="67074" y="24245"/>
                </a:lnTo>
                <a:lnTo>
                  <a:pt x="66980" y="24057"/>
                </a:lnTo>
                <a:lnTo>
                  <a:pt x="65471" y="22264"/>
                </a:lnTo>
                <a:lnTo>
                  <a:pt x="64810" y="21415"/>
                </a:lnTo>
                <a:lnTo>
                  <a:pt x="64339" y="20755"/>
                </a:lnTo>
                <a:lnTo>
                  <a:pt x="64622" y="20943"/>
                </a:lnTo>
                <a:lnTo>
                  <a:pt x="64527" y="20755"/>
                </a:lnTo>
                <a:lnTo>
                  <a:pt x="64339" y="20472"/>
                </a:lnTo>
                <a:lnTo>
                  <a:pt x="63301" y="19434"/>
                </a:lnTo>
                <a:lnTo>
                  <a:pt x="62357" y="18585"/>
                </a:lnTo>
                <a:lnTo>
                  <a:pt x="62452" y="18679"/>
                </a:lnTo>
                <a:lnTo>
                  <a:pt x="62357" y="18868"/>
                </a:lnTo>
                <a:lnTo>
                  <a:pt x="61508" y="18019"/>
                </a:lnTo>
                <a:lnTo>
                  <a:pt x="61791" y="18396"/>
                </a:lnTo>
                <a:lnTo>
                  <a:pt x="60848" y="17547"/>
                </a:lnTo>
                <a:lnTo>
                  <a:pt x="60471" y="17076"/>
                </a:lnTo>
                <a:lnTo>
                  <a:pt x="60471" y="16981"/>
                </a:lnTo>
                <a:lnTo>
                  <a:pt x="60565" y="17076"/>
                </a:lnTo>
                <a:lnTo>
                  <a:pt x="61225" y="17547"/>
                </a:lnTo>
                <a:lnTo>
                  <a:pt x="58961" y="15566"/>
                </a:lnTo>
                <a:lnTo>
                  <a:pt x="59527" y="16227"/>
                </a:lnTo>
                <a:lnTo>
                  <a:pt x="58584" y="15566"/>
                </a:lnTo>
                <a:lnTo>
                  <a:pt x="57641" y="14906"/>
                </a:lnTo>
                <a:lnTo>
                  <a:pt x="57546" y="15000"/>
                </a:lnTo>
                <a:lnTo>
                  <a:pt x="57452" y="15094"/>
                </a:lnTo>
                <a:lnTo>
                  <a:pt x="58301" y="15660"/>
                </a:lnTo>
                <a:lnTo>
                  <a:pt x="59056" y="16227"/>
                </a:lnTo>
                <a:lnTo>
                  <a:pt x="60471" y="17547"/>
                </a:lnTo>
                <a:lnTo>
                  <a:pt x="61886" y="18774"/>
                </a:lnTo>
                <a:lnTo>
                  <a:pt x="62640" y="19340"/>
                </a:lnTo>
                <a:lnTo>
                  <a:pt x="63395" y="19906"/>
                </a:lnTo>
                <a:lnTo>
                  <a:pt x="62829" y="19528"/>
                </a:lnTo>
                <a:lnTo>
                  <a:pt x="62074" y="19057"/>
                </a:lnTo>
                <a:lnTo>
                  <a:pt x="62074" y="19245"/>
                </a:lnTo>
                <a:lnTo>
                  <a:pt x="62357" y="19717"/>
                </a:lnTo>
                <a:lnTo>
                  <a:pt x="63584" y="21415"/>
                </a:lnTo>
                <a:lnTo>
                  <a:pt x="65093" y="23207"/>
                </a:lnTo>
                <a:lnTo>
                  <a:pt x="65754" y="23962"/>
                </a:lnTo>
                <a:lnTo>
                  <a:pt x="66225" y="24434"/>
                </a:lnTo>
                <a:lnTo>
                  <a:pt x="66414" y="24528"/>
                </a:lnTo>
                <a:lnTo>
                  <a:pt x="66320" y="24057"/>
                </a:lnTo>
                <a:lnTo>
                  <a:pt x="66697" y="24906"/>
                </a:lnTo>
                <a:lnTo>
                  <a:pt x="67074" y="26038"/>
                </a:lnTo>
                <a:lnTo>
                  <a:pt x="66414" y="24811"/>
                </a:lnTo>
                <a:lnTo>
                  <a:pt x="66791" y="25566"/>
                </a:lnTo>
                <a:lnTo>
                  <a:pt x="67169" y="26321"/>
                </a:lnTo>
                <a:lnTo>
                  <a:pt x="67263" y="26415"/>
                </a:lnTo>
                <a:lnTo>
                  <a:pt x="67923" y="28679"/>
                </a:lnTo>
                <a:lnTo>
                  <a:pt x="68206" y="29339"/>
                </a:lnTo>
                <a:lnTo>
                  <a:pt x="68678" y="30471"/>
                </a:lnTo>
                <a:lnTo>
                  <a:pt x="68772" y="30660"/>
                </a:lnTo>
                <a:lnTo>
                  <a:pt x="68678" y="30660"/>
                </a:lnTo>
                <a:lnTo>
                  <a:pt x="68395" y="30377"/>
                </a:lnTo>
                <a:lnTo>
                  <a:pt x="68206" y="30094"/>
                </a:lnTo>
                <a:lnTo>
                  <a:pt x="68206" y="30566"/>
                </a:lnTo>
                <a:lnTo>
                  <a:pt x="68301" y="31037"/>
                </a:lnTo>
                <a:lnTo>
                  <a:pt x="68395" y="31509"/>
                </a:lnTo>
                <a:lnTo>
                  <a:pt x="68395" y="31887"/>
                </a:lnTo>
                <a:lnTo>
                  <a:pt x="68301" y="31792"/>
                </a:lnTo>
                <a:lnTo>
                  <a:pt x="68301" y="31698"/>
                </a:lnTo>
                <a:lnTo>
                  <a:pt x="68301" y="31415"/>
                </a:lnTo>
                <a:lnTo>
                  <a:pt x="68018" y="30094"/>
                </a:lnTo>
                <a:lnTo>
                  <a:pt x="67735" y="28868"/>
                </a:lnTo>
                <a:lnTo>
                  <a:pt x="68112" y="31698"/>
                </a:lnTo>
                <a:lnTo>
                  <a:pt x="68206" y="33113"/>
                </a:lnTo>
                <a:lnTo>
                  <a:pt x="68206" y="34528"/>
                </a:lnTo>
                <a:lnTo>
                  <a:pt x="68112" y="35943"/>
                </a:lnTo>
                <a:lnTo>
                  <a:pt x="67923" y="37358"/>
                </a:lnTo>
                <a:lnTo>
                  <a:pt x="67546" y="38679"/>
                </a:lnTo>
                <a:lnTo>
                  <a:pt x="67074" y="40000"/>
                </a:lnTo>
                <a:lnTo>
                  <a:pt x="67263" y="39717"/>
                </a:lnTo>
                <a:lnTo>
                  <a:pt x="67357" y="39622"/>
                </a:lnTo>
                <a:lnTo>
                  <a:pt x="67357" y="39717"/>
                </a:lnTo>
                <a:lnTo>
                  <a:pt x="67263" y="40377"/>
                </a:lnTo>
                <a:lnTo>
                  <a:pt x="66980" y="41226"/>
                </a:lnTo>
                <a:lnTo>
                  <a:pt x="66791" y="41509"/>
                </a:lnTo>
                <a:lnTo>
                  <a:pt x="66697" y="41603"/>
                </a:lnTo>
                <a:lnTo>
                  <a:pt x="66414" y="42075"/>
                </a:lnTo>
                <a:lnTo>
                  <a:pt x="65754" y="43962"/>
                </a:lnTo>
                <a:lnTo>
                  <a:pt x="64905" y="46132"/>
                </a:lnTo>
                <a:lnTo>
                  <a:pt x="64150" y="47547"/>
                </a:lnTo>
                <a:lnTo>
                  <a:pt x="63395" y="48867"/>
                </a:lnTo>
                <a:lnTo>
                  <a:pt x="62546" y="50094"/>
                </a:lnTo>
                <a:lnTo>
                  <a:pt x="61697" y="51320"/>
                </a:lnTo>
                <a:lnTo>
                  <a:pt x="60376" y="52452"/>
                </a:lnTo>
                <a:lnTo>
                  <a:pt x="59810" y="53112"/>
                </a:lnTo>
                <a:lnTo>
                  <a:pt x="59244" y="53773"/>
                </a:lnTo>
                <a:lnTo>
                  <a:pt x="59999" y="53301"/>
                </a:lnTo>
                <a:lnTo>
                  <a:pt x="59905" y="53490"/>
                </a:lnTo>
                <a:lnTo>
                  <a:pt x="58018" y="54999"/>
                </a:lnTo>
                <a:lnTo>
                  <a:pt x="57075" y="55660"/>
                </a:lnTo>
                <a:lnTo>
                  <a:pt x="56037" y="56226"/>
                </a:lnTo>
                <a:lnTo>
                  <a:pt x="57924" y="54716"/>
                </a:lnTo>
                <a:lnTo>
                  <a:pt x="58867" y="53867"/>
                </a:lnTo>
                <a:lnTo>
                  <a:pt x="59716" y="53018"/>
                </a:lnTo>
                <a:lnTo>
                  <a:pt x="58961" y="53679"/>
                </a:lnTo>
                <a:lnTo>
                  <a:pt x="58207" y="54245"/>
                </a:lnTo>
                <a:lnTo>
                  <a:pt x="56603" y="55282"/>
                </a:lnTo>
                <a:lnTo>
                  <a:pt x="54905" y="56226"/>
                </a:lnTo>
                <a:lnTo>
                  <a:pt x="53301" y="57263"/>
                </a:lnTo>
                <a:lnTo>
                  <a:pt x="52735" y="57452"/>
                </a:lnTo>
                <a:lnTo>
                  <a:pt x="51509" y="57924"/>
                </a:lnTo>
                <a:lnTo>
                  <a:pt x="47829" y="59527"/>
                </a:lnTo>
                <a:lnTo>
                  <a:pt x="43962" y="61226"/>
                </a:lnTo>
                <a:lnTo>
                  <a:pt x="42358" y="61886"/>
                </a:lnTo>
                <a:lnTo>
                  <a:pt x="41414" y="62169"/>
                </a:lnTo>
                <a:lnTo>
                  <a:pt x="39433" y="62452"/>
                </a:lnTo>
                <a:lnTo>
                  <a:pt x="37169" y="62641"/>
                </a:lnTo>
                <a:lnTo>
                  <a:pt x="33679" y="62829"/>
                </a:lnTo>
                <a:lnTo>
                  <a:pt x="31226" y="62924"/>
                </a:lnTo>
                <a:lnTo>
                  <a:pt x="29528" y="62924"/>
                </a:lnTo>
                <a:lnTo>
                  <a:pt x="28301" y="62735"/>
                </a:lnTo>
                <a:lnTo>
                  <a:pt x="27075" y="62546"/>
                </a:lnTo>
                <a:lnTo>
                  <a:pt x="25754" y="62263"/>
                </a:lnTo>
                <a:lnTo>
                  <a:pt x="24622" y="61886"/>
                </a:lnTo>
                <a:lnTo>
                  <a:pt x="23396" y="61414"/>
                </a:lnTo>
                <a:lnTo>
                  <a:pt x="21320" y="60565"/>
                </a:lnTo>
                <a:lnTo>
                  <a:pt x="21509" y="60754"/>
                </a:lnTo>
                <a:lnTo>
                  <a:pt x="21698" y="60848"/>
                </a:lnTo>
                <a:lnTo>
                  <a:pt x="22169" y="61131"/>
                </a:lnTo>
                <a:lnTo>
                  <a:pt x="21037" y="60659"/>
                </a:lnTo>
                <a:lnTo>
                  <a:pt x="19434" y="59905"/>
                </a:lnTo>
                <a:lnTo>
                  <a:pt x="15754" y="57924"/>
                </a:lnTo>
                <a:lnTo>
                  <a:pt x="12453" y="56037"/>
                </a:lnTo>
                <a:lnTo>
                  <a:pt x="11415" y="55377"/>
                </a:lnTo>
                <a:lnTo>
                  <a:pt x="11226" y="55188"/>
                </a:lnTo>
                <a:lnTo>
                  <a:pt x="11132" y="55094"/>
                </a:lnTo>
                <a:lnTo>
                  <a:pt x="10377" y="54433"/>
                </a:lnTo>
                <a:lnTo>
                  <a:pt x="9717" y="53679"/>
                </a:lnTo>
                <a:lnTo>
                  <a:pt x="9717" y="53962"/>
                </a:lnTo>
                <a:lnTo>
                  <a:pt x="9622" y="54150"/>
                </a:lnTo>
                <a:lnTo>
                  <a:pt x="9528" y="54245"/>
                </a:lnTo>
                <a:lnTo>
                  <a:pt x="9434" y="54245"/>
                </a:lnTo>
                <a:lnTo>
                  <a:pt x="9151" y="54056"/>
                </a:lnTo>
                <a:lnTo>
                  <a:pt x="8868" y="53679"/>
                </a:lnTo>
                <a:lnTo>
                  <a:pt x="8585" y="53301"/>
                </a:lnTo>
                <a:lnTo>
                  <a:pt x="8302" y="52829"/>
                </a:lnTo>
                <a:lnTo>
                  <a:pt x="8302" y="52546"/>
                </a:lnTo>
                <a:lnTo>
                  <a:pt x="8302" y="52452"/>
                </a:lnTo>
                <a:lnTo>
                  <a:pt x="8396" y="52452"/>
                </a:lnTo>
                <a:lnTo>
                  <a:pt x="7924" y="52263"/>
                </a:lnTo>
                <a:lnTo>
                  <a:pt x="7358" y="51886"/>
                </a:lnTo>
                <a:lnTo>
                  <a:pt x="6038" y="50660"/>
                </a:lnTo>
                <a:lnTo>
                  <a:pt x="5849" y="50377"/>
                </a:lnTo>
                <a:lnTo>
                  <a:pt x="5566" y="50094"/>
                </a:lnTo>
                <a:lnTo>
                  <a:pt x="5566" y="50188"/>
                </a:lnTo>
                <a:lnTo>
                  <a:pt x="4811" y="49339"/>
                </a:lnTo>
                <a:lnTo>
                  <a:pt x="4717" y="49150"/>
                </a:lnTo>
                <a:lnTo>
                  <a:pt x="5189" y="49433"/>
                </a:lnTo>
                <a:lnTo>
                  <a:pt x="5377" y="49528"/>
                </a:lnTo>
                <a:lnTo>
                  <a:pt x="5472" y="49716"/>
                </a:lnTo>
                <a:lnTo>
                  <a:pt x="5660" y="50094"/>
                </a:lnTo>
                <a:lnTo>
                  <a:pt x="5377" y="49056"/>
                </a:lnTo>
                <a:lnTo>
                  <a:pt x="5000" y="48113"/>
                </a:lnTo>
                <a:lnTo>
                  <a:pt x="4057" y="45660"/>
                </a:lnTo>
                <a:lnTo>
                  <a:pt x="3585" y="44150"/>
                </a:lnTo>
                <a:lnTo>
                  <a:pt x="3208" y="42358"/>
                </a:lnTo>
                <a:lnTo>
                  <a:pt x="3396" y="42547"/>
                </a:lnTo>
                <a:lnTo>
                  <a:pt x="3491" y="42452"/>
                </a:lnTo>
                <a:lnTo>
                  <a:pt x="3585" y="42547"/>
                </a:lnTo>
                <a:lnTo>
                  <a:pt x="3774" y="42641"/>
                </a:lnTo>
                <a:lnTo>
                  <a:pt x="3679" y="40849"/>
                </a:lnTo>
                <a:lnTo>
                  <a:pt x="3585" y="38962"/>
                </a:lnTo>
                <a:lnTo>
                  <a:pt x="3679" y="37169"/>
                </a:lnTo>
                <a:lnTo>
                  <a:pt x="3774" y="36320"/>
                </a:lnTo>
                <a:lnTo>
                  <a:pt x="4057" y="35566"/>
                </a:lnTo>
                <a:lnTo>
                  <a:pt x="4434" y="33585"/>
                </a:lnTo>
                <a:lnTo>
                  <a:pt x="4434" y="33962"/>
                </a:lnTo>
                <a:lnTo>
                  <a:pt x="4528" y="34245"/>
                </a:lnTo>
                <a:lnTo>
                  <a:pt x="4717" y="32264"/>
                </a:lnTo>
                <a:lnTo>
                  <a:pt x="5189" y="30283"/>
                </a:lnTo>
                <a:lnTo>
                  <a:pt x="5755" y="28302"/>
                </a:lnTo>
                <a:lnTo>
                  <a:pt x="6604" y="26321"/>
                </a:lnTo>
                <a:lnTo>
                  <a:pt x="7453" y="24340"/>
                </a:lnTo>
                <a:lnTo>
                  <a:pt x="8585" y="22547"/>
                </a:lnTo>
                <a:lnTo>
                  <a:pt x="9717" y="20755"/>
                </a:lnTo>
                <a:lnTo>
                  <a:pt x="10943" y="19245"/>
                </a:lnTo>
                <a:lnTo>
                  <a:pt x="10849" y="19057"/>
                </a:lnTo>
                <a:lnTo>
                  <a:pt x="10849" y="18868"/>
                </a:lnTo>
                <a:lnTo>
                  <a:pt x="11132" y="18396"/>
                </a:lnTo>
                <a:lnTo>
                  <a:pt x="11604" y="17830"/>
                </a:lnTo>
                <a:lnTo>
                  <a:pt x="12264" y="17076"/>
                </a:lnTo>
                <a:lnTo>
                  <a:pt x="14151" y="15472"/>
                </a:lnTo>
                <a:lnTo>
                  <a:pt x="16415" y="13585"/>
                </a:lnTo>
                <a:lnTo>
                  <a:pt x="18868" y="11793"/>
                </a:lnTo>
                <a:lnTo>
                  <a:pt x="21226" y="10095"/>
                </a:lnTo>
                <a:lnTo>
                  <a:pt x="23302" y="8868"/>
                </a:lnTo>
                <a:lnTo>
                  <a:pt x="24717" y="8113"/>
                </a:lnTo>
                <a:lnTo>
                  <a:pt x="24245" y="8491"/>
                </a:lnTo>
                <a:lnTo>
                  <a:pt x="23773" y="8774"/>
                </a:lnTo>
                <a:lnTo>
                  <a:pt x="24811" y="8208"/>
                </a:lnTo>
                <a:lnTo>
                  <a:pt x="25566" y="7830"/>
                </a:lnTo>
                <a:lnTo>
                  <a:pt x="27452" y="6981"/>
                </a:lnTo>
                <a:lnTo>
                  <a:pt x="27264" y="6981"/>
                </a:lnTo>
                <a:lnTo>
                  <a:pt x="26981" y="6887"/>
                </a:lnTo>
                <a:lnTo>
                  <a:pt x="27830" y="6604"/>
                </a:lnTo>
                <a:lnTo>
                  <a:pt x="29056" y="6132"/>
                </a:lnTo>
                <a:lnTo>
                  <a:pt x="28679" y="6415"/>
                </a:lnTo>
                <a:lnTo>
                  <a:pt x="29056" y="6510"/>
                </a:lnTo>
                <a:lnTo>
                  <a:pt x="28962" y="6698"/>
                </a:lnTo>
                <a:lnTo>
                  <a:pt x="30283" y="6227"/>
                </a:lnTo>
                <a:lnTo>
                  <a:pt x="31698" y="5755"/>
                </a:lnTo>
                <a:lnTo>
                  <a:pt x="33113" y="5378"/>
                </a:lnTo>
                <a:lnTo>
                  <a:pt x="33867" y="5189"/>
                </a:lnTo>
                <a:lnTo>
                  <a:pt x="34169" y="5151"/>
                </a:lnTo>
                <a:lnTo>
                  <a:pt x="34169" y="5151"/>
                </a:lnTo>
                <a:lnTo>
                  <a:pt x="34905" y="4906"/>
                </a:lnTo>
                <a:lnTo>
                  <a:pt x="35754" y="4812"/>
                </a:lnTo>
                <a:lnTo>
                  <a:pt x="36603" y="4812"/>
                </a:lnTo>
                <a:lnTo>
                  <a:pt x="37547" y="4717"/>
                </a:lnTo>
                <a:lnTo>
                  <a:pt x="37830" y="4717"/>
                </a:lnTo>
                <a:lnTo>
                  <a:pt x="38396" y="4529"/>
                </a:lnTo>
                <a:lnTo>
                  <a:pt x="38867" y="4340"/>
                </a:lnTo>
                <a:lnTo>
                  <a:pt x="38867" y="4623"/>
                </a:lnTo>
                <a:lnTo>
                  <a:pt x="42735" y="4340"/>
                </a:lnTo>
                <a:lnTo>
                  <a:pt x="43207" y="4529"/>
                </a:lnTo>
                <a:lnTo>
                  <a:pt x="43018" y="4529"/>
                </a:lnTo>
                <a:lnTo>
                  <a:pt x="43867" y="4623"/>
                </a:lnTo>
                <a:lnTo>
                  <a:pt x="44811" y="4434"/>
                </a:lnTo>
                <a:lnTo>
                  <a:pt x="45094" y="4717"/>
                </a:lnTo>
                <a:lnTo>
                  <a:pt x="45754" y="4906"/>
                </a:lnTo>
                <a:lnTo>
                  <a:pt x="47546" y="5189"/>
                </a:lnTo>
                <a:lnTo>
                  <a:pt x="49622" y="5566"/>
                </a:lnTo>
                <a:lnTo>
                  <a:pt x="51131" y="5849"/>
                </a:lnTo>
                <a:lnTo>
                  <a:pt x="51131" y="5849"/>
                </a:lnTo>
                <a:lnTo>
                  <a:pt x="49244" y="5095"/>
                </a:lnTo>
                <a:lnTo>
                  <a:pt x="46886" y="4529"/>
                </a:lnTo>
                <a:lnTo>
                  <a:pt x="44433" y="3963"/>
                </a:lnTo>
                <a:lnTo>
                  <a:pt x="41980" y="3491"/>
                </a:lnTo>
                <a:lnTo>
                  <a:pt x="39528" y="3302"/>
                </a:lnTo>
                <a:lnTo>
                  <a:pt x="37358" y="3208"/>
                </a:lnTo>
                <a:lnTo>
                  <a:pt x="36415" y="3208"/>
                </a:lnTo>
                <a:lnTo>
                  <a:pt x="35565" y="3302"/>
                </a:lnTo>
                <a:lnTo>
                  <a:pt x="34811" y="3491"/>
                </a:lnTo>
                <a:lnTo>
                  <a:pt x="34150" y="3680"/>
                </a:lnTo>
                <a:lnTo>
                  <a:pt x="33490" y="3585"/>
                </a:lnTo>
                <a:lnTo>
                  <a:pt x="32830" y="3491"/>
                </a:lnTo>
                <a:lnTo>
                  <a:pt x="31509" y="3585"/>
                </a:lnTo>
                <a:lnTo>
                  <a:pt x="30000" y="3868"/>
                </a:lnTo>
                <a:lnTo>
                  <a:pt x="28490" y="4246"/>
                </a:lnTo>
                <a:lnTo>
                  <a:pt x="26981" y="4812"/>
                </a:lnTo>
                <a:lnTo>
                  <a:pt x="25471" y="5472"/>
                </a:lnTo>
                <a:lnTo>
                  <a:pt x="23868" y="6321"/>
                </a:lnTo>
                <a:lnTo>
                  <a:pt x="22358" y="7170"/>
                </a:lnTo>
                <a:lnTo>
                  <a:pt x="20849" y="8113"/>
                </a:lnTo>
                <a:lnTo>
                  <a:pt x="19339" y="9151"/>
                </a:lnTo>
                <a:lnTo>
                  <a:pt x="17924" y="10283"/>
                </a:lnTo>
                <a:lnTo>
                  <a:pt x="16604" y="11321"/>
                </a:lnTo>
                <a:lnTo>
                  <a:pt x="14056" y="13491"/>
                </a:lnTo>
                <a:lnTo>
                  <a:pt x="12075" y="15472"/>
                </a:lnTo>
                <a:lnTo>
                  <a:pt x="9717" y="18491"/>
                </a:lnTo>
                <a:lnTo>
                  <a:pt x="10000" y="17830"/>
                </a:lnTo>
                <a:lnTo>
                  <a:pt x="10377" y="17264"/>
                </a:lnTo>
                <a:lnTo>
                  <a:pt x="9717" y="18113"/>
                </a:lnTo>
                <a:lnTo>
                  <a:pt x="9056" y="19057"/>
                </a:lnTo>
                <a:lnTo>
                  <a:pt x="9151" y="19245"/>
                </a:lnTo>
                <a:lnTo>
                  <a:pt x="8396" y="20189"/>
                </a:lnTo>
                <a:lnTo>
                  <a:pt x="9151" y="18774"/>
                </a:lnTo>
                <a:lnTo>
                  <a:pt x="8019" y="20377"/>
                </a:lnTo>
                <a:lnTo>
                  <a:pt x="7075" y="22075"/>
                </a:lnTo>
                <a:lnTo>
                  <a:pt x="6226" y="23868"/>
                </a:lnTo>
                <a:lnTo>
                  <a:pt x="5472" y="25755"/>
                </a:lnTo>
                <a:lnTo>
                  <a:pt x="4151" y="29434"/>
                </a:lnTo>
                <a:lnTo>
                  <a:pt x="2924" y="32924"/>
                </a:lnTo>
                <a:lnTo>
                  <a:pt x="3019" y="33113"/>
                </a:lnTo>
                <a:lnTo>
                  <a:pt x="2924" y="33773"/>
                </a:lnTo>
                <a:lnTo>
                  <a:pt x="2453" y="36509"/>
                </a:lnTo>
                <a:lnTo>
                  <a:pt x="1981" y="39434"/>
                </a:lnTo>
                <a:lnTo>
                  <a:pt x="1981" y="39528"/>
                </a:lnTo>
                <a:lnTo>
                  <a:pt x="1981" y="39905"/>
                </a:lnTo>
                <a:lnTo>
                  <a:pt x="1792" y="41415"/>
                </a:lnTo>
                <a:lnTo>
                  <a:pt x="1698" y="42358"/>
                </a:lnTo>
                <a:lnTo>
                  <a:pt x="1698" y="43301"/>
                </a:lnTo>
                <a:lnTo>
                  <a:pt x="1792" y="44245"/>
                </a:lnTo>
                <a:lnTo>
                  <a:pt x="1887" y="44999"/>
                </a:lnTo>
                <a:lnTo>
                  <a:pt x="2170" y="46603"/>
                </a:lnTo>
                <a:lnTo>
                  <a:pt x="2170" y="46603"/>
                </a:lnTo>
                <a:lnTo>
                  <a:pt x="1887" y="46415"/>
                </a:lnTo>
                <a:lnTo>
                  <a:pt x="1792" y="46320"/>
                </a:lnTo>
                <a:lnTo>
                  <a:pt x="1792" y="46509"/>
                </a:lnTo>
                <a:lnTo>
                  <a:pt x="1981" y="46981"/>
                </a:lnTo>
                <a:lnTo>
                  <a:pt x="1415" y="46132"/>
                </a:lnTo>
                <a:lnTo>
                  <a:pt x="1509" y="46509"/>
                </a:lnTo>
                <a:lnTo>
                  <a:pt x="1321" y="46981"/>
                </a:lnTo>
                <a:lnTo>
                  <a:pt x="472" y="45471"/>
                </a:lnTo>
                <a:lnTo>
                  <a:pt x="377" y="45565"/>
                </a:lnTo>
                <a:lnTo>
                  <a:pt x="283" y="45660"/>
                </a:lnTo>
                <a:lnTo>
                  <a:pt x="189" y="45660"/>
                </a:lnTo>
                <a:lnTo>
                  <a:pt x="0" y="45565"/>
                </a:lnTo>
                <a:lnTo>
                  <a:pt x="0" y="45565"/>
                </a:lnTo>
                <a:lnTo>
                  <a:pt x="1038" y="47924"/>
                </a:lnTo>
                <a:lnTo>
                  <a:pt x="2264" y="50282"/>
                </a:lnTo>
                <a:lnTo>
                  <a:pt x="2075" y="49905"/>
                </a:lnTo>
                <a:lnTo>
                  <a:pt x="2170" y="49528"/>
                </a:lnTo>
                <a:lnTo>
                  <a:pt x="2736" y="50188"/>
                </a:lnTo>
                <a:lnTo>
                  <a:pt x="3208" y="50660"/>
                </a:lnTo>
                <a:lnTo>
                  <a:pt x="3396" y="50943"/>
                </a:lnTo>
                <a:lnTo>
                  <a:pt x="3396" y="51037"/>
                </a:lnTo>
                <a:lnTo>
                  <a:pt x="3302" y="50943"/>
                </a:lnTo>
                <a:lnTo>
                  <a:pt x="3302" y="50943"/>
                </a:lnTo>
                <a:lnTo>
                  <a:pt x="3585" y="51320"/>
                </a:lnTo>
                <a:lnTo>
                  <a:pt x="4623" y="53207"/>
                </a:lnTo>
                <a:lnTo>
                  <a:pt x="5755" y="55094"/>
                </a:lnTo>
                <a:lnTo>
                  <a:pt x="7075" y="56886"/>
                </a:lnTo>
                <a:lnTo>
                  <a:pt x="8585" y="58490"/>
                </a:lnTo>
                <a:lnTo>
                  <a:pt x="10189" y="59999"/>
                </a:lnTo>
                <a:lnTo>
                  <a:pt x="11792" y="61414"/>
                </a:lnTo>
                <a:lnTo>
                  <a:pt x="13585" y="62735"/>
                </a:lnTo>
                <a:lnTo>
                  <a:pt x="15471" y="63867"/>
                </a:lnTo>
                <a:lnTo>
                  <a:pt x="17641" y="64905"/>
                </a:lnTo>
                <a:lnTo>
                  <a:pt x="20000" y="65942"/>
                </a:lnTo>
                <a:lnTo>
                  <a:pt x="22358" y="66697"/>
                </a:lnTo>
                <a:lnTo>
                  <a:pt x="24811" y="67263"/>
                </a:lnTo>
                <a:lnTo>
                  <a:pt x="27264" y="67735"/>
                </a:lnTo>
                <a:lnTo>
                  <a:pt x="29811" y="68018"/>
                </a:lnTo>
                <a:lnTo>
                  <a:pt x="32264" y="68206"/>
                </a:lnTo>
                <a:lnTo>
                  <a:pt x="34811" y="68112"/>
                </a:lnTo>
                <a:lnTo>
                  <a:pt x="36981" y="67829"/>
                </a:lnTo>
                <a:lnTo>
                  <a:pt x="40471" y="67263"/>
                </a:lnTo>
                <a:lnTo>
                  <a:pt x="44056" y="66508"/>
                </a:lnTo>
                <a:lnTo>
                  <a:pt x="45565" y="66131"/>
                </a:lnTo>
                <a:lnTo>
                  <a:pt x="46509" y="65848"/>
                </a:lnTo>
                <a:lnTo>
                  <a:pt x="46509" y="65942"/>
                </a:lnTo>
                <a:lnTo>
                  <a:pt x="48018" y="65376"/>
                </a:lnTo>
                <a:lnTo>
                  <a:pt x="49527" y="64622"/>
                </a:lnTo>
                <a:lnTo>
                  <a:pt x="48867" y="64810"/>
                </a:lnTo>
                <a:lnTo>
                  <a:pt x="50754" y="63773"/>
                </a:lnTo>
                <a:lnTo>
                  <a:pt x="52546" y="62641"/>
                </a:lnTo>
                <a:lnTo>
                  <a:pt x="54244" y="61320"/>
                </a:lnTo>
                <a:lnTo>
                  <a:pt x="56037" y="59810"/>
                </a:lnTo>
                <a:lnTo>
                  <a:pt x="55282" y="60659"/>
                </a:lnTo>
                <a:lnTo>
                  <a:pt x="57263" y="59056"/>
                </a:lnTo>
                <a:lnTo>
                  <a:pt x="58112" y="58395"/>
                </a:lnTo>
                <a:lnTo>
                  <a:pt x="58207" y="58301"/>
                </a:lnTo>
                <a:lnTo>
                  <a:pt x="58112" y="58301"/>
                </a:lnTo>
                <a:lnTo>
                  <a:pt x="58584" y="57924"/>
                </a:lnTo>
                <a:lnTo>
                  <a:pt x="59056" y="57546"/>
                </a:lnTo>
                <a:lnTo>
                  <a:pt x="59999" y="56414"/>
                </a:lnTo>
                <a:lnTo>
                  <a:pt x="61414" y="55188"/>
                </a:lnTo>
                <a:lnTo>
                  <a:pt x="61414" y="55188"/>
                </a:lnTo>
                <a:lnTo>
                  <a:pt x="61131" y="55282"/>
                </a:lnTo>
                <a:lnTo>
                  <a:pt x="61508" y="54811"/>
                </a:lnTo>
                <a:lnTo>
                  <a:pt x="62735" y="53867"/>
                </a:lnTo>
                <a:lnTo>
                  <a:pt x="63867" y="52735"/>
                </a:lnTo>
                <a:lnTo>
                  <a:pt x="66131" y="50471"/>
                </a:lnTo>
                <a:lnTo>
                  <a:pt x="66131" y="50565"/>
                </a:lnTo>
                <a:lnTo>
                  <a:pt x="66320" y="50660"/>
                </a:lnTo>
                <a:lnTo>
                  <a:pt x="66414" y="50660"/>
                </a:lnTo>
                <a:lnTo>
                  <a:pt x="66603" y="50565"/>
                </a:lnTo>
                <a:lnTo>
                  <a:pt x="66603" y="50754"/>
                </a:lnTo>
                <a:lnTo>
                  <a:pt x="66508" y="50943"/>
                </a:lnTo>
                <a:lnTo>
                  <a:pt x="65848" y="51603"/>
                </a:lnTo>
                <a:lnTo>
                  <a:pt x="64999" y="52546"/>
                </a:lnTo>
                <a:lnTo>
                  <a:pt x="65376" y="52358"/>
                </a:lnTo>
                <a:lnTo>
                  <a:pt x="65848" y="52075"/>
                </a:lnTo>
                <a:lnTo>
                  <a:pt x="66697" y="51320"/>
                </a:lnTo>
                <a:lnTo>
                  <a:pt x="67546" y="50282"/>
                </a:lnTo>
                <a:lnTo>
                  <a:pt x="68301" y="49056"/>
                </a:lnTo>
                <a:lnTo>
                  <a:pt x="69055" y="47830"/>
                </a:lnTo>
                <a:lnTo>
                  <a:pt x="69716" y="46603"/>
                </a:lnTo>
                <a:lnTo>
                  <a:pt x="70565" y="44811"/>
                </a:lnTo>
                <a:lnTo>
                  <a:pt x="70282" y="45094"/>
                </a:lnTo>
                <a:lnTo>
                  <a:pt x="70942" y="43490"/>
                </a:lnTo>
                <a:lnTo>
                  <a:pt x="71037" y="43396"/>
                </a:lnTo>
                <a:lnTo>
                  <a:pt x="71697" y="41320"/>
                </a:lnTo>
                <a:lnTo>
                  <a:pt x="72263" y="39245"/>
                </a:lnTo>
                <a:lnTo>
                  <a:pt x="72640" y="37358"/>
                </a:lnTo>
                <a:lnTo>
                  <a:pt x="72923" y="35849"/>
                </a:lnTo>
                <a:lnTo>
                  <a:pt x="72829" y="36226"/>
                </a:lnTo>
                <a:lnTo>
                  <a:pt x="72735" y="36698"/>
                </a:lnTo>
                <a:lnTo>
                  <a:pt x="72452" y="36981"/>
                </a:lnTo>
                <a:lnTo>
                  <a:pt x="72169" y="37358"/>
                </a:lnTo>
                <a:lnTo>
                  <a:pt x="72263" y="36981"/>
                </a:lnTo>
                <a:lnTo>
                  <a:pt x="72452" y="36415"/>
                </a:lnTo>
                <a:lnTo>
                  <a:pt x="72452" y="35849"/>
                </a:lnTo>
                <a:lnTo>
                  <a:pt x="72357" y="35660"/>
                </a:lnTo>
                <a:lnTo>
                  <a:pt x="72263" y="35471"/>
                </a:lnTo>
                <a:lnTo>
                  <a:pt x="72640" y="33868"/>
                </a:lnTo>
                <a:lnTo>
                  <a:pt x="72735" y="33113"/>
                </a:lnTo>
                <a:lnTo>
                  <a:pt x="72735" y="32358"/>
                </a:lnTo>
                <a:lnTo>
                  <a:pt x="72923" y="33207"/>
                </a:lnTo>
                <a:lnTo>
                  <a:pt x="73018" y="34151"/>
                </a:lnTo>
                <a:lnTo>
                  <a:pt x="72923" y="32358"/>
                </a:lnTo>
                <a:lnTo>
                  <a:pt x="72923" y="31792"/>
                </a:lnTo>
                <a:lnTo>
                  <a:pt x="73112" y="30754"/>
                </a:lnTo>
                <a:lnTo>
                  <a:pt x="72829" y="31604"/>
                </a:lnTo>
                <a:lnTo>
                  <a:pt x="72735" y="30283"/>
                </a:lnTo>
                <a:lnTo>
                  <a:pt x="72546" y="28868"/>
                </a:lnTo>
                <a:lnTo>
                  <a:pt x="72357" y="27641"/>
                </a:lnTo>
                <a:lnTo>
                  <a:pt x="71980" y="26038"/>
                </a:lnTo>
                <a:lnTo>
                  <a:pt x="71414" y="24151"/>
                </a:lnTo>
                <a:lnTo>
                  <a:pt x="70754" y="22170"/>
                </a:lnTo>
                <a:lnTo>
                  <a:pt x="69905" y="20000"/>
                </a:lnTo>
                <a:lnTo>
                  <a:pt x="68867" y="18019"/>
                </a:lnTo>
                <a:lnTo>
                  <a:pt x="68301" y="16981"/>
                </a:lnTo>
                <a:lnTo>
                  <a:pt x="67735" y="16132"/>
                </a:lnTo>
                <a:lnTo>
                  <a:pt x="67074" y="15283"/>
                </a:lnTo>
                <a:lnTo>
                  <a:pt x="66414" y="14434"/>
                </a:lnTo>
                <a:lnTo>
                  <a:pt x="66508" y="14623"/>
                </a:lnTo>
                <a:lnTo>
                  <a:pt x="66414" y="14906"/>
                </a:lnTo>
                <a:lnTo>
                  <a:pt x="65754" y="14057"/>
                </a:lnTo>
                <a:lnTo>
                  <a:pt x="65093" y="13113"/>
                </a:lnTo>
                <a:lnTo>
                  <a:pt x="64537" y="12278"/>
                </a:lnTo>
                <a:lnTo>
                  <a:pt x="62924" y="10755"/>
                </a:lnTo>
                <a:lnTo>
                  <a:pt x="63018" y="10755"/>
                </a:lnTo>
                <a:lnTo>
                  <a:pt x="63018" y="10661"/>
                </a:lnTo>
                <a:lnTo>
                  <a:pt x="62924" y="10472"/>
                </a:lnTo>
                <a:lnTo>
                  <a:pt x="62263" y="9717"/>
                </a:lnTo>
                <a:lnTo>
                  <a:pt x="60376" y="7830"/>
                </a:lnTo>
                <a:lnTo>
                  <a:pt x="60754" y="8396"/>
                </a:lnTo>
                <a:lnTo>
                  <a:pt x="61131" y="8774"/>
                </a:lnTo>
                <a:lnTo>
                  <a:pt x="60376" y="8396"/>
                </a:lnTo>
                <a:lnTo>
                  <a:pt x="59716" y="7925"/>
                </a:lnTo>
                <a:lnTo>
                  <a:pt x="59087" y="7476"/>
                </a:lnTo>
                <a:lnTo>
                  <a:pt x="59810" y="8302"/>
                </a:lnTo>
                <a:lnTo>
                  <a:pt x="58678" y="7642"/>
                </a:lnTo>
                <a:lnTo>
                  <a:pt x="57641" y="6981"/>
                </a:lnTo>
                <a:lnTo>
                  <a:pt x="55471" y="5472"/>
                </a:lnTo>
                <a:lnTo>
                  <a:pt x="53301" y="4057"/>
                </a:lnTo>
                <a:lnTo>
                  <a:pt x="52169" y="3397"/>
                </a:lnTo>
                <a:lnTo>
                  <a:pt x="51037" y="2831"/>
                </a:lnTo>
                <a:lnTo>
                  <a:pt x="52075" y="2831"/>
                </a:lnTo>
                <a:lnTo>
                  <a:pt x="50660" y="1982"/>
                </a:lnTo>
                <a:lnTo>
                  <a:pt x="49811" y="1604"/>
                </a:lnTo>
                <a:lnTo>
                  <a:pt x="48867" y="1227"/>
                </a:lnTo>
                <a:lnTo>
                  <a:pt x="48018" y="849"/>
                </a:lnTo>
                <a:lnTo>
                  <a:pt x="47075" y="661"/>
                </a:lnTo>
                <a:lnTo>
                  <a:pt x="46226" y="566"/>
                </a:lnTo>
                <a:lnTo>
                  <a:pt x="45471" y="661"/>
                </a:lnTo>
                <a:lnTo>
                  <a:pt x="46226" y="849"/>
                </a:lnTo>
                <a:lnTo>
                  <a:pt x="46866" y="1215"/>
                </a:lnTo>
                <a:lnTo>
                  <a:pt x="46980" y="1227"/>
                </a:lnTo>
                <a:lnTo>
                  <a:pt x="47452" y="1416"/>
                </a:lnTo>
                <a:lnTo>
                  <a:pt x="47924" y="1510"/>
                </a:lnTo>
                <a:lnTo>
                  <a:pt x="47358" y="1321"/>
                </a:lnTo>
                <a:lnTo>
                  <a:pt x="46886" y="944"/>
                </a:lnTo>
                <a:lnTo>
                  <a:pt x="47829" y="1227"/>
                </a:lnTo>
                <a:lnTo>
                  <a:pt x="48773" y="1604"/>
                </a:lnTo>
                <a:lnTo>
                  <a:pt x="49622" y="2076"/>
                </a:lnTo>
                <a:lnTo>
                  <a:pt x="50377" y="2642"/>
                </a:lnTo>
                <a:lnTo>
                  <a:pt x="50377" y="2642"/>
                </a:lnTo>
                <a:lnTo>
                  <a:pt x="49622" y="2265"/>
                </a:lnTo>
                <a:lnTo>
                  <a:pt x="48584" y="1887"/>
                </a:lnTo>
                <a:lnTo>
                  <a:pt x="47358" y="1510"/>
                </a:lnTo>
                <a:lnTo>
                  <a:pt x="46037" y="1132"/>
                </a:lnTo>
                <a:lnTo>
                  <a:pt x="46809" y="1210"/>
                </a:lnTo>
                <a:lnTo>
                  <a:pt x="44339" y="661"/>
                </a:lnTo>
                <a:lnTo>
                  <a:pt x="44716" y="755"/>
                </a:lnTo>
                <a:lnTo>
                  <a:pt x="43113" y="472"/>
                </a:lnTo>
                <a:lnTo>
                  <a:pt x="41603" y="283"/>
                </a:lnTo>
                <a:lnTo>
                  <a:pt x="40282" y="95"/>
                </a:lnTo>
                <a:lnTo>
                  <a:pt x="39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6" name="Google Shape;367;p38"/>
          <p:cNvSpPr/>
          <p:nvPr/>
        </p:nvSpPr>
        <p:spPr>
          <a:xfrm>
            <a:off x="8712896" y="33724"/>
            <a:ext cx="392472" cy="391401"/>
          </a:xfrm>
          <a:custGeom>
            <a:avLst/>
            <a:gdLst/>
            <a:ahLst/>
            <a:cxnLst/>
            <a:rect l="l" t="t" r="r" b="b"/>
            <a:pathLst>
              <a:path w="17958" h="17909" extrusionOk="0">
                <a:moveTo>
                  <a:pt x="11972" y="390"/>
                </a:moveTo>
                <a:lnTo>
                  <a:pt x="12069" y="414"/>
                </a:lnTo>
                <a:lnTo>
                  <a:pt x="12166" y="463"/>
                </a:lnTo>
                <a:lnTo>
                  <a:pt x="12288" y="511"/>
                </a:lnTo>
                <a:lnTo>
                  <a:pt x="12483" y="682"/>
                </a:lnTo>
                <a:lnTo>
                  <a:pt x="12653" y="852"/>
                </a:lnTo>
                <a:lnTo>
                  <a:pt x="12823" y="1047"/>
                </a:lnTo>
                <a:lnTo>
                  <a:pt x="13091" y="1387"/>
                </a:lnTo>
                <a:lnTo>
                  <a:pt x="13456" y="1801"/>
                </a:lnTo>
                <a:lnTo>
                  <a:pt x="13821" y="2166"/>
                </a:lnTo>
                <a:lnTo>
                  <a:pt x="14235" y="2507"/>
                </a:lnTo>
                <a:lnTo>
                  <a:pt x="14648" y="2847"/>
                </a:lnTo>
                <a:lnTo>
                  <a:pt x="14843" y="3042"/>
                </a:lnTo>
                <a:lnTo>
                  <a:pt x="15038" y="3237"/>
                </a:lnTo>
                <a:lnTo>
                  <a:pt x="15403" y="3626"/>
                </a:lnTo>
                <a:lnTo>
                  <a:pt x="15743" y="4040"/>
                </a:lnTo>
                <a:lnTo>
                  <a:pt x="16108" y="4453"/>
                </a:lnTo>
                <a:lnTo>
                  <a:pt x="16449" y="4818"/>
                </a:lnTo>
                <a:lnTo>
                  <a:pt x="16619" y="4988"/>
                </a:lnTo>
                <a:lnTo>
                  <a:pt x="16814" y="5159"/>
                </a:lnTo>
                <a:lnTo>
                  <a:pt x="17130" y="5426"/>
                </a:lnTo>
                <a:lnTo>
                  <a:pt x="17276" y="5572"/>
                </a:lnTo>
                <a:lnTo>
                  <a:pt x="17398" y="5743"/>
                </a:lnTo>
                <a:lnTo>
                  <a:pt x="17422" y="5791"/>
                </a:lnTo>
                <a:lnTo>
                  <a:pt x="17422" y="5791"/>
                </a:lnTo>
                <a:lnTo>
                  <a:pt x="16887" y="5499"/>
                </a:lnTo>
                <a:lnTo>
                  <a:pt x="16449" y="5280"/>
                </a:lnTo>
                <a:lnTo>
                  <a:pt x="16230" y="5159"/>
                </a:lnTo>
                <a:lnTo>
                  <a:pt x="15987" y="5061"/>
                </a:lnTo>
                <a:lnTo>
                  <a:pt x="15962" y="5086"/>
                </a:lnTo>
                <a:lnTo>
                  <a:pt x="15962" y="5110"/>
                </a:lnTo>
                <a:lnTo>
                  <a:pt x="15987" y="5232"/>
                </a:lnTo>
                <a:lnTo>
                  <a:pt x="16035" y="5329"/>
                </a:lnTo>
                <a:lnTo>
                  <a:pt x="16181" y="5499"/>
                </a:lnTo>
                <a:lnTo>
                  <a:pt x="16352" y="5645"/>
                </a:lnTo>
                <a:lnTo>
                  <a:pt x="16571" y="5791"/>
                </a:lnTo>
                <a:lnTo>
                  <a:pt x="17033" y="6010"/>
                </a:lnTo>
                <a:lnTo>
                  <a:pt x="17252" y="6132"/>
                </a:lnTo>
                <a:lnTo>
                  <a:pt x="17446" y="6229"/>
                </a:lnTo>
                <a:lnTo>
                  <a:pt x="17349" y="6351"/>
                </a:lnTo>
                <a:lnTo>
                  <a:pt x="17227" y="6448"/>
                </a:lnTo>
                <a:lnTo>
                  <a:pt x="17154" y="6375"/>
                </a:lnTo>
                <a:lnTo>
                  <a:pt x="17082" y="6302"/>
                </a:lnTo>
                <a:lnTo>
                  <a:pt x="16887" y="6205"/>
                </a:lnTo>
                <a:lnTo>
                  <a:pt x="16498" y="6010"/>
                </a:lnTo>
                <a:lnTo>
                  <a:pt x="16400" y="5937"/>
                </a:lnTo>
                <a:lnTo>
                  <a:pt x="16303" y="5840"/>
                </a:lnTo>
                <a:lnTo>
                  <a:pt x="16108" y="5645"/>
                </a:lnTo>
                <a:lnTo>
                  <a:pt x="16011" y="5548"/>
                </a:lnTo>
                <a:lnTo>
                  <a:pt x="15914" y="5451"/>
                </a:lnTo>
                <a:lnTo>
                  <a:pt x="15816" y="5402"/>
                </a:lnTo>
                <a:lnTo>
                  <a:pt x="15695" y="5353"/>
                </a:lnTo>
                <a:lnTo>
                  <a:pt x="15670" y="5353"/>
                </a:lnTo>
                <a:lnTo>
                  <a:pt x="15646" y="5378"/>
                </a:lnTo>
                <a:lnTo>
                  <a:pt x="15622" y="5426"/>
                </a:lnTo>
                <a:lnTo>
                  <a:pt x="15622" y="5548"/>
                </a:lnTo>
                <a:lnTo>
                  <a:pt x="15670" y="5645"/>
                </a:lnTo>
                <a:lnTo>
                  <a:pt x="15792" y="5864"/>
                </a:lnTo>
                <a:lnTo>
                  <a:pt x="15962" y="6083"/>
                </a:lnTo>
                <a:lnTo>
                  <a:pt x="16133" y="6229"/>
                </a:lnTo>
                <a:lnTo>
                  <a:pt x="16303" y="6351"/>
                </a:lnTo>
                <a:lnTo>
                  <a:pt x="16473" y="6448"/>
                </a:lnTo>
                <a:lnTo>
                  <a:pt x="16668" y="6521"/>
                </a:lnTo>
                <a:lnTo>
                  <a:pt x="16838" y="6643"/>
                </a:lnTo>
                <a:lnTo>
                  <a:pt x="16619" y="6692"/>
                </a:lnTo>
                <a:lnTo>
                  <a:pt x="16400" y="6716"/>
                </a:lnTo>
                <a:lnTo>
                  <a:pt x="16376" y="6692"/>
                </a:lnTo>
                <a:lnTo>
                  <a:pt x="16327" y="6643"/>
                </a:lnTo>
                <a:lnTo>
                  <a:pt x="16181" y="6570"/>
                </a:lnTo>
                <a:lnTo>
                  <a:pt x="16108" y="6546"/>
                </a:lnTo>
                <a:lnTo>
                  <a:pt x="16035" y="6497"/>
                </a:lnTo>
                <a:lnTo>
                  <a:pt x="15889" y="6375"/>
                </a:lnTo>
                <a:lnTo>
                  <a:pt x="15768" y="6229"/>
                </a:lnTo>
                <a:lnTo>
                  <a:pt x="15670" y="6108"/>
                </a:lnTo>
                <a:lnTo>
                  <a:pt x="15549" y="6010"/>
                </a:lnTo>
                <a:lnTo>
                  <a:pt x="15403" y="5962"/>
                </a:lnTo>
                <a:lnTo>
                  <a:pt x="15330" y="5937"/>
                </a:lnTo>
                <a:lnTo>
                  <a:pt x="15257" y="5962"/>
                </a:lnTo>
                <a:lnTo>
                  <a:pt x="15232" y="5962"/>
                </a:lnTo>
                <a:lnTo>
                  <a:pt x="15232" y="6010"/>
                </a:lnTo>
                <a:lnTo>
                  <a:pt x="15281" y="6181"/>
                </a:lnTo>
                <a:lnTo>
                  <a:pt x="15354" y="6327"/>
                </a:lnTo>
                <a:lnTo>
                  <a:pt x="15573" y="6619"/>
                </a:lnTo>
                <a:lnTo>
                  <a:pt x="15622" y="6692"/>
                </a:lnTo>
                <a:lnTo>
                  <a:pt x="15354" y="6643"/>
                </a:lnTo>
                <a:lnTo>
                  <a:pt x="15086" y="6570"/>
                </a:lnTo>
                <a:lnTo>
                  <a:pt x="15086" y="6546"/>
                </a:lnTo>
                <a:lnTo>
                  <a:pt x="14843" y="6205"/>
                </a:lnTo>
                <a:lnTo>
                  <a:pt x="14575" y="5889"/>
                </a:lnTo>
                <a:lnTo>
                  <a:pt x="14283" y="5572"/>
                </a:lnTo>
                <a:lnTo>
                  <a:pt x="13991" y="5256"/>
                </a:lnTo>
                <a:lnTo>
                  <a:pt x="13359" y="4672"/>
                </a:lnTo>
                <a:lnTo>
                  <a:pt x="12726" y="4137"/>
                </a:lnTo>
                <a:lnTo>
                  <a:pt x="11996" y="3456"/>
                </a:lnTo>
                <a:lnTo>
                  <a:pt x="11607" y="3139"/>
                </a:lnTo>
                <a:lnTo>
                  <a:pt x="11217" y="2823"/>
                </a:lnTo>
                <a:lnTo>
                  <a:pt x="11169" y="2823"/>
                </a:lnTo>
                <a:lnTo>
                  <a:pt x="11144" y="2750"/>
                </a:lnTo>
                <a:lnTo>
                  <a:pt x="11071" y="2628"/>
                </a:lnTo>
                <a:lnTo>
                  <a:pt x="11023" y="2482"/>
                </a:lnTo>
                <a:lnTo>
                  <a:pt x="10974" y="2336"/>
                </a:lnTo>
                <a:lnTo>
                  <a:pt x="10950" y="2166"/>
                </a:lnTo>
                <a:lnTo>
                  <a:pt x="10925" y="1850"/>
                </a:lnTo>
                <a:lnTo>
                  <a:pt x="10974" y="1509"/>
                </a:lnTo>
                <a:lnTo>
                  <a:pt x="11071" y="1193"/>
                </a:lnTo>
                <a:lnTo>
                  <a:pt x="11144" y="1022"/>
                </a:lnTo>
                <a:lnTo>
                  <a:pt x="11217" y="901"/>
                </a:lnTo>
                <a:lnTo>
                  <a:pt x="11315" y="755"/>
                </a:lnTo>
                <a:lnTo>
                  <a:pt x="11412" y="633"/>
                </a:lnTo>
                <a:lnTo>
                  <a:pt x="11534" y="536"/>
                </a:lnTo>
                <a:lnTo>
                  <a:pt x="11655" y="463"/>
                </a:lnTo>
                <a:lnTo>
                  <a:pt x="11753" y="414"/>
                </a:lnTo>
                <a:lnTo>
                  <a:pt x="11850" y="390"/>
                </a:lnTo>
                <a:close/>
                <a:moveTo>
                  <a:pt x="10098" y="4745"/>
                </a:moveTo>
                <a:lnTo>
                  <a:pt x="9976" y="4794"/>
                </a:lnTo>
                <a:lnTo>
                  <a:pt x="9879" y="4867"/>
                </a:lnTo>
                <a:lnTo>
                  <a:pt x="9684" y="5037"/>
                </a:lnTo>
                <a:lnTo>
                  <a:pt x="9149" y="5572"/>
                </a:lnTo>
                <a:lnTo>
                  <a:pt x="8687" y="6035"/>
                </a:lnTo>
                <a:lnTo>
                  <a:pt x="8468" y="6302"/>
                </a:lnTo>
                <a:lnTo>
                  <a:pt x="8273" y="6570"/>
                </a:lnTo>
                <a:lnTo>
                  <a:pt x="8249" y="6643"/>
                </a:lnTo>
                <a:lnTo>
                  <a:pt x="8273" y="6716"/>
                </a:lnTo>
                <a:lnTo>
                  <a:pt x="8346" y="6789"/>
                </a:lnTo>
                <a:lnTo>
                  <a:pt x="8419" y="6789"/>
                </a:lnTo>
                <a:lnTo>
                  <a:pt x="8565" y="6765"/>
                </a:lnTo>
                <a:lnTo>
                  <a:pt x="8687" y="6716"/>
                </a:lnTo>
                <a:lnTo>
                  <a:pt x="8833" y="6619"/>
                </a:lnTo>
                <a:lnTo>
                  <a:pt x="8979" y="6521"/>
                </a:lnTo>
                <a:lnTo>
                  <a:pt x="9222" y="6278"/>
                </a:lnTo>
                <a:lnTo>
                  <a:pt x="9417" y="6059"/>
                </a:lnTo>
                <a:lnTo>
                  <a:pt x="9976" y="5524"/>
                </a:lnTo>
                <a:lnTo>
                  <a:pt x="10171" y="5353"/>
                </a:lnTo>
                <a:lnTo>
                  <a:pt x="10268" y="5280"/>
                </a:lnTo>
                <a:lnTo>
                  <a:pt x="10341" y="5207"/>
                </a:lnTo>
                <a:lnTo>
                  <a:pt x="10414" y="5110"/>
                </a:lnTo>
                <a:lnTo>
                  <a:pt x="10414" y="5037"/>
                </a:lnTo>
                <a:lnTo>
                  <a:pt x="10414" y="4964"/>
                </a:lnTo>
                <a:lnTo>
                  <a:pt x="10390" y="4891"/>
                </a:lnTo>
                <a:lnTo>
                  <a:pt x="10341" y="4818"/>
                </a:lnTo>
                <a:lnTo>
                  <a:pt x="10268" y="4770"/>
                </a:lnTo>
                <a:lnTo>
                  <a:pt x="10195" y="4745"/>
                </a:lnTo>
                <a:close/>
                <a:moveTo>
                  <a:pt x="11047" y="3018"/>
                </a:moveTo>
                <a:lnTo>
                  <a:pt x="11193" y="3188"/>
                </a:lnTo>
                <a:lnTo>
                  <a:pt x="11339" y="3358"/>
                </a:lnTo>
                <a:lnTo>
                  <a:pt x="11680" y="3699"/>
                </a:lnTo>
                <a:lnTo>
                  <a:pt x="12385" y="4307"/>
                </a:lnTo>
                <a:lnTo>
                  <a:pt x="12994" y="4867"/>
                </a:lnTo>
                <a:lnTo>
                  <a:pt x="13602" y="5451"/>
                </a:lnTo>
                <a:lnTo>
                  <a:pt x="14162" y="6059"/>
                </a:lnTo>
                <a:lnTo>
                  <a:pt x="14429" y="6375"/>
                </a:lnTo>
                <a:lnTo>
                  <a:pt x="14697" y="6716"/>
                </a:lnTo>
                <a:lnTo>
                  <a:pt x="14624" y="6789"/>
                </a:lnTo>
                <a:lnTo>
                  <a:pt x="14308" y="6619"/>
                </a:lnTo>
                <a:lnTo>
                  <a:pt x="14137" y="6521"/>
                </a:lnTo>
                <a:lnTo>
                  <a:pt x="13943" y="6424"/>
                </a:lnTo>
                <a:lnTo>
                  <a:pt x="13821" y="6400"/>
                </a:lnTo>
                <a:lnTo>
                  <a:pt x="13748" y="6375"/>
                </a:lnTo>
                <a:lnTo>
                  <a:pt x="13699" y="6327"/>
                </a:lnTo>
                <a:lnTo>
                  <a:pt x="13675" y="6327"/>
                </a:lnTo>
                <a:lnTo>
                  <a:pt x="13651" y="6351"/>
                </a:lnTo>
                <a:lnTo>
                  <a:pt x="13651" y="6375"/>
                </a:lnTo>
                <a:lnTo>
                  <a:pt x="13724" y="6497"/>
                </a:lnTo>
                <a:lnTo>
                  <a:pt x="13772" y="6594"/>
                </a:lnTo>
                <a:lnTo>
                  <a:pt x="13918" y="6765"/>
                </a:lnTo>
                <a:lnTo>
                  <a:pt x="14089" y="6911"/>
                </a:lnTo>
                <a:lnTo>
                  <a:pt x="14405" y="7105"/>
                </a:lnTo>
                <a:lnTo>
                  <a:pt x="14332" y="7203"/>
                </a:lnTo>
                <a:lnTo>
                  <a:pt x="14283" y="7251"/>
                </a:lnTo>
                <a:lnTo>
                  <a:pt x="14235" y="7227"/>
                </a:lnTo>
                <a:lnTo>
                  <a:pt x="13967" y="7105"/>
                </a:lnTo>
                <a:lnTo>
                  <a:pt x="13699" y="6984"/>
                </a:lnTo>
                <a:lnTo>
                  <a:pt x="13602" y="6911"/>
                </a:lnTo>
                <a:lnTo>
                  <a:pt x="13480" y="6862"/>
                </a:lnTo>
                <a:lnTo>
                  <a:pt x="13359" y="6838"/>
                </a:lnTo>
                <a:lnTo>
                  <a:pt x="13237" y="6862"/>
                </a:lnTo>
                <a:lnTo>
                  <a:pt x="13188" y="6886"/>
                </a:lnTo>
                <a:lnTo>
                  <a:pt x="13188" y="6911"/>
                </a:lnTo>
                <a:lnTo>
                  <a:pt x="13164" y="6959"/>
                </a:lnTo>
                <a:lnTo>
                  <a:pt x="13188" y="6984"/>
                </a:lnTo>
                <a:lnTo>
                  <a:pt x="13261" y="7105"/>
                </a:lnTo>
                <a:lnTo>
                  <a:pt x="13383" y="7178"/>
                </a:lnTo>
                <a:lnTo>
                  <a:pt x="13626" y="7349"/>
                </a:lnTo>
                <a:lnTo>
                  <a:pt x="13821" y="7446"/>
                </a:lnTo>
                <a:lnTo>
                  <a:pt x="14016" y="7543"/>
                </a:lnTo>
                <a:lnTo>
                  <a:pt x="13699" y="7835"/>
                </a:lnTo>
                <a:lnTo>
                  <a:pt x="13480" y="7738"/>
                </a:lnTo>
                <a:lnTo>
                  <a:pt x="13237" y="7616"/>
                </a:lnTo>
                <a:lnTo>
                  <a:pt x="13018" y="7568"/>
                </a:lnTo>
                <a:lnTo>
                  <a:pt x="12896" y="7543"/>
                </a:lnTo>
                <a:lnTo>
                  <a:pt x="12775" y="7543"/>
                </a:lnTo>
                <a:lnTo>
                  <a:pt x="12702" y="7568"/>
                </a:lnTo>
                <a:lnTo>
                  <a:pt x="12653" y="7641"/>
                </a:lnTo>
                <a:lnTo>
                  <a:pt x="12653" y="7714"/>
                </a:lnTo>
                <a:lnTo>
                  <a:pt x="12653" y="7762"/>
                </a:lnTo>
                <a:lnTo>
                  <a:pt x="12702" y="7787"/>
                </a:lnTo>
                <a:lnTo>
                  <a:pt x="13042" y="7981"/>
                </a:lnTo>
                <a:lnTo>
                  <a:pt x="13383" y="8176"/>
                </a:lnTo>
                <a:lnTo>
                  <a:pt x="13164" y="8419"/>
                </a:lnTo>
                <a:lnTo>
                  <a:pt x="12969" y="8346"/>
                </a:lnTo>
                <a:lnTo>
                  <a:pt x="12775" y="8273"/>
                </a:lnTo>
                <a:lnTo>
                  <a:pt x="12580" y="8152"/>
                </a:lnTo>
                <a:lnTo>
                  <a:pt x="12483" y="8103"/>
                </a:lnTo>
                <a:lnTo>
                  <a:pt x="12385" y="8054"/>
                </a:lnTo>
                <a:lnTo>
                  <a:pt x="12337" y="8054"/>
                </a:lnTo>
                <a:lnTo>
                  <a:pt x="12288" y="8079"/>
                </a:lnTo>
                <a:lnTo>
                  <a:pt x="12264" y="8127"/>
                </a:lnTo>
                <a:lnTo>
                  <a:pt x="12264" y="8176"/>
                </a:lnTo>
                <a:lnTo>
                  <a:pt x="12312" y="8273"/>
                </a:lnTo>
                <a:lnTo>
                  <a:pt x="12410" y="8371"/>
                </a:lnTo>
                <a:lnTo>
                  <a:pt x="12507" y="8468"/>
                </a:lnTo>
                <a:lnTo>
                  <a:pt x="12604" y="8541"/>
                </a:lnTo>
                <a:lnTo>
                  <a:pt x="12750" y="8614"/>
                </a:lnTo>
                <a:lnTo>
                  <a:pt x="12921" y="8687"/>
                </a:lnTo>
                <a:lnTo>
                  <a:pt x="12726" y="8930"/>
                </a:lnTo>
                <a:lnTo>
                  <a:pt x="12531" y="8833"/>
                </a:lnTo>
                <a:lnTo>
                  <a:pt x="12361" y="8784"/>
                </a:lnTo>
                <a:lnTo>
                  <a:pt x="12142" y="8638"/>
                </a:lnTo>
                <a:lnTo>
                  <a:pt x="11923" y="8517"/>
                </a:lnTo>
                <a:lnTo>
                  <a:pt x="11899" y="8517"/>
                </a:lnTo>
                <a:lnTo>
                  <a:pt x="11850" y="8565"/>
                </a:lnTo>
                <a:lnTo>
                  <a:pt x="11826" y="8590"/>
                </a:lnTo>
                <a:lnTo>
                  <a:pt x="11826" y="8687"/>
                </a:lnTo>
                <a:lnTo>
                  <a:pt x="11850" y="8809"/>
                </a:lnTo>
                <a:lnTo>
                  <a:pt x="11947" y="8906"/>
                </a:lnTo>
                <a:lnTo>
                  <a:pt x="12045" y="9003"/>
                </a:lnTo>
                <a:lnTo>
                  <a:pt x="12166" y="9101"/>
                </a:lnTo>
                <a:lnTo>
                  <a:pt x="12458" y="9247"/>
                </a:lnTo>
                <a:lnTo>
                  <a:pt x="12166" y="9539"/>
                </a:lnTo>
                <a:lnTo>
                  <a:pt x="11947" y="9441"/>
                </a:lnTo>
                <a:lnTo>
                  <a:pt x="11753" y="9320"/>
                </a:lnTo>
                <a:lnTo>
                  <a:pt x="11582" y="9198"/>
                </a:lnTo>
                <a:lnTo>
                  <a:pt x="11461" y="9174"/>
                </a:lnTo>
                <a:lnTo>
                  <a:pt x="11339" y="9174"/>
                </a:lnTo>
                <a:lnTo>
                  <a:pt x="11315" y="9198"/>
                </a:lnTo>
                <a:lnTo>
                  <a:pt x="11315" y="9271"/>
                </a:lnTo>
                <a:lnTo>
                  <a:pt x="11363" y="9368"/>
                </a:lnTo>
                <a:lnTo>
                  <a:pt x="11436" y="9466"/>
                </a:lnTo>
                <a:lnTo>
                  <a:pt x="11582" y="9612"/>
                </a:lnTo>
                <a:lnTo>
                  <a:pt x="11728" y="9709"/>
                </a:lnTo>
                <a:lnTo>
                  <a:pt x="11850" y="9806"/>
                </a:lnTo>
                <a:lnTo>
                  <a:pt x="11777" y="9879"/>
                </a:lnTo>
                <a:lnTo>
                  <a:pt x="11728" y="9928"/>
                </a:lnTo>
                <a:lnTo>
                  <a:pt x="11704" y="9977"/>
                </a:lnTo>
                <a:lnTo>
                  <a:pt x="11680" y="10050"/>
                </a:lnTo>
                <a:lnTo>
                  <a:pt x="11680" y="10098"/>
                </a:lnTo>
                <a:lnTo>
                  <a:pt x="11655" y="10196"/>
                </a:lnTo>
                <a:lnTo>
                  <a:pt x="11680" y="10244"/>
                </a:lnTo>
                <a:lnTo>
                  <a:pt x="11704" y="10317"/>
                </a:lnTo>
                <a:lnTo>
                  <a:pt x="11777" y="10488"/>
                </a:lnTo>
                <a:lnTo>
                  <a:pt x="11874" y="10682"/>
                </a:lnTo>
                <a:lnTo>
                  <a:pt x="11680" y="10561"/>
                </a:lnTo>
                <a:lnTo>
                  <a:pt x="11509" y="10463"/>
                </a:lnTo>
                <a:lnTo>
                  <a:pt x="11412" y="10439"/>
                </a:lnTo>
                <a:lnTo>
                  <a:pt x="11217" y="10439"/>
                </a:lnTo>
                <a:lnTo>
                  <a:pt x="11144" y="10463"/>
                </a:lnTo>
                <a:lnTo>
                  <a:pt x="11096" y="10488"/>
                </a:lnTo>
                <a:lnTo>
                  <a:pt x="11096" y="10512"/>
                </a:lnTo>
                <a:lnTo>
                  <a:pt x="11096" y="10561"/>
                </a:lnTo>
                <a:lnTo>
                  <a:pt x="11096" y="10585"/>
                </a:lnTo>
                <a:lnTo>
                  <a:pt x="11193" y="10658"/>
                </a:lnTo>
                <a:lnTo>
                  <a:pt x="11315" y="10731"/>
                </a:lnTo>
                <a:lnTo>
                  <a:pt x="11509" y="10877"/>
                </a:lnTo>
                <a:lnTo>
                  <a:pt x="11753" y="11072"/>
                </a:lnTo>
                <a:lnTo>
                  <a:pt x="11996" y="11266"/>
                </a:lnTo>
                <a:lnTo>
                  <a:pt x="12020" y="11266"/>
                </a:lnTo>
                <a:lnTo>
                  <a:pt x="12093" y="11631"/>
                </a:lnTo>
                <a:lnTo>
                  <a:pt x="12118" y="11972"/>
                </a:lnTo>
                <a:lnTo>
                  <a:pt x="11777" y="11704"/>
                </a:lnTo>
                <a:lnTo>
                  <a:pt x="11461" y="11437"/>
                </a:lnTo>
                <a:lnTo>
                  <a:pt x="11315" y="11339"/>
                </a:lnTo>
                <a:lnTo>
                  <a:pt x="11144" y="11242"/>
                </a:lnTo>
                <a:lnTo>
                  <a:pt x="10974" y="11193"/>
                </a:lnTo>
                <a:lnTo>
                  <a:pt x="10877" y="11169"/>
                </a:lnTo>
                <a:lnTo>
                  <a:pt x="10779" y="11193"/>
                </a:lnTo>
                <a:lnTo>
                  <a:pt x="10755" y="11218"/>
                </a:lnTo>
                <a:lnTo>
                  <a:pt x="10779" y="11242"/>
                </a:lnTo>
                <a:lnTo>
                  <a:pt x="11363" y="11826"/>
                </a:lnTo>
                <a:lnTo>
                  <a:pt x="11509" y="11972"/>
                </a:lnTo>
                <a:lnTo>
                  <a:pt x="11680" y="12142"/>
                </a:lnTo>
                <a:lnTo>
                  <a:pt x="11850" y="12264"/>
                </a:lnTo>
                <a:lnTo>
                  <a:pt x="12069" y="12361"/>
                </a:lnTo>
                <a:lnTo>
                  <a:pt x="12118" y="12361"/>
                </a:lnTo>
                <a:lnTo>
                  <a:pt x="12118" y="12921"/>
                </a:lnTo>
                <a:lnTo>
                  <a:pt x="12093" y="13091"/>
                </a:lnTo>
                <a:lnTo>
                  <a:pt x="11972" y="12969"/>
                </a:lnTo>
                <a:lnTo>
                  <a:pt x="11850" y="12824"/>
                </a:lnTo>
                <a:lnTo>
                  <a:pt x="11655" y="12653"/>
                </a:lnTo>
                <a:lnTo>
                  <a:pt x="11120" y="12167"/>
                </a:lnTo>
                <a:lnTo>
                  <a:pt x="10877" y="11948"/>
                </a:lnTo>
                <a:lnTo>
                  <a:pt x="10731" y="11875"/>
                </a:lnTo>
                <a:lnTo>
                  <a:pt x="10585" y="11826"/>
                </a:lnTo>
                <a:lnTo>
                  <a:pt x="10536" y="11850"/>
                </a:lnTo>
                <a:lnTo>
                  <a:pt x="10512" y="11875"/>
                </a:lnTo>
                <a:lnTo>
                  <a:pt x="10536" y="12021"/>
                </a:lnTo>
                <a:lnTo>
                  <a:pt x="10609" y="12142"/>
                </a:lnTo>
                <a:lnTo>
                  <a:pt x="10682" y="12264"/>
                </a:lnTo>
                <a:lnTo>
                  <a:pt x="10779" y="12386"/>
                </a:lnTo>
                <a:lnTo>
                  <a:pt x="11023" y="12605"/>
                </a:lnTo>
                <a:lnTo>
                  <a:pt x="11217" y="12799"/>
                </a:lnTo>
                <a:lnTo>
                  <a:pt x="11728" y="13286"/>
                </a:lnTo>
                <a:lnTo>
                  <a:pt x="11801" y="13359"/>
                </a:lnTo>
                <a:lnTo>
                  <a:pt x="11874" y="13407"/>
                </a:lnTo>
                <a:lnTo>
                  <a:pt x="12045" y="13407"/>
                </a:lnTo>
                <a:lnTo>
                  <a:pt x="11947" y="13699"/>
                </a:lnTo>
                <a:lnTo>
                  <a:pt x="11899" y="13845"/>
                </a:lnTo>
                <a:lnTo>
                  <a:pt x="11826" y="13991"/>
                </a:lnTo>
                <a:lnTo>
                  <a:pt x="11631" y="13748"/>
                </a:lnTo>
                <a:lnTo>
                  <a:pt x="11412" y="13529"/>
                </a:lnTo>
                <a:lnTo>
                  <a:pt x="11169" y="13334"/>
                </a:lnTo>
                <a:lnTo>
                  <a:pt x="10950" y="13115"/>
                </a:lnTo>
                <a:lnTo>
                  <a:pt x="10536" y="12702"/>
                </a:lnTo>
                <a:lnTo>
                  <a:pt x="10439" y="12629"/>
                </a:lnTo>
                <a:lnTo>
                  <a:pt x="10293" y="12532"/>
                </a:lnTo>
                <a:lnTo>
                  <a:pt x="10171" y="12459"/>
                </a:lnTo>
                <a:lnTo>
                  <a:pt x="10098" y="12361"/>
                </a:lnTo>
                <a:lnTo>
                  <a:pt x="10074" y="12361"/>
                </a:lnTo>
                <a:lnTo>
                  <a:pt x="10049" y="12386"/>
                </a:lnTo>
                <a:lnTo>
                  <a:pt x="10098" y="12532"/>
                </a:lnTo>
                <a:lnTo>
                  <a:pt x="10147" y="12653"/>
                </a:lnTo>
                <a:lnTo>
                  <a:pt x="10293" y="12921"/>
                </a:lnTo>
                <a:lnTo>
                  <a:pt x="10487" y="13140"/>
                </a:lnTo>
                <a:lnTo>
                  <a:pt x="10706" y="13359"/>
                </a:lnTo>
                <a:lnTo>
                  <a:pt x="11169" y="13797"/>
                </a:lnTo>
                <a:lnTo>
                  <a:pt x="11388" y="14016"/>
                </a:lnTo>
                <a:lnTo>
                  <a:pt x="11558" y="14235"/>
                </a:lnTo>
                <a:lnTo>
                  <a:pt x="11412" y="14283"/>
                </a:lnTo>
                <a:lnTo>
                  <a:pt x="11266" y="14283"/>
                </a:lnTo>
                <a:lnTo>
                  <a:pt x="11096" y="14259"/>
                </a:lnTo>
                <a:lnTo>
                  <a:pt x="10925" y="14210"/>
                </a:lnTo>
                <a:lnTo>
                  <a:pt x="10877" y="14162"/>
                </a:lnTo>
                <a:lnTo>
                  <a:pt x="10414" y="13651"/>
                </a:lnTo>
                <a:lnTo>
                  <a:pt x="9903" y="13164"/>
                </a:lnTo>
                <a:lnTo>
                  <a:pt x="9392" y="12678"/>
                </a:lnTo>
                <a:lnTo>
                  <a:pt x="8857" y="12240"/>
                </a:lnTo>
                <a:lnTo>
                  <a:pt x="7811" y="11315"/>
                </a:lnTo>
                <a:lnTo>
                  <a:pt x="7300" y="10828"/>
                </a:lnTo>
                <a:lnTo>
                  <a:pt x="6813" y="10342"/>
                </a:lnTo>
                <a:lnTo>
                  <a:pt x="5913" y="9344"/>
                </a:lnTo>
                <a:lnTo>
                  <a:pt x="5426" y="8857"/>
                </a:lnTo>
                <a:lnTo>
                  <a:pt x="4940" y="8419"/>
                </a:lnTo>
                <a:lnTo>
                  <a:pt x="4429" y="7981"/>
                </a:lnTo>
                <a:lnTo>
                  <a:pt x="3918" y="7568"/>
                </a:lnTo>
                <a:lnTo>
                  <a:pt x="3747" y="7397"/>
                </a:lnTo>
                <a:lnTo>
                  <a:pt x="3577" y="7203"/>
                </a:lnTo>
                <a:lnTo>
                  <a:pt x="3504" y="7130"/>
                </a:lnTo>
                <a:lnTo>
                  <a:pt x="3407" y="7057"/>
                </a:lnTo>
                <a:lnTo>
                  <a:pt x="3309" y="7008"/>
                </a:lnTo>
                <a:lnTo>
                  <a:pt x="3212" y="6984"/>
                </a:lnTo>
                <a:lnTo>
                  <a:pt x="3163" y="6911"/>
                </a:lnTo>
                <a:lnTo>
                  <a:pt x="3139" y="6838"/>
                </a:lnTo>
                <a:lnTo>
                  <a:pt x="3163" y="6740"/>
                </a:lnTo>
                <a:lnTo>
                  <a:pt x="3163" y="6667"/>
                </a:lnTo>
                <a:lnTo>
                  <a:pt x="3236" y="6521"/>
                </a:lnTo>
                <a:lnTo>
                  <a:pt x="3358" y="6375"/>
                </a:lnTo>
                <a:lnTo>
                  <a:pt x="3504" y="6254"/>
                </a:lnTo>
                <a:lnTo>
                  <a:pt x="3650" y="6156"/>
                </a:lnTo>
                <a:lnTo>
                  <a:pt x="3942" y="6010"/>
                </a:lnTo>
                <a:lnTo>
                  <a:pt x="4234" y="5913"/>
                </a:lnTo>
                <a:lnTo>
                  <a:pt x="4526" y="5840"/>
                </a:lnTo>
                <a:lnTo>
                  <a:pt x="4842" y="5767"/>
                </a:lnTo>
                <a:lnTo>
                  <a:pt x="5134" y="5743"/>
                </a:lnTo>
                <a:lnTo>
                  <a:pt x="5499" y="5743"/>
                </a:lnTo>
                <a:lnTo>
                  <a:pt x="5864" y="5767"/>
                </a:lnTo>
                <a:lnTo>
                  <a:pt x="6229" y="5816"/>
                </a:lnTo>
                <a:lnTo>
                  <a:pt x="6594" y="5913"/>
                </a:lnTo>
                <a:lnTo>
                  <a:pt x="6862" y="6010"/>
                </a:lnTo>
                <a:lnTo>
                  <a:pt x="7154" y="6108"/>
                </a:lnTo>
                <a:lnTo>
                  <a:pt x="7446" y="6205"/>
                </a:lnTo>
                <a:lnTo>
                  <a:pt x="7592" y="6254"/>
                </a:lnTo>
                <a:lnTo>
                  <a:pt x="7738" y="6254"/>
                </a:lnTo>
                <a:lnTo>
                  <a:pt x="7787" y="6229"/>
                </a:lnTo>
                <a:lnTo>
                  <a:pt x="7860" y="6181"/>
                </a:lnTo>
                <a:lnTo>
                  <a:pt x="7884" y="6132"/>
                </a:lnTo>
                <a:lnTo>
                  <a:pt x="7884" y="6083"/>
                </a:lnTo>
                <a:lnTo>
                  <a:pt x="8006" y="5962"/>
                </a:lnTo>
                <a:lnTo>
                  <a:pt x="8079" y="5864"/>
                </a:lnTo>
                <a:lnTo>
                  <a:pt x="8346" y="5621"/>
                </a:lnTo>
                <a:lnTo>
                  <a:pt x="8614" y="5402"/>
                </a:lnTo>
                <a:lnTo>
                  <a:pt x="9198" y="4964"/>
                </a:lnTo>
                <a:lnTo>
                  <a:pt x="9490" y="4721"/>
                </a:lnTo>
                <a:lnTo>
                  <a:pt x="9757" y="4453"/>
                </a:lnTo>
                <a:lnTo>
                  <a:pt x="10293" y="3894"/>
                </a:lnTo>
                <a:lnTo>
                  <a:pt x="10706" y="3480"/>
                </a:lnTo>
                <a:lnTo>
                  <a:pt x="10901" y="3261"/>
                </a:lnTo>
                <a:lnTo>
                  <a:pt x="10974" y="3139"/>
                </a:lnTo>
                <a:lnTo>
                  <a:pt x="11047" y="3018"/>
                </a:lnTo>
                <a:close/>
                <a:moveTo>
                  <a:pt x="6327" y="10463"/>
                </a:moveTo>
                <a:lnTo>
                  <a:pt x="6594" y="10780"/>
                </a:lnTo>
                <a:lnTo>
                  <a:pt x="7057" y="11266"/>
                </a:lnTo>
                <a:lnTo>
                  <a:pt x="7543" y="11729"/>
                </a:lnTo>
                <a:lnTo>
                  <a:pt x="6643" y="12580"/>
                </a:lnTo>
                <a:lnTo>
                  <a:pt x="5718" y="13407"/>
                </a:lnTo>
                <a:lnTo>
                  <a:pt x="4794" y="14210"/>
                </a:lnTo>
                <a:lnTo>
                  <a:pt x="3820" y="14989"/>
                </a:lnTo>
                <a:lnTo>
                  <a:pt x="3042" y="15597"/>
                </a:lnTo>
                <a:lnTo>
                  <a:pt x="2263" y="16157"/>
                </a:lnTo>
                <a:lnTo>
                  <a:pt x="1460" y="16717"/>
                </a:lnTo>
                <a:lnTo>
                  <a:pt x="682" y="17301"/>
                </a:lnTo>
                <a:lnTo>
                  <a:pt x="1120" y="16765"/>
                </a:lnTo>
                <a:lnTo>
                  <a:pt x="1533" y="16230"/>
                </a:lnTo>
                <a:lnTo>
                  <a:pt x="1971" y="15646"/>
                </a:lnTo>
                <a:lnTo>
                  <a:pt x="2458" y="15111"/>
                </a:lnTo>
                <a:lnTo>
                  <a:pt x="3431" y="14064"/>
                </a:lnTo>
                <a:lnTo>
                  <a:pt x="4307" y="13018"/>
                </a:lnTo>
                <a:lnTo>
                  <a:pt x="5159" y="11972"/>
                </a:lnTo>
                <a:lnTo>
                  <a:pt x="5524" y="11485"/>
                </a:lnTo>
                <a:lnTo>
                  <a:pt x="5913" y="11023"/>
                </a:lnTo>
                <a:lnTo>
                  <a:pt x="6132" y="10755"/>
                </a:lnTo>
                <a:lnTo>
                  <a:pt x="6229" y="10609"/>
                </a:lnTo>
                <a:lnTo>
                  <a:pt x="6327" y="10463"/>
                </a:lnTo>
                <a:close/>
                <a:moveTo>
                  <a:pt x="11753" y="0"/>
                </a:moveTo>
                <a:lnTo>
                  <a:pt x="11558" y="49"/>
                </a:lnTo>
                <a:lnTo>
                  <a:pt x="11363" y="122"/>
                </a:lnTo>
                <a:lnTo>
                  <a:pt x="11217" y="219"/>
                </a:lnTo>
                <a:lnTo>
                  <a:pt x="11096" y="341"/>
                </a:lnTo>
                <a:lnTo>
                  <a:pt x="10974" y="463"/>
                </a:lnTo>
                <a:lnTo>
                  <a:pt x="10877" y="609"/>
                </a:lnTo>
                <a:lnTo>
                  <a:pt x="10779" y="779"/>
                </a:lnTo>
                <a:lnTo>
                  <a:pt x="10706" y="949"/>
                </a:lnTo>
                <a:lnTo>
                  <a:pt x="10633" y="1120"/>
                </a:lnTo>
                <a:lnTo>
                  <a:pt x="10585" y="1314"/>
                </a:lnTo>
                <a:lnTo>
                  <a:pt x="10536" y="1509"/>
                </a:lnTo>
                <a:lnTo>
                  <a:pt x="10512" y="1704"/>
                </a:lnTo>
                <a:lnTo>
                  <a:pt x="10512" y="1898"/>
                </a:lnTo>
                <a:lnTo>
                  <a:pt x="10512" y="2093"/>
                </a:lnTo>
                <a:lnTo>
                  <a:pt x="10536" y="2263"/>
                </a:lnTo>
                <a:lnTo>
                  <a:pt x="10585" y="2458"/>
                </a:lnTo>
                <a:lnTo>
                  <a:pt x="10633" y="2604"/>
                </a:lnTo>
                <a:lnTo>
                  <a:pt x="10731" y="2774"/>
                </a:lnTo>
                <a:lnTo>
                  <a:pt x="10609" y="2823"/>
                </a:lnTo>
                <a:lnTo>
                  <a:pt x="10487" y="2920"/>
                </a:lnTo>
                <a:lnTo>
                  <a:pt x="10293" y="3115"/>
                </a:lnTo>
                <a:lnTo>
                  <a:pt x="9928" y="3553"/>
                </a:lnTo>
                <a:lnTo>
                  <a:pt x="9417" y="4113"/>
                </a:lnTo>
                <a:lnTo>
                  <a:pt x="9149" y="4356"/>
                </a:lnTo>
                <a:lnTo>
                  <a:pt x="8857" y="4624"/>
                </a:lnTo>
                <a:lnTo>
                  <a:pt x="8298" y="5061"/>
                </a:lnTo>
                <a:lnTo>
                  <a:pt x="8030" y="5305"/>
                </a:lnTo>
                <a:lnTo>
                  <a:pt x="7787" y="5572"/>
                </a:lnTo>
                <a:lnTo>
                  <a:pt x="7714" y="5670"/>
                </a:lnTo>
                <a:lnTo>
                  <a:pt x="7616" y="5791"/>
                </a:lnTo>
                <a:lnTo>
                  <a:pt x="7470" y="5718"/>
                </a:lnTo>
                <a:lnTo>
                  <a:pt x="7300" y="5645"/>
                </a:lnTo>
                <a:lnTo>
                  <a:pt x="6935" y="5524"/>
                </a:lnTo>
                <a:lnTo>
                  <a:pt x="6570" y="5451"/>
                </a:lnTo>
                <a:lnTo>
                  <a:pt x="6254" y="5402"/>
                </a:lnTo>
                <a:lnTo>
                  <a:pt x="5767" y="5329"/>
                </a:lnTo>
                <a:lnTo>
                  <a:pt x="5280" y="5305"/>
                </a:lnTo>
                <a:lnTo>
                  <a:pt x="4794" y="5353"/>
                </a:lnTo>
                <a:lnTo>
                  <a:pt x="4307" y="5451"/>
                </a:lnTo>
                <a:lnTo>
                  <a:pt x="3942" y="5548"/>
                </a:lnTo>
                <a:lnTo>
                  <a:pt x="3601" y="5718"/>
                </a:lnTo>
                <a:lnTo>
                  <a:pt x="3431" y="5791"/>
                </a:lnTo>
                <a:lnTo>
                  <a:pt x="3261" y="5913"/>
                </a:lnTo>
                <a:lnTo>
                  <a:pt x="3139" y="6035"/>
                </a:lnTo>
                <a:lnTo>
                  <a:pt x="3017" y="6181"/>
                </a:lnTo>
                <a:lnTo>
                  <a:pt x="2871" y="6448"/>
                </a:lnTo>
                <a:lnTo>
                  <a:pt x="2823" y="6570"/>
                </a:lnTo>
                <a:lnTo>
                  <a:pt x="2798" y="6716"/>
                </a:lnTo>
                <a:lnTo>
                  <a:pt x="2798" y="6862"/>
                </a:lnTo>
                <a:lnTo>
                  <a:pt x="2823" y="7008"/>
                </a:lnTo>
                <a:lnTo>
                  <a:pt x="2871" y="7130"/>
                </a:lnTo>
                <a:lnTo>
                  <a:pt x="2969" y="7227"/>
                </a:lnTo>
                <a:lnTo>
                  <a:pt x="3042" y="7251"/>
                </a:lnTo>
                <a:lnTo>
                  <a:pt x="3115" y="7251"/>
                </a:lnTo>
                <a:lnTo>
                  <a:pt x="3285" y="7470"/>
                </a:lnTo>
                <a:lnTo>
                  <a:pt x="3455" y="7689"/>
                </a:lnTo>
                <a:lnTo>
                  <a:pt x="3650" y="7908"/>
                </a:lnTo>
                <a:lnTo>
                  <a:pt x="3869" y="8103"/>
                </a:lnTo>
                <a:lnTo>
                  <a:pt x="4307" y="8468"/>
                </a:lnTo>
                <a:lnTo>
                  <a:pt x="4769" y="8833"/>
                </a:lnTo>
                <a:lnTo>
                  <a:pt x="5086" y="9125"/>
                </a:lnTo>
                <a:lnTo>
                  <a:pt x="5402" y="9466"/>
                </a:lnTo>
                <a:lnTo>
                  <a:pt x="6010" y="10123"/>
                </a:lnTo>
                <a:lnTo>
                  <a:pt x="5962" y="10196"/>
                </a:lnTo>
                <a:lnTo>
                  <a:pt x="5864" y="10342"/>
                </a:lnTo>
                <a:lnTo>
                  <a:pt x="5767" y="10488"/>
                </a:lnTo>
                <a:lnTo>
                  <a:pt x="5499" y="10780"/>
                </a:lnTo>
                <a:lnTo>
                  <a:pt x="5110" y="11291"/>
                </a:lnTo>
                <a:lnTo>
                  <a:pt x="4721" y="11777"/>
                </a:lnTo>
                <a:lnTo>
                  <a:pt x="3820" y="12921"/>
                </a:lnTo>
                <a:lnTo>
                  <a:pt x="2871" y="14016"/>
                </a:lnTo>
                <a:lnTo>
                  <a:pt x="1995" y="14989"/>
                </a:lnTo>
                <a:lnTo>
                  <a:pt x="1582" y="15500"/>
                </a:lnTo>
                <a:lnTo>
                  <a:pt x="1168" y="16011"/>
                </a:lnTo>
                <a:lnTo>
                  <a:pt x="779" y="16571"/>
                </a:lnTo>
                <a:lnTo>
                  <a:pt x="584" y="16838"/>
                </a:lnTo>
                <a:lnTo>
                  <a:pt x="365" y="17106"/>
                </a:lnTo>
                <a:lnTo>
                  <a:pt x="244" y="17276"/>
                </a:lnTo>
                <a:lnTo>
                  <a:pt x="122" y="17422"/>
                </a:lnTo>
                <a:lnTo>
                  <a:pt x="49" y="17593"/>
                </a:lnTo>
                <a:lnTo>
                  <a:pt x="0" y="17787"/>
                </a:lnTo>
                <a:lnTo>
                  <a:pt x="0" y="17860"/>
                </a:lnTo>
                <a:lnTo>
                  <a:pt x="73" y="17909"/>
                </a:lnTo>
                <a:lnTo>
                  <a:pt x="122" y="17909"/>
                </a:lnTo>
                <a:lnTo>
                  <a:pt x="195" y="17885"/>
                </a:lnTo>
                <a:lnTo>
                  <a:pt x="219" y="17836"/>
                </a:lnTo>
                <a:lnTo>
                  <a:pt x="463" y="17763"/>
                </a:lnTo>
                <a:lnTo>
                  <a:pt x="682" y="17666"/>
                </a:lnTo>
                <a:lnTo>
                  <a:pt x="901" y="17544"/>
                </a:lnTo>
                <a:lnTo>
                  <a:pt x="1120" y="17398"/>
                </a:lnTo>
                <a:lnTo>
                  <a:pt x="1533" y="17106"/>
                </a:lnTo>
                <a:lnTo>
                  <a:pt x="1947" y="16838"/>
                </a:lnTo>
                <a:lnTo>
                  <a:pt x="2433" y="16522"/>
                </a:lnTo>
                <a:lnTo>
                  <a:pt x="2896" y="16206"/>
                </a:lnTo>
                <a:lnTo>
                  <a:pt x="3358" y="15865"/>
                </a:lnTo>
                <a:lnTo>
                  <a:pt x="3820" y="15524"/>
                </a:lnTo>
                <a:lnTo>
                  <a:pt x="4867" y="14697"/>
                </a:lnTo>
                <a:lnTo>
                  <a:pt x="5889" y="13845"/>
                </a:lnTo>
                <a:lnTo>
                  <a:pt x="6886" y="12945"/>
                </a:lnTo>
                <a:lnTo>
                  <a:pt x="7860" y="12045"/>
                </a:lnTo>
                <a:lnTo>
                  <a:pt x="7860" y="12021"/>
                </a:lnTo>
                <a:lnTo>
                  <a:pt x="9222" y="13261"/>
                </a:lnTo>
                <a:lnTo>
                  <a:pt x="9879" y="13870"/>
                </a:lnTo>
                <a:lnTo>
                  <a:pt x="10195" y="14210"/>
                </a:lnTo>
                <a:lnTo>
                  <a:pt x="10512" y="14527"/>
                </a:lnTo>
                <a:lnTo>
                  <a:pt x="10585" y="14600"/>
                </a:lnTo>
                <a:lnTo>
                  <a:pt x="10658" y="14624"/>
                </a:lnTo>
                <a:lnTo>
                  <a:pt x="10731" y="14624"/>
                </a:lnTo>
                <a:lnTo>
                  <a:pt x="10804" y="14600"/>
                </a:lnTo>
                <a:lnTo>
                  <a:pt x="10925" y="14648"/>
                </a:lnTo>
                <a:lnTo>
                  <a:pt x="11047" y="14673"/>
                </a:lnTo>
                <a:lnTo>
                  <a:pt x="11290" y="14721"/>
                </a:lnTo>
                <a:lnTo>
                  <a:pt x="11534" y="14697"/>
                </a:lnTo>
                <a:lnTo>
                  <a:pt x="11655" y="14673"/>
                </a:lnTo>
                <a:lnTo>
                  <a:pt x="11777" y="14624"/>
                </a:lnTo>
                <a:lnTo>
                  <a:pt x="11923" y="14527"/>
                </a:lnTo>
                <a:lnTo>
                  <a:pt x="12045" y="14429"/>
                </a:lnTo>
                <a:lnTo>
                  <a:pt x="12142" y="14283"/>
                </a:lnTo>
                <a:lnTo>
                  <a:pt x="12239" y="14137"/>
                </a:lnTo>
                <a:lnTo>
                  <a:pt x="12312" y="13967"/>
                </a:lnTo>
                <a:lnTo>
                  <a:pt x="12385" y="13797"/>
                </a:lnTo>
                <a:lnTo>
                  <a:pt x="12458" y="13480"/>
                </a:lnTo>
                <a:lnTo>
                  <a:pt x="12531" y="13091"/>
                </a:lnTo>
                <a:lnTo>
                  <a:pt x="12580" y="12653"/>
                </a:lnTo>
                <a:lnTo>
                  <a:pt x="12580" y="12240"/>
                </a:lnTo>
                <a:lnTo>
                  <a:pt x="12556" y="11802"/>
                </a:lnTo>
                <a:lnTo>
                  <a:pt x="12483" y="11364"/>
                </a:lnTo>
                <a:lnTo>
                  <a:pt x="12385" y="10950"/>
                </a:lnTo>
                <a:lnTo>
                  <a:pt x="12264" y="10536"/>
                </a:lnTo>
                <a:lnTo>
                  <a:pt x="12093" y="10171"/>
                </a:lnTo>
                <a:lnTo>
                  <a:pt x="12337" y="9977"/>
                </a:lnTo>
                <a:lnTo>
                  <a:pt x="12580" y="9758"/>
                </a:lnTo>
                <a:lnTo>
                  <a:pt x="12994" y="9295"/>
                </a:lnTo>
                <a:lnTo>
                  <a:pt x="13407" y="8833"/>
                </a:lnTo>
                <a:lnTo>
                  <a:pt x="13845" y="8371"/>
                </a:lnTo>
                <a:lnTo>
                  <a:pt x="13918" y="8322"/>
                </a:lnTo>
                <a:lnTo>
                  <a:pt x="13967" y="8273"/>
                </a:lnTo>
                <a:lnTo>
                  <a:pt x="14259" y="8006"/>
                </a:lnTo>
                <a:lnTo>
                  <a:pt x="14575" y="7714"/>
                </a:lnTo>
                <a:lnTo>
                  <a:pt x="14721" y="7543"/>
                </a:lnTo>
                <a:lnTo>
                  <a:pt x="14867" y="7373"/>
                </a:lnTo>
                <a:lnTo>
                  <a:pt x="14965" y="7203"/>
                </a:lnTo>
                <a:lnTo>
                  <a:pt x="15062" y="7057"/>
                </a:lnTo>
                <a:lnTo>
                  <a:pt x="15427" y="7154"/>
                </a:lnTo>
                <a:lnTo>
                  <a:pt x="15865" y="7203"/>
                </a:lnTo>
                <a:lnTo>
                  <a:pt x="16279" y="7227"/>
                </a:lnTo>
                <a:lnTo>
                  <a:pt x="16498" y="7203"/>
                </a:lnTo>
                <a:lnTo>
                  <a:pt x="16717" y="7178"/>
                </a:lnTo>
                <a:lnTo>
                  <a:pt x="16911" y="7130"/>
                </a:lnTo>
                <a:lnTo>
                  <a:pt x="17106" y="7057"/>
                </a:lnTo>
                <a:lnTo>
                  <a:pt x="17300" y="6959"/>
                </a:lnTo>
                <a:lnTo>
                  <a:pt x="17446" y="6862"/>
                </a:lnTo>
                <a:lnTo>
                  <a:pt x="17617" y="6740"/>
                </a:lnTo>
                <a:lnTo>
                  <a:pt x="17738" y="6594"/>
                </a:lnTo>
                <a:lnTo>
                  <a:pt x="17836" y="6424"/>
                </a:lnTo>
                <a:lnTo>
                  <a:pt x="17909" y="6229"/>
                </a:lnTo>
                <a:lnTo>
                  <a:pt x="17957" y="6108"/>
                </a:lnTo>
                <a:lnTo>
                  <a:pt x="17957" y="5986"/>
                </a:lnTo>
                <a:lnTo>
                  <a:pt x="17933" y="5864"/>
                </a:lnTo>
                <a:lnTo>
                  <a:pt x="17909" y="5743"/>
                </a:lnTo>
                <a:lnTo>
                  <a:pt x="17811" y="5548"/>
                </a:lnTo>
                <a:lnTo>
                  <a:pt x="17690" y="5353"/>
                </a:lnTo>
                <a:lnTo>
                  <a:pt x="17495" y="5183"/>
                </a:lnTo>
                <a:lnTo>
                  <a:pt x="17325" y="5013"/>
                </a:lnTo>
                <a:lnTo>
                  <a:pt x="16960" y="4721"/>
                </a:lnTo>
                <a:lnTo>
                  <a:pt x="16692" y="4453"/>
                </a:lnTo>
                <a:lnTo>
                  <a:pt x="16425" y="4161"/>
                </a:lnTo>
                <a:lnTo>
                  <a:pt x="15914" y="3577"/>
                </a:lnTo>
                <a:lnTo>
                  <a:pt x="15403" y="2993"/>
                </a:lnTo>
                <a:lnTo>
                  <a:pt x="15135" y="2701"/>
                </a:lnTo>
                <a:lnTo>
                  <a:pt x="14843" y="2434"/>
                </a:lnTo>
                <a:lnTo>
                  <a:pt x="14283" y="1996"/>
                </a:lnTo>
                <a:lnTo>
                  <a:pt x="14016" y="1777"/>
                </a:lnTo>
                <a:lnTo>
                  <a:pt x="13772" y="1533"/>
                </a:lnTo>
                <a:lnTo>
                  <a:pt x="13529" y="1266"/>
                </a:lnTo>
                <a:lnTo>
                  <a:pt x="13310" y="998"/>
                </a:lnTo>
                <a:lnTo>
                  <a:pt x="13091" y="706"/>
                </a:lnTo>
                <a:lnTo>
                  <a:pt x="12848" y="438"/>
                </a:lnTo>
                <a:lnTo>
                  <a:pt x="12677" y="292"/>
                </a:lnTo>
                <a:lnTo>
                  <a:pt x="12507" y="171"/>
                </a:lnTo>
                <a:lnTo>
                  <a:pt x="12337" y="98"/>
                </a:lnTo>
                <a:lnTo>
                  <a:pt x="12142" y="25"/>
                </a:lnTo>
                <a:lnTo>
                  <a:pt x="1194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3331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>
            <a:spLocks noGrp="1"/>
          </p:cNvSpPr>
          <p:nvPr>
            <p:ph type="ctrTitle" idx="4294967295"/>
          </p:nvPr>
        </p:nvSpPr>
        <p:spPr>
          <a:xfrm>
            <a:off x="1822500" y="1202350"/>
            <a:ext cx="54570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Obrigado!</a:t>
            </a:r>
            <a:endParaRPr sz="4800" dirty="0"/>
          </a:p>
        </p:txBody>
      </p:sp>
      <p:sp>
        <p:nvSpPr>
          <p:cNvPr id="298" name="Google Shape;298;p34"/>
          <p:cNvSpPr txBox="1">
            <a:spLocks noGrp="1"/>
          </p:cNvSpPr>
          <p:nvPr>
            <p:ph type="subTitle" idx="4294967295"/>
          </p:nvPr>
        </p:nvSpPr>
        <p:spPr>
          <a:xfrm>
            <a:off x="1275150" y="2376679"/>
            <a:ext cx="6593700" cy="23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600" dirty="0" smtClean="0"/>
              <a:t>Dúvidas?</a:t>
            </a:r>
            <a:endParaRPr sz="3600" dirty="0"/>
          </a:p>
        </p:txBody>
      </p:sp>
      <p:sp>
        <p:nvSpPr>
          <p:cNvPr id="299" name="Google Shape;299;p34"/>
          <p:cNvSpPr/>
          <p:nvPr/>
        </p:nvSpPr>
        <p:spPr>
          <a:xfrm>
            <a:off x="4207274" y="603475"/>
            <a:ext cx="687464" cy="691590"/>
          </a:xfrm>
          <a:custGeom>
            <a:avLst/>
            <a:gdLst/>
            <a:ahLst/>
            <a:cxnLst/>
            <a:rect l="l" t="t" r="r" b="b"/>
            <a:pathLst>
              <a:path w="15842" h="15938" extrusionOk="0">
                <a:moveTo>
                  <a:pt x="4794" y="7470"/>
                </a:moveTo>
                <a:lnTo>
                  <a:pt x="4867" y="7495"/>
                </a:lnTo>
                <a:lnTo>
                  <a:pt x="4940" y="7543"/>
                </a:lnTo>
                <a:lnTo>
                  <a:pt x="4989" y="7616"/>
                </a:lnTo>
                <a:lnTo>
                  <a:pt x="5013" y="7714"/>
                </a:lnTo>
                <a:lnTo>
                  <a:pt x="5013" y="7787"/>
                </a:lnTo>
                <a:lnTo>
                  <a:pt x="4989" y="7908"/>
                </a:lnTo>
                <a:lnTo>
                  <a:pt x="4916" y="7981"/>
                </a:lnTo>
                <a:lnTo>
                  <a:pt x="4843" y="8054"/>
                </a:lnTo>
                <a:lnTo>
                  <a:pt x="4721" y="8079"/>
                </a:lnTo>
                <a:lnTo>
                  <a:pt x="4600" y="8054"/>
                </a:lnTo>
                <a:lnTo>
                  <a:pt x="4527" y="7981"/>
                </a:lnTo>
                <a:lnTo>
                  <a:pt x="4454" y="7908"/>
                </a:lnTo>
                <a:lnTo>
                  <a:pt x="4429" y="7787"/>
                </a:lnTo>
                <a:lnTo>
                  <a:pt x="4454" y="7665"/>
                </a:lnTo>
                <a:lnTo>
                  <a:pt x="4527" y="7543"/>
                </a:lnTo>
                <a:lnTo>
                  <a:pt x="4600" y="7495"/>
                </a:lnTo>
                <a:lnTo>
                  <a:pt x="4697" y="7470"/>
                </a:lnTo>
                <a:close/>
                <a:moveTo>
                  <a:pt x="11169" y="7470"/>
                </a:moveTo>
                <a:lnTo>
                  <a:pt x="11242" y="7495"/>
                </a:lnTo>
                <a:lnTo>
                  <a:pt x="11315" y="7543"/>
                </a:lnTo>
                <a:lnTo>
                  <a:pt x="11364" y="7616"/>
                </a:lnTo>
                <a:lnTo>
                  <a:pt x="11388" y="7714"/>
                </a:lnTo>
                <a:lnTo>
                  <a:pt x="11388" y="7787"/>
                </a:lnTo>
                <a:lnTo>
                  <a:pt x="11364" y="7908"/>
                </a:lnTo>
                <a:lnTo>
                  <a:pt x="11291" y="7981"/>
                </a:lnTo>
                <a:lnTo>
                  <a:pt x="11218" y="8054"/>
                </a:lnTo>
                <a:lnTo>
                  <a:pt x="11096" y="8079"/>
                </a:lnTo>
                <a:lnTo>
                  <a:pt x="10975" y="8054"/>
                </a:lnTo>
                <a:lnTo>
                  <a:pt x="10902" y="7981"/>
                </a:lnTo>
                <a:lnTo>
                  <a:pt x="10829" y="7908"/>
                </a:lnTo>
                <a:lnTo>
                  <a:pt x="10804" y="7787"/>
                </a:lnTo>
                <a:lnTo>
                  <a:pt x="10829" y="7665"/>
                </a:lnTo>
                <a:lnTo>
                  <a:pt x="10902" y="7543"/>
                </a:lnTo>
                <a:lnTo>
                  <a:pt x="10975" y="7495"/>
                </a:lnTo>
                <a:lnTo>
                  <a:pt x="11072" y="7470"/>
                </a:lnTo>
                <a:close/>
                <a:moveTo>
                  <a:pt x="4770" y="7081"/>
                </a:moveTo>
                <a:lnTo>
                  <a:pt x="4600" y="7105"/>
                </a:lnTo>
                <a:lnTo>
                  <a:pt x="4429" y="7178"/>
                </a:lnTo>
                <a:lnTo>
                  <a:pt x="4308" y="7300"/>
                </a:lnTo>
                <a:lnTo>
                  <a:pt x="4186" y="7446"/>
                </a:lnTo>
                <a:lnTo>
                  <a:pt x="4113" y="7568"/>
                </a:lnTo>
                <a:lnTo>
                  <a:pt x="4064" y="7714"/>
                </a:lnTo>
                <a:lnTo>
                  <a:pt x="4016" y="7835"/>
                </a:lnTo>
                <a:lnTo>
                  <a:pt x="4016" y="7981"/>
                </a:lnTo>
                <a:lnTo>
                  <a:pt x="3967" y="8225"/>
                </a:lnTo>
                <a:lnTo>
                  <a:pt x="3967" y="8395"/>
                </a:lnTo>
                <a:lnTo>
                  <a:pt x="4016" y="8565"/>
                </a:lnTo>
                <a:lnTo>
                  <a:pt x="4064" y="8711"/>
                </a:lnTo>
                <a:lnTo>
                  <a:pt x="4162" y="8833"/>
                </a:lnTo>
                <a:lnTo>
                  <a:pt x="4259" y="8955"/>
                </a:lnTo>
                <a:lnTo>
                  <a:pt x="4381" y="9028"/>
                </a:lnTo>
                <a:lnTo>
                  <a:pt x="4527" y="9101"/>
                </a:lnTo>
                <a:lnTo>
                  <a:pt x="4697" y="9149"/>
                </a:lnTo>
                <a:lnTo>
                  <a:pt x="4892" y="9174"/>
                </a:lnTo>
                <a:lnTo>
                  <a:pt x="5062" y="9149"/>
                </a:lnTo>
                <a:lnTo>
                  <a:pt x="5232" y="9101"/>
                </a:lnTo>
                <a:lnTo>
                  <a:pt x="5378" y="9028"/>
                </a:lnTo>
                <a:lnTo>
                  <a:pt x="5500" y="8930"/>
                </a:lnTo>
                <a:lnTo>
                  <a:pt x="5622" y="8809"/>
                </a:lnTo>
                <a:lnTo>
                  <a:pt x="5719" y="8663"/>
                </a:lnTo>
                <a:lnTo>
                  <a:pt x="5792" y="8517"/>
                </a:lnTo>
                <a:lnTo>
                  <a:pt x="5841" y="8346"/>
                </a:lnTo>
                <a:lnTo>
                  <a:pt x="5865" y="8176"/>
                </a:lnTo>
                <a:lnTo>
                  <a:pt x="5841" y="8006"/>
                </a:lnTo>
                <a:lnTo>
                  <a:pt x="5816" y="7835"/>
                </a:lnTo>
                <a:lnTo>
                  <a:pt x="5768" y="7689"/>
                </a:lnTo>
                <a:lnTo>
                  <a:pt x="5695" y="7519"/>
                </a:lnTo>
                <a:lnTo>
                  <a:pt x="5573" y="7397"/>
                </a:lnTo>
                <a:lnTo>
                  <a:pt x="5427" y="7251"/>
                </a:lnTo>
                <a:lnTo>
                  <a:pt x="5281" y="7154"/>
                </a:lnTo>
                <a:lnTo>
                  <a:pt x="5111" y="7105"/>
                </a:lnTo>
                <a:lnTo>
                  <a:pt x="4940" y="7081"/>
                </a:lnTo>
                <a:close/>
                <a:moveTo>
                  <a:pt x="11145" y="7081"/>
                </a:moveTo>
                <a:lnTo>
                  <a:pt x="10975" y="7105"/>
                </a:lnTo>
                <a:lnTo>
                  <a:pt x="10804" y="7178"/>
                </a:lnTo>
                <a:lnTo>
                  <a:pt x="10683" y="7300"/>
                </a:lnTo>
                <a:lnTo>
                  <a:pt x="10561" y="7446"/>
                </a:lnTo>
                <a:lnTo>
                  <a:pt x="10488" y="7568"/>
                </a:lnTo>
                <a:lnTo>
                  <a:pt x="10439" y="7714"/>
                </a:lnTo>
                <a:lnTo>
                  <a:pt x="10391" y="7835"/>
                </a:lnTo>
                <a:lnTo>
                  <a:pt x="10391" y="7981"/>
                </a:lnTo>
                <a:lnTo>
                  <a:pt x="10342" y="8225"/>
                </a:lnTo>
                <a:lnTo>
                  <a:pt x="10342" y="8395"/>
                </a:lnTo>
                <a:lnTo>
                  <a:pt x="10391" y="8565"/>
                </a:lnTo>
                <a:lnTo>
                  <a:pt x="10439" y="8711"/>
                </a:lnTo>
                <a:lnTo>
                  <a:pt x="10537" y="8833"/>
                </a:lnTo>
                <a:lnTo>
                  <a:pt x="10634" y="8955"/>
                </a:lnTo>
                <a:lnTo>
                  <a:pt x="10756" y="9028"/>
                </a:lnTo>
                <a:lnTo>
                  <a:pt x="10902" y="9101"/>
                </a:lnTo>
                <a:lnTo>
                  <a:pt x="11072" y="9149"/>
                </a:lnTo>
                <a:lnTo>
                  <a:pt x="11267" y="9174"/>
                </a:lnTo>
                <a:lnTo>
                  <a:pt x="11437" y="9149"/>
                </a:lnTo>
                <a:lnTo>
                  <a:pt x="11607" y="9101"/>
                </a:lnTo>
                <a:lnTo>
                  <a:pt x="11753" y="9028"/>
                </a:lnTo>
                <a:lnTo>
                  <a:pt x="11875" y="8930"/>
                </a:lnTo>
                <a:lnTo>
                  <a:pt x="11997" y="8809"/>
                </a:lnTo>
                <a:lnTo>
                  <a:pt x="12094" y="8663"/>
                </a:lnTo>
                <a:lnTo>
                  <a:pt x="12167" y="8517"/>
                </a:lnTo>
                <a:lnTo>
                  <a:pt x="12216" y="8346"/>
                </a:lnTo>
                <a:lnTo>
                  <a:pt x="12240" y="8176"/>
                </a:lnTo>
                <a:lnTo>
                  <a:pt x="12216" y="8006"/>
                </a:lnTo>
                <a:lnTo>
                  <a:pt x="12191" y="7835"/>
                </a:lnTo>
                <a:lnTo>
                  <a:pt x="12143" y="7689"/>
                </a:lnTo>
                <a:lnTo>
                  <a:pt x="12070" y="7519"/>
                </a:lnTo>
                <a:lnTo>
                  <a:pt x="11948" y="7397"/>
                </a:lnTo>
                <a:lnTo>
                  <a:pt x="11802" y="7251"/>
                </a:lnTo>
                <a:lnTo>
                  <a:pt x="11656" y="7154"/>
                </a:lnTo>
                <a:lnTo>
                  <a:pt x="11486" y="7105"/>
                </a:lnTo>
                <a:lnTo>
                  <a:pt x="11315" y="7081"/>
                </a:lnTo>
                <a:close/>
                <a:moveTo>
                  <a:pt x="11972" y="10925"/>
                </a:moveTo>
                <a:lnTo>
                  <a:pt x="11875" y="10974"/>
                </a:lnTo>
                <a:lnTo>
                  <a:pt x="11778" y="11047"/>
                </a:lnTo>
                <a:lnTo>
                  <a:pt x="11607" y="11290"/>
                </a:lnTo>
                <a:lnTo>
                  <a:pt x="11413" y="11485"/>
                </a:lnTo>
                <a:lnTo>
                  <a:pt x="11194" y="11680"/>
                </a:lnTo>
                <a:lnTo>
                  <a:pt x="10950" y="11850"/>
                </a:lnTo>
                <a:lnTo>
                  <a:pt x="10707" y="11996"/>
                </a:lnTo>
                <a:lnTo>
                  <a:pt x="10439" y="12118"/>
                </a:lnTo>
                <a:lnTo>
                  <a:pt x="10172" y="12215"/>
                </a:lnTo>
                <a:lnTo>
                  <a:pt x="9880" y="12312"/>
                </a:lnTo>
                <a:lnTo>
                  <a:pt x="9588" y="12385"/>
                </a:lnTo>
                <a:lnTo>
                  <a:pt x="9296" y="12434"/>
                </a:lnTo>
                <a:lnTo>
                  <a:pt x="8712" y="12507"/>
                </a:lnTo>
                <a:lnTo>
                  <a:pt x="8128" y="12531"/>
                </a:lnTo>
                <a:lnTo>
                  <a:pt x="7568" y="12507"/>
                </a:lnTo>
                <a:lnTo>
                  <a:pt x="7325" y="12483"/>
                </a:lnTo>
                <a:lnTo>
                  <a:pt x="7106" y="12434"/>
                </a:lnTo>
                <a:lnTo>
                  <a:pt x="6668" y="12312"/>
                </a:lnTo>
                <a:lnTo>
                  <a:pt x="6230" y="12166"/>
                </a:lnTo>
                <a:lnTo>
                  <a:pt x="5816" y="11996"/>
                </a:lnTo>
                <a:lnTo>
                  <a:pt x="5427" y="11826"/>
                </a:lnTo>
                <a:lnTo>
                  <a:pt x="5013" y="11631"/>
                </a:lnTo>
                <a:lnTo>
                  <a:pt x="4794" y="11509"/>
                </a:lnTo>
                <a:lnTo>
                  <a:pt x="4600" y="11388"/>
                </a:lnTo>
                <a:lnTo>
                  <a:pt x="4454" y="11242"/>
                </a:lnTo>
                <a:lnTo>
                  <a:pt x="4308" y="11096"/>
                </a:lnTo>
                <a:lnTo>
                  <a:pt x="4259" y="11047"/>
                </a:lnTo>
                <a:lnTo>
                  <a:pt x="4210" y="11023"/>
                </a:lnTo>
                <a:lnTo>
                  <a:pt x="4089" y="11023"/>
                </a:lnTo>
                <a:lnTo>
                  <a:pt x="4040" y="11071"/>
                </a:lnTo>
                <a:lnTo>
                  <a:pt x="3991" y="11096"/>
                </a:lnTo>
                <a:lnTo>
                  <a:pt x="3991" y="11169"/>
                </a:lnTo>
                <a:lnTo>
                  <a:pt x="3991" y="11242"/>
                </a:lnTo>
                <a:lnTo>
                  <a:pt x="4016" y="11339"/>
                </a:lnTo>
                <a:lnTo>
                  <a:pt x="4064" y="11436"/>
                </a:lnTo>
                <a:lnTo>
                  <a:pt x="4210" y="11631"/>
                </a:lnTo>
                <a:lnTo>
                  <a:pt x="4381" y="11801"/>
                </a:lnTo>
                <a:lnTo>
                  <a:pt x="4575" y="11947"/>
                </a:lnTo>
                <a:lnTo>
                  <a:pt x="4794" y="12069"/>
                </a:lnTo>
                <a:lnTo>
                  <a:pt x="5038" y="12191"/>
                </a:lnTo>
                <a:lnTo>
                  <a:pt x="5451" y="12385"/>
                </a:lnTo>
                <a:lnTo>
                  <a:pt x="5938" y="12604"/>
                </a:lnTo>
                <a:lnTo>
                  <a:pt x="6424" y="12799"/>
                </a:lnTo>
                <a:lnTo>
                  <a:pt x="6935" y="12945"/>
                </a:lnTo>
                <a:lnTo>
                  <a:pt x="7446" y="13042"/>
                </a:lnTo>
                <a:lnTo>
                  <a:pt x="7763" y="13067"/>
                </a:lnTo>
                <a:lnTo>
                  <a:pt x="8079" y="13091"/>
                </a:lnTo>
                <a:lnTo>
                  <a:pt x="8420" y="13091"/>
                </a:lnTo>
                <a:lnTo>
                  <a:pt x="8760" y="13067"/>
                </a:lnTo>
                <a:lnTo>
                  <a:pt x="9101" y="13042"/>
                </a:lnTo>
                <a:lnTo>
                  <a:pt x="9442" y="12969"/>
                </a:lnTo>
                <a:lnTo>
                  <a:pt x="9758" y="12896"/>
                </a:lnTo>
                <a:lnTo>
                  <a:pt x="10099" y="12799"/>
                </a:lnTo>
                <a:lnTo>
                  <a:pt x="10415" y="12702"/>
                </a:lnTo>
                <a:lnTo>
                  <a:pt x="10731" y="12556"/>
                </a:lnTo>
                <a:lnTo>
                  <a:pt x="11023" y="12410"/>
                </a:lnTo>
                <a:lnTo>
                  <a:pt x="11315" y="12239"/>
                </a:lnTo>
                <a:lnTo>
                  <a:pt x="11583" y="12045"/>
                </a:lnTo>
                <a:lnTo>
                  <a:pt x="11826" y="11826"/>
                </a:lnTo>
                <a:lnTo>
                  <a:pt x="12045" y="11582"/>
                </a:lnTo>
                <a:lnTo>
                  <a:pt x="12264" y="11339"/>
                </a:lnTo>
                <a:lnTo>
                  <a:pt x="12313" y="11217"/>
                </a:lnTo>
                <a:lnTo>
                  <a:pt x="12289" y="11120"/>
                </a:lnTo>
                <a:lnTo>
                  <a:pt x="12240" y="11047"/>
                </a:lnTo>
                <a:lnTo>
                  <a:pt x="12167" y="10974"/>
                </a:lnTo>
                <a:lnTo>
                  <a:pt x="12070" y="10950"/>
                </a:lnTo>
                <a:lnTo>
                  <a:pt x="11972" y="10925"/>
                </a:lnTo>
                <a:close/>
                <a:moveTo>
                  <a:pt x="8493" y="682"/>
                </a:moveTo>
                <a:lnTo>
                  <a:pt x="8663" y="706"/>
                </a:lnTo>
                <a:lnTo>
                  <a:pt x="9101" y="755"/>
                </a:lnTo>
                <a:lnTo>
                  <a:pt x="9539" y="803"/>
                </a:lnTo>
                <a:lnTo>
                  <a:pt x="10001" y="901"/>
                </a:lnTo>
                <a:lnTo>
                  <a:pt x="10439" y="1022"/>
                </a:lnTo>
                <a:lnTo>
                  <a:pt x="10780" y="1120"/>
                </a:lnTo>
                <a:lnTo>
                  <a:pt x="11121" y="1241"/>
                </a:lnTo>
                <a:lnTo>
                  <a:pt x="11437" y="1411"/>
                </a:lnTo>
                <a:lnTo>
                  <a:pt x="11753" y="1557"/>
                </a:lnTo>
                <a:lnTo>
                  <a:pt x="11753" y="1582"/>
                </a:lnTo>
                <a:lnTo>
                  <a:pt x="11729" y="1655"/>
                </a:lnTo>
                <a:lnTo>
                  <a:pt x="11729" y="1752"/>
                </a:lnTo>
                <a:lnTo>
                  <a:pt x="11753" y="1801"/>
                </a:lnTo>
                <a:lnTo>
                  <a:pt x="11826" y="1825"/>
                </a:lnTo>
                <a:lnTo>
                  <a:pt x="11899" y="1825"/>
                </a:lnTo>
                <a:lnTo>
                  <a:pt x="11948" y="1776"/>
                </a:lnTo>
                <a:lnTo>
                  <a:pt x="11972" y="1752"/>
                </a:lnTo>
                <a:lnTo>
                  <a:pt x="11997" y="1752"/>
                </a:lnTo>
                <a:lnTo>
                  <a:pt x="11997" y="1728"/>
                </a:lnTo>
                <a:lnTo>
                  <a:pt x="12021" y="1728"/>
                </a:lnTo>
                <a:lnTo>
                  <a:pt x="12143" y="1801"/>
                </a:lnTo>
                <a:lnTo>
                  <a:pt x="12094" y="1874"/>
                </a:lnTo>
                <a:lnTo>
                  <a:pt x="12094" y="1947"/>
                </a:lnTo>
                <a:lnTo>
                  <a:pt x="12094" y="1995"/>
                </a:lnTo>
                <a:lnTo>
                  <a:pt x="12143" y="2020"/>
                </a:lnTo>
                <a:lnTo>
                  <a:pt x="12167" y="2044"/>
                </a:lnTo>
                <a:lnTo>
                  <a:pt x="12216" y="2020"/>
                </a:lnTo>
                <a:lnTo>
                  <a:pt x="12240" y="1995"/>
                </a:lnTo>
                <a:lnTo>
                  <a:pt x="12313" y="1922"/>
                </a:lnTo>
                <a:lnTo>
                  <a:pt x="12337" y="1922"/>
                </a:lnTo>
                <a:lnTo>
                  <a:pt x="12532" y="2068"/>
                </a:lnTo>
                <a:lnTo>
                  <a:pt x="12483" y="2190"/>
                </a:lnTo>
                <a:lnTo>
                  <a:pt x="12483" y="2239"/>
                </a:lnTo>
                <a:lnTo>
                  <a:pt x="12508" y="2336"/>
                </a:lnTo>
                <a:lnTo>
                  <a:pt x="12532" y="2385"/>
                </a:lnTo>
                <a:lnTo>
                  <a:pt x="12556" y="2409"/>
                </a:lnTo>
                <a:lnTo>
                  <a:pt x="12581" y="2409"/>
                </a:lnTo>
                <a:lnTo>
                  <a:pt x="12629" y="2385"/>
                </a:lnTo>
                <a:lnTo>
                  <a:pt x="12678" y="2360"/>
                </a:lnTo>
                <a:lnTo>
                  <a:pt x="12751" y="2287"/>
                </a:lnTo>
                <a:lnTo>
                  <a:pt x="12775" y="2239"/>
                </a:lnTo>
                <a:lnTo>
                  <a:pt x="12970" y="2409"/>
                </a:lnTo>
                <a:lnTo>
                  <a:pt x="12873" y="2531"/>
                </a:lnTo>
                <a:lnTo>
                  <a:pt x="12848" y="2604"/>
                </a:lnTo>
                <a:lnTo>
                  <a:pt x="12824" y="2677"/>
                </a:lnTo>
                <a:lnTo>
                  <a:pt x="12824" y="2725"/>
                </a:lnTo>
                <a:lnTo>
                  <a:pt x="12873" y="2750"/>
                </a:lnTo>
                <a:lnTo>
                  <a:pt x="12921" y="2774"/>
                </a:lnTo>
                <a:lnTo>
                  <a:pt x="12946" y="2774"/>
                </a:lnTo>
                <a:lnTo>
                  <a:pt x="13067" y="2701"/>
                </a:lnTo>
                <a:lnTo>
                  <a:pt x="13189" y="2604"/>
                </a:lnTo>
                <a:lnTo>
                  <a:pt x="13311" y="2725"/>
                </a:lnTo>
                <a:lnTo>
                  <a:pt x="13384" y="2823"/>
                </a:lnTo>
                <a:lnTo>
                  <a:pt x="13262" y="3017"/>
                </a:lnTo>
                <a:lnTo>
                  <a:pt x="13213" y="3066"/>
                </a:lnTo>
                <a:lnTo>
                  <a:pt x="13189" y="3163"/>
                </a:lnTo>
                <a:lnTo>
                  <a:pt x="13165" y="3236"/>
                </a:lnTo>
                <a:lnTo>
                  <a:pt x="13189" y="3285"/>
                </a:lnTo>
                <a:lnTo>
                  <a:pt x="13238" y="3309"/>
                </a:lnTo>
                <a:lnTo>
                  <a:pt x="13335" y="3285"/>
                </a:lnTo>
                <a:lnTo>
                  <a:pt x="13408" y="3236"/>
                </a:lnTo>
                <a:lnTo>
                  <a:pt x="13554" y="3115"/>
                </a:lnTo>
                <a:lnTo>
                  <a:pt x="13578" y="3042"/>
                </a:lnTo>
                <a:lnTo>
                  <a:pt x="13773" y="3309"/>
                </a:lnTo>
                <a:lnTo>
                  <a:pt x="13676" y="3407"/>
                </a:lnTo>
                <a:lnTo>
                  <a:pt x="13554" y="3504"/>
                </a:lnTo>
                <a:lnTo>
                  <a:pt x="13505" y="3577"/>
                </a:lnTo>
                <a:lnTo>
                  <a:pt x="13481" y="3650"/>
                </a:lnTo>
                <a:lnTo>
                  <a:pt x="13481" y="3699"/>
                </a:lnTo>
                <a:lnTo>
                  <a:pt x="13505" y="3723"/>
                </a:lnTo>
                <a:lnTo>
                  <a:pt x="13603" y="3747"/>
                </a:lnTo>
                <a:lnTo>
                  <a:pt x="13700" y="3723"/>
                </a:lnTo>
                <a:lnTo>
                  <a:pt x="13773" y="3674"/>
                </a:lnTo>
                <a:lnTo>
                  <a:pt x="13870" y="3626"/>
                </a:lnTo>
                <a:lnTo>
                  <a:pt x="13968" y="3577"/>
                </a:lnTo>
                <a:lnTo>
                  <a:pt x="14162" y="3918"/>
                </a:lnTo>
                <a:lnTo>
                  <a:pt x="14065" y="3991"/>
                </a:lnTo>
                <a:lnTo>
                  <a:pt x="13870" y="4161"/>
                </a:lnTo>
                <a:lnTo>
                  <a:pt x="13773" y="4234"/>
                </a:lnTo>
                <a:lnTo>
                  <a:pt x="13700" y="4331"/>
                </a:lnTo>
                <a:lnTo>
                  <a:pt x="13700" y="4356"/>
                </a:lnTo>
                <a:lnTo>
                  <a:pt x="13724" y="4380"/>
                </a:lnTo>
                <a:lnTo>
                  <a:pt x="13846" y="4380"/>
                </a:lnTo>
                <a:lnTo>
                  <a:pt x="13943" y="4356"/>
                </a:lnTo>
                <a:lnTo>
                  <a:pt x="14065" y="4307"/>
                </a:lnTo>
                <a:lnTo>
                  <a:pt x="14162" y="4234"/>
                </a:lnTo>
                <a:lnTo>
                  <a:pt x="14284" y="4161"/>
                </a:lnTo>
                <a:lnTo>
                  <a:pt x="14503" y="4696"/>
                </a:lnTo>
                <a:lnTo>
                  <a:pt x="14332" y="4769"/>
                </a:lnTo>
                <a:lnTo>
                  <a:pt x="14211" y="4842"/>
                </a:lnTo>
                <a:lnTo>
                  <a:pt x="14065" y="4940"/>
                </a:lnTo>
                <a:lnTo>
                  <a:pt x="13968" y="5061"/>
                </a:lnTo>
                <a:lnTo>
                  <a:pt x="13919" y="5134"/>
                </a:lnTo>
                <a:lnTo>
                  <a:pt x="13895" y="5207"/>
                </a:lnTo>
                <a:lnTo>
                  <a:pt x="13895" y="5256"/>
                </a:lnTo>
                <a:lnTo>
                  <a:pt x="13919" y="5280"/>
                </a:lnTo>
                <a:lnTo>
                  <a:pt x="13968" y="5305"/>
                </a:lnTo>
                <a:lnTo>
                  <a:pt x="14016" y="5305"/>
                </a:lnTo>
                <a:lnTo>
                  <a:pt x="14114" y="5256"/>
                </a:lnTo>
                <a:lnTo>
                  <a:pt x="14235" y="5183"/>
                </a:lnTo>
                <a:lnTo>
                  <a:pt x="14551" y="5037"/>
                </a:lnTo>
                <a:lnTo>
                  <a:pt x="14600" y="5013"/>
                </a:lnTo>
                <a:lnTo>
                  <a:pt x="14770" y="5524"/>
                </a:lnTo>
                <a:lnTo>
                  <a:pt x="14430" y="5670"/>
                </a:lnTo>
                <a:lnTo>
                  <a:pt x="14162" y="5791"/>
                </a:lnTo>
                <a:lnTo>
                  <a:pt x="13919" y="5937"/>
                </a:lnTo>
                <a:lnTo>
                  <a:pt x="13919" y="5986"/>
                </a:lnTo>
                <a:lnTo>
                  <a:pt x="13943" y="6010"/>
                </a:lnTo>
                <a:lnTo>
                  <a:pt x="14089" y="6035"/>
                </a:lnTo>
                <a:lnTo>
                  <a:pt x="14235" y="6059"/>
                </a:lnTo>
                <a:lnTo>
                  <a:pt x="14381" y="6035"/>
                </a:lnTo>
                <a:lnTo>
                  <a:pt x="14527" y="6010"/>
                </a:lnTo>
                <a:lnTo>
                  <a:pt x="14843" y="5889"/>
                </a:lnTo>
                <a:lnTo>
                  <a:pt x="14965" y="6424"/>
                </a:lnTo>
                <a:lnTo>
                  <a:pt x="14795" y="6497"/>
                </a:lnTo>
                <a:lnTo>
                  <a:pt x="14405" y="6619"/>
                </a:lnTo>
                <a:lnTo>
                  <a:pt x="14041" y="6740"/>
                </a:lnTo>
                <a:lnTo>
                  <a:pt x="13992" y="6789"/>
                </a:lnTo>
                <a:lnTo>
                  <a:pt x="13992" y="6813"/>
                </a:lnTo>
                <a:lnTo>
                  <a:pt x="13992" y="6862"/>
                </a:lnTo>
                <a:lnTo>
                  <a:pt x="14041" y="6886"/>
                </a:lnTo>
                <a:lnTo>
                  <a:pt x="14235" y="6886"/>
                </a:lnTo>
                <a:lnTo>
                  <a:pt x="14430" y="6862"/>
                </a:lnTo>
                <a:lnTo>
                  <a:pt x="14795" y="6813"/>
                </a:lnTo>
                <a:lnTo>
                  <a:pt x="15038" y="6740"/>
                </a:lnTo>
                <a:lnTo>
                  <a:pt x="15111" y="7178"/>
                </a:lnTo>
                <a:lnTo>
                  <a:pt x="14843" y="7227"/>
                </a:lnTo>
                <a:lnTo>
                  <a:pt x="14430" y="7349"/>
                </a:lnTo>
                <a:lnTo>
                  <a:pt x="14235" y="7422"/>
                </a:lnTo>
                <a:lnTo>
                  <a:pt x="14065" y="7543"/>
                </a:lnTo>
                <a:lnTo>
                  <a:pt x="14041" y="7592"/>
                </a:lnTo>
                <a:lnTo>
                  <a:pt x="14041" y="7665"/>
                </a:lnTo>
                <a:lnTo>
                  <a:pt x="14089" y="7714"/>
                </a:lnTo>
                <a:lnTo>
                  <a:pt x="14138" y="7738"/>
                </a:lnTo>
                <a:lnTo>
                  <a:pt x="14357" y="7714"/>
                </a:lnTo>
                <a:lnTo>
                  <a:pt x="14551" y="7665"/>
                </a:lnTo>
                <a:lnTo>
                  <a:pt x="14941" y="7568"/>
                </a:lnTo>
                <a:lnTo>
                  <a:pt x="15135" y="7519"/>
                </a:lnTo>
                <a:lnTo>
                  <a:pt x="15184" y="7981"/>
                </a:lnTo>
                <a:lnTo>
                  <a:pt x="14868" y="8030"/>
                </a:lnTo>
                <a:lnTo>
                  <a:pt x="14624" y="8054"/>
                </a:lnTo>
                <a:lnTo>
                  <a:pt x="14381" y="8079"/>
                </a:lnTo>
                <a:lnTo>
                  <a:pt x="14235" y="8103"/>
                </a:lnTo>
                <a:lnTo>
                  <a:pt x="14138" y="8152"/>
                </a:lnTo>
                <a:lnTo>
                  <a:pt x="14016" y="8200"/>
                </a:lnTo>
                <a:lnTo>
                  <a:pt x="13943" y="8298"/>
                </a:lnTo>
                <a:lnTo>
                  <a:pt x="13919" y="8322"/>
                </a:lnTo>
                <a:lnTo>
                  <a:pt x="13919" y="8346"/>
                </a:lnTo>
                <a:lnTo>
                  <a:pt x="13943" y="8395"/>
                </a:lnTo>
                <a:lnTo>
                  <a:pt x="13968" y="8395"/>
                </a:lnTo>
                <a:lnTo>
                  <a:pt x="14089" y="8419"/>
                </a:lnTo>
                <a:lnTo>
                  <a:pt x="14211" y="8444"/>
                </a:lnTo>
                <a:lnTo>
                  <a:pt x="14478" y="8444"/>
                </a:lnTo>
                <a:lnTo>
                  <a:pt x="14989" y="8395"/>
                </a:lnTo>
                <a:lnTo>
                  <a:pt x="15208" y="8395"/>
                </a:lnTo>
                <a:lnTo>
                  <a:pt x="15208" y="8857"/>
                </a:lnTo>
                <a:lnTo>
                  <a:pt x="14722" y="8882"/>
                </a:lnTo>
                <a:lnTo>
                  <a:pt x="14503" y="8882"/>
                </a:lnTo>
                <a:lnTo>
                  <a:pt x="14284" y="8906"/>
                </a:lnTo>
                <a:lnTo>
                  <a:pt x="14065" y="8955"/>
                </a:lnTo>
                <a:lnTo>
                  <a:pt x="13968" y="8979"/>
                </a:lnTo>
                <a:lnTo>
                  <a:pt x="13870" y="9028"/>
                </a:lnTo>
                <a:lnTo>
                  <a:pt x="13870" y="9052"/>
                </a:lnTo>
                <a:lnTo>
                  <a:pt x="13870" y="9076"/>
                </a:lnTo>
                <a:lnTo>
                  <a:pt x="13968" y="9125"/>
                </a:lnTo>
                <a:lnTo>
                  <a:pt x="14065" y="9174"/>
                </a:lnTo>
                <a:lnTo>
                  <a:pt x="14284" y="9222"/>
                </a:lnTo>
                <a:lnTo>
                  <a:pt x="14722" y="9222"/>
                </a:lnTo>
                <a:lnTo>
                  <a:pt x="14941" y="9247"/>
                </a:lnTo>
                <a:lnTo>
                  <a:pt x="15184" y="9247"/>
                </a:lnTo>
                <a:lnTo>
                  <a:pt x="15160" y="9465"/>
                </a:lnTo>
                <a:lnTo>
                  <a:pt x="14965" y="9514"/>
                </a:lnTo>
                <a:lnTo>
                  <a:pt x="14722" y="9563"/>
                </a:lnTo>
                <a:lnTo>
                  <a:pt x="14503" y="9660"/>
                </a:lnTo>
                <a:lnTo>
                  <a:pt x="14260" y="9757"/>
                </a:lnTo>
                <a:lnTo>
                  <a:pt x="14041" y="9879"/>
                </a:lnTo>
                <a:lnTo>
                  <a:pt x="14016" y="9903"/>
                </a:lnTo>
                <a:lnTo>
                  <a:pt x="14016" y="9952"/>
                </a:lnTo>
                <a:lnTo>
                  <a:pt x="14041" y="9976"/>
                </a:lnTo>
                <a:lnTo>
                  <a:pt x="14089" y="9976"/>
                </a:lnTo>
                <a:lnTo>
                  <a:pt x="14308" y="10001"/>
                </a:lnTo>
                <a:lnTo>
                  <a:pt x="14527" y="9976"/>
                </a:lnTo>
                <a:lnTo>
                  <a:pt x="14965" y="9903"/>
                </a:lnTo>
                <a:lnTo>
                  <a:pt x="15087" y="9879"/>
                </a:lnTo>
                <a:lnTo>
                  <a:pt x="14989" y="10390"/>
                </a:lnTo>
                <a:lnTo>
                  <a:pt x="14527" y="10463"/>
                </a:lnTo>
                <a:lnTo>
                  <a:pt x="14357" y="10487"/>
                </a:lnTo>
                <a:lnTo>
                  <a:pt x="14162" y="10512"/>
                </a:lnTo>
                <a:lnTo>
                  <a:pt x="13992" y="10560"/>
                </a:lnTo>
                <a:lnTo>
                  <a:pt x="13919" y="10609"/>
                </a:lnTo>
                <a:lnTo>
                  <a:pt x="13870" y="10682"/>
                </a:lnTo>
                <a:lnTo>
                  <a:pt x="13846" y="10731"/>
                </a:lnTo>
                <a:lnTo>
                  <a:pt x="13846" y="10804"/>
                </a:lnTo>
                <a:lnTo>
                  <a:pt x="13870" y="10852"/>
                </a:lnTo>
                <a:lnTo>
                  <a:pt x="13919" y="10901"/>
                </a:lnTo>
                <a:lnTo>
                  <a:pt x="13992" y="10925"/>
                </a:lnTo>
                <a:lnTo>
                  <a:pt x="14065" y="10950"/>
                </a:lnTo>
                <a:lnTo>
                  <a:pt x="14235" y="10950"/>
                </a:lnTo>
                <a:lnTo>
                  <a:pt x="14600" y="10901"/>
                </a:lnTo>
                <a:lnTo>
                  <a:pt x="14819" y="10877"/>
                </a:lnTo>
                <a:lnTo>
                  <a:pt x="14819" y="10877"/>
                </a:lnTo>
                <a:lnTo>
                  <a:pt x="14624" y="11339"/>
                </a:lnTo>
                <a:lnTo>
                  <a:pt x="14478" y="11339"/>
                </a:lnTo>
                <a:lnTo>
                  <a:pt x="14308" y="11315"/>
                </a:lnTo>
                <a:lnTo>
                  <a:pt x="14114" y="11339"/>
                </a:lnTo>
                <a:lnTo>
                  <a:pt x="13919" y="11363"/>
                </a:lnTo>
                <a:lnTo>
                  <a:pt x="13749" y="11436"/>
                </a:lnTo>
                <a:lnTo>
                  <a:pt x="13724" y="11461"/>
                </a:lnTo>
                <a:lnTo>
                  <a:pt x="13749" y="11485"/>
                </a:lnTo>
                <a:lnTo>
                  <a:pt x="13919" y="11558"/>
                </a:lnTo>
                <a:lnTo>
                  <a:pt x="14089" y="11607"/>
                </a:lnTo>
                <a:lnTo>
                  <a:pt x="14430" y="11655"/>
                </a:lnTo>
                <a:lnTo>
                  <a:pt x="14454" y="11655"/>
                </a:lnTo>
                <a:lnTo>
                  <a:pt x="14211" y="12069"/>
                </a:lnTo>
                <a:lnTo>
                  <a:pt x="13968" y="12069"/>
                </a:lnTo>
                <a:lnTo>
                  <a:pt x="13724" y="12093"/>
                </a:lnTo>
                <a:lnTo>
                  <a:pt x="13603" y="12069"/>
                </a:lnTo>
                <a:lnTo>
                  <a:pt x="13481" y="12045"/>
                </a:lnTo>
                <a:lnTo>
                  <a:pt x="13335" y="12020"/>
                </a:lnTo>
                <a:lnTo>
                  <a:pt x="13213" y="12020"/>
                </a:lnTo>
                <a:lnTo>
                  <a:pt x="13189" y="12045"/>
                </a:lnTo>
                <a:lnTo>
                  <a:pt x="13189" y="12069"/>
                </a:lnTo>
                <a:lnTo>
                  <a:pt x="13189" y="12166"/>
                </a:lnTo>
                <a:lnTo>
                  <a:pt x="13238" y="12239"/>
                </a:lnTo>
                <a:lnTo>
                  <a:pt x="13311" y="12312"/>
                </a:lnTo>
                <a:lnTo>
                  <a:pt x="13408" y="12361"/>
                </a:lnTo>
                <a:lnTo>
                  <a:pt x="13530" y="12385"/>
                </a:lnTo>
                <a:lnTo>
                  <a:pt x="13651" y="12410"/>
                </a:lnTo>
                <a:lnTo>
                  <a:pt x="13943" y="12434"/>
                </a:lnTo>
                <a:lnTo>
                  <a:pt x="13603" y="12823"/>
                </a:lnTo>
                <a:lnTo>
                  <a:pt x="13067" y="12726"/>
                </a:lnTo>
                <a:lnTo>
                  <a:pt x="12848" y="12677"/>
                </a:lnTo>
                <a:lnTo>
                  <a:pt x="12727" y="12677"/>
                </a:lnTo>
                <a:lnTo>
                  <a:pt x="12629" y="12702"/>
                </a:lnTo>
                <a:lnTo>
                  <a:pt x="12605" y="12726"/>
                </a:lnTo>
                <a:lnTo>
                  <a:pt x="12605" y="12775"/>
                </a:lnTo>
                <a:lnTo>
                  <a:pt x="12629" y="12848"/>
                </a:lnTo>
                <a:lnTo>
                  <a:pt x="12678" y="12921"/>
                </a:lnTo>
                <a:lnTo>
                  <a:pt x="12751" y="12969"/>
                </a:lnTo>
                <a:lnTo>
                  <a:pt x="12824" y="13018"/>
                </a:lnTo>
                <a:lnTo>
                  <a:pt x="13043" y="13115"/>
                </a:lnTo>
                <a:lnTo>
                  <a:pt x="13262" y="13164"/>
                </a:lnTo>
                <a:lnTo>
                  <a:pt x="13116" y="13286"/>
                </a:lnTo>
                <a:lnTo>
                  <a:pt x="13067" y="13286"/>
                </a:lnTo>
                <a:lnTo>
                  <a:pt x="12605" y="13261"/>
                </a:lnTo>
                <a:lnTo>
                  <a:pt x="12362" y="13213"/>
                </a:lnTo>
                <a:lnTo>
                  <a:pt x="12240" y="13188"/>
                </a:lnTo>
                <a:lnTo>
                  <a:pt x="12094" y="13188"/>
                </a:lnTo>
                <a:lnTo>
                  <a:pt x="12021" y="13213"/>
                </a:lnTo>
                <a:lnTo>
                  <a:pt x="11997" y="13261"/>
                </a:lnTo>
                <a:lnTo>
                  <a:pt x="11972" y="13334"/>
                </a:lnTo>
                <a:lnTo>
                  <a:pt x="12021" y="13383"/>
                </a:lnTo>
                <a:lnTo>
                  <a:pt x="12143" y="13505"/>
                </a:lnTo>
                <a:lnTo>
                  <a:pt x="12289" y="13578"/>
                </a:lnTo>
                <a:lnTo>
                  <a:pt x="12483" y="13626"/>
                </a:lnTo>
                <a:lnTo>
                  <a:pt x="12654" y="13651"/>
                </a:lnTo>
                <a:lnTo>
                  <a:pt x="12240" y="13943"/>
                </a:lnTo>
                <a:lnTo>
                  <a:pt x="12143" y="13918"/>
                </a:lnTo>
                <a:lnTo>
                  <a:pt x="11680" y="13821"/>
                </a:lnTo>
                <a:lnTo>
                  <a:pt x="11461" y="13772"/>
                </a:lnTo>
                <a:lnTo>
                  <a:pt x="11267" y="13724"/>
                </a:lnTo>
                <a:lnTo>
                  <a:pt x="11218" y="13748"/>
                </a:lnTo>
                <a:lnTo>
                  <a:pt x="11218" y="13821"/>
                </a:lnTo>
                <a:lnTo>
                  <a:pt x="11242" y="13894"/>
                </a:lnTo>
                <a:lnTo>
                  <a:pt x="11315" y="13967"/>
                </a:lnTo>
                <a:lnTo>
                  <a:pt x="11437" y="14064"/>
                </a:lnTo>
                <a:lnTo>
                  <a:pt x="11607" y="14137"/>
                </a:lnTo>
                <a:lnTo>
                  <a:pt x="11802" y="14210"/>
                </a:lnTo>
                <a:lnTo>
                  <a:pt x="11437" y="14381"/>
                </a:lnTo>
                <a:lnTo>
                  <a:pt x="11388" y="14332"/>
                </a:lnTo>
                <a:lnTo>
                  <a:pt x="11315" y="14308"/>
                </a:lnTo>
                <a:lnTo>
                  <a:pt x="11194" y="14259"/>
                </a:lnTo>
                <a:lnTo>
                  <a:pt x="10902" y="14235"/>
                </a:lnTo>
                <a:lnTo>
                  <a:pt x="10634" y="14210"/>
                </a:lnTo>
                <a:lnTo>
                  <a:pt x="10512" y="14210"/>
                </a:lnTo>
                <a:lnTo>
                  <a:pt x="10391" y="14235"/>
                </a:lnTo>
                <a:lnTo>
                  <a:pt x="10366" y="14235"/>
                </a:lnTo>
                <a:lnTo>
                  <a:pt x="10366" y="14283"/>
                </a:lnTo>
                <a:lnTo>
                  <a:pt x="10366" y="14332"/>
                </a:lnTo>
                <a:lnTo>
                  <a:pt x="10391" y="14381"/>
                </a:lnTo>
                <a:lnTo>
                  <a:pt x="10488" y="14478"/>
                </a:lnTo>
                <a:lnTo>
                  <a:pt x="10610" y="14551"/>
                </a:lnTo>
                <a:lnTo>
                  <a:pt x="10731" y="14575"/>
                </a:lnTo>
                <a:lnTo>
                  <a:pt x="10877" y="14624"/>
                </a:lnTo>
                <a:lnTo>
                  <a:pt x="10512" y="14746"/>
                </a:lnTo>
                <a:lnTo>
                  <a:pt x="10318" y="14673"/>
                </a:lnTo>
                <a:lnTo>
                  <a:pt x="10123" y="14624"/>
                </a:lnTo>
                <a:lnTo>
                  <a:pt x="9904" y="14600"/>
                </a:lnTo>
                <a:lnTo>
                  <a:pt x="9807" y="14600"/>
                </a:lnTo>
                <a:lnTo>
                  <a:pt x="9709" y="14648"/>
                </a:lnTo>
                <a:lnTo>
                  <a:pt x="9661" y="14673"/>
                </a:lnTo>
                <a:lnTo>
                  <a:pt x="9685" y="14721"/>
                </a:lnTo>
                <a:lnTo>
                  <a:pt x="9734" y="14794"/>
                </a:lnTo>
                <a:lnTo>
                  <a:pt x="9807" y="14843"/>
                </a:lnTo>
                <a:lnTo>
                  <a:pt x="9928" y="14916"/>
                </a:lnTo>
                <a:lnTo>
                  <a:pt x="9612" y="14989"/>
                </a:lnTo>
                <a:lnTo>
                  <a:pt x="9588" y="14940"/>
                </a:lnTo>
                <a:lnTo>
                  <a:pt x="9539" y="14916"/>
                </a:lnTo>
                <a:lnTo>
                  <a:pt x="9417" y="14867"/>
                </a:lnTo>
                <a:lnTo>
                  <a:pt x="9223" y="14843"/>
                </a:lnTo>
                <a:lnTo>
                  <a:pt x="9150" y="14843"/>
                </a:lnTo>
                <a:lnTo>
                  <a:pt x="9052" y="14867"/>
                </a:lnTo>
                <a:lnTo>
                  <a:pt x="9004" y="14916"/>
                </a:lnTo>
                <a:lnTo>
                  <a:pt x="8979" y="14965"/>
                </a:lnTo>
                <a:lnTo>
                  <a:pt x="8979" y="15013"/>
                </a:lnTo>
                <a:lnTo>
                  <a:pt x="9004" y="15062"/>
                </a:lnTo>
                <a:lnTo>
                  <a:pt x="9004" y="15086"/>
                </a:lnTo>
                <a:lnTo>
                  <a:pt x="8663" y="15135"/>
                </a:lnTo>
                <a:lnTo>
                  <a:pt x="8298" y="15159"/>
                </a:lnTo>
                <a:lnTo>
                  <a:pt x="7227" y="15159"/>
                </a:lnTo>
                <a:lnTo>
                  <a:pt x="6862" y="15111"/>
                </a:lnTo>
                <a:lnTo>
                  <a:pt x="6497" y="15062"/>
                </a:lnTo>
                <a:lnTo>
                  <a:pt x="6157" y="14989"/>
                </a:lnTo>
                <a:lnTo>
                  <a:pt x="5816" y="14916"/>
                </a:lnTo>
                <a:lnTo>
                  <a:pt x="5451" y="14819"/>
                </a:lnTo>
                <a:lnTo>
                  <a:pt x="5135" y="14697"/>
                </a:lnTo>
                <a:lnTo>
                  <a:pt x="4794" y="14575"/>
                </a:lnTo>
                <a:lnTo>
                  <a:pt x="4478" y="14405"/>
                </a:lnTo>
                <a:lnTo>
                  <a:pt x="4162" y="14259"/>
                </a:lnTo>
                <a:lnTo>
                  <a:pt x="3845" y="14064"/>
                </a:lnTo>
                <a:lnTo>
                  <a:pt x="3553" y="13870"/>
                </a:lnTo>
                <a:lnTo>
                  <a:pt x="3286" y="13675"/>
                </a:lnTo>
                <a:lnTo>
                  <a:pt x="3018" y="13456"/>
                </a:lnTo>
                <a:lnTo>
                  <a:pt x="2775" y="13237"/>
                </a:lnTo>
                <a:lnTo>
                  <a:pt x="2531" y="12994"/>
                </a:lnTo>
                <a:lnTo>
                  <a:pt x="2312" y="12775"/>
                </a:lnTo>
                <a:lnTo>
                  <a:pt x="2118" y="12507"/>
                </a:lnTo>
                <a:lnTo>
                  <a:pt x="1899" y="12239"/>
                </a:lnTo>
                <a:lnTo>
                  <a:pt x="1728" y="11972"/>
                </a:lnTo>
                <a:lnTo>
                  <a:pt x="1558" y="11704"/>
                </a:lnTo>
                <a:lnTo>
                  <a:pt x="1412" y="11412"/>
                </a:lnTo>
                <a:lnTo>
                  <a:pt x="1266" y="11120"/>
                </a:lnTo>
                <a:lnTo>
                  <a:pt x="1144" y="10828"/>
                </a:lnTo>
                <a:lnTo>
                  <a:pt x="1047" y="10512"/>
                </a:lnTo>
                <a:lnTo>
                  <a:pt x="950" y="10195"/>
                </a:lnTo>
                <a:lnTo>
                  <a:pt x="877" y="9879"/>
                </a:lnTo>
                <a:lnTo>
                  <a:pt x="828" y="9538"/>
                </a:lnTo>
                <a:lnTo>
                  <a:pt x="779" y="9003"/>
                </a:lnTo>
                <a:lnTo>
                  <a:pt x="755" y="8468"/>
                </a:lnTo>
                <a:lnTo>
                  <a:pt x="755" y="7933"/>
                </a:lnTo>
                <a:lnTo>
                  <a:pt x="779" y="7397"/>
                </a:lnTo>
                <a:lnTo>
                  <a:pt x="852" y="6862"/>
                </a:lnTo>
                <a:lnTo>
                  <a:pt x="950" y="6351"/>
                </a:lnTo>
                <a:lnTo>
                  <a:pt x="1096" y="5840"/>
                </a:lnTo>
                <a:lnTo>
                  <a:pt x="1266" y="5353"/>
                </a:lnTo>
                <a:lnTo>
                  <a:pt x="1388" y="5061"/>
                </a:lnTo>
                <a:lnTo>
                  <a:pt x="1558" y="4745"/>
                </a:lnTo>
                <a:lnTo>
                  <a:pt x="1753" y="4404"/>
                </a:lnTo>
                <a:lnTo>
                  <a:pt x="1996" y="4064"/>
                </a:lnTo>
                <a:lnTo>
                  <a:pt x="2264" y="3699"/>
                </a:lnTo>
                <a:lnTo>
                  <a:pt x="2556" y="3334"/>
                </a:lnTo>
                <a:lnTo>
                  <a:pt x="2896" y="2944"/>
                </a:lnTo>
                <a:lnTo>
                  <a:pt x="3261" y="2604"/>
                </a:lnTo>
                <a:lnTo>
                  <a:pt x="3651" y="2263"/>
                </a:lnTo>
                <a:lnTo>
                  <a:pt x="4089" y="1922"/>
                </a:lnTo>
                <a:lnTo>
                  <a:pt x="4527" y="1630"/>
                </a:lnTo>
                <a:lnTo>
                  <a:pt x="5013" y="1363"/>
                </a:lnTo>
                <a:lnTo>
                  <a:pt x="5524" y="1144"/>
                </a:lnTo>
                <a:lnTo>
                  <a:pt x="6035" y="974"/>
                </a:lnTo>
                <a:lnTo>
                  <a:pt x="6327" y="925"/>
                </a:lnTo>
                <a:lnTo>
                  <a:pt x="6595" y="876"/>
                </a:lnTo>
                <a:lnTo>
                  <a:pt x="6887" y="828"/>
                </a:lnTo>
                <a:lnTo>
                  <a:pt x="7179" y="803"/>
                </a:lnTo>
                <a:lnTo>
                  <a:pt x="7544" y="779"/>
                </a:lnTo>
                <a:lnTo>
                  <a:pt x="7933" y="730"/>
                </a:lnTo>
                <a:lnTo>
                  <a:pt x="8322" y="682"/>
                </a:lnTo>
                <a:close/>
                <a:moveTo>
                  <a:pt x="8152" y="0"/>
                </a:moveTo>
                <a:lnTo>
                  <a:pt x="7763" y="25"/>
                </a:lnTo>
                <a:lnTo>
                  <a:pt x="7373" y="73"/>
                </a:lnTo>
                <a:lnTo>
                  <a:pt x="7081" y="49"/>
                </a:lnTo>
                <a:lnTo>
                  <a:pt x="6789" y="49"/>
                </a:lnTo>
                <a:lnTo>
                  <a:pt x="6473" y="73"/>
                </a:lnTo>
                <a:lnTo>
                  <a:pt x="6157" y="146"/>
                </a:lnTo>
                <a:lnTo>
                  <a:pt x="5841" y="219"/>
                </a:lnTo>
                <a:lnTo>
                  <a:pt x="5549" y="317"/>
                </a:lnTo>
                <a:lnTo>
                  <a:pt x="5232" y="438"/>
                </a:lnTo>
                <a:lnTo>
                  <a:pt x="4916" y="560"/>
                </a:lnTo>
                <a:lnTo>
                  <a:pt x="4332" y="876"/>
                </a:lnTo>
                <a:lnTo>
                  <a:pt x="3748" y="1217"/>
                </a:lnTo>
                <a:lnTo>
                  <a:pt x="3237" y="1606"/>
                </a:lnTo>
                <a:lnTo>
                  <a:pt x="2775" y="1995"/>
                </a:lnTo>
                <a:lnTo>
                  <a:pt x="2507" y="2239"/>
                </a:lnTo>
                <a:lnTo>
                  <a:pt x="2264" y="2482"/>
                </a:lnTo>
                <a:lnTo>
                  <a:pt x="2045" y="2725"/>
                </a:lnTo>
                <a:lnTo>
                  <a:pt x="1826" y="2993"/>
                </a:lnTo>
                <a:lnTo>
                  <a:pt x="1631" y="3261"/>
                </a:lnTo>
                <a:lnTo>
                  <a:pt x="1461" y="3528"/>
                </a:lnTo>
                <a:lnTo>
                  <a:pt x="1120" y="4088"/>
                </a:lnTo>
                <a:lnTo>
                  <a:pt x="852" y="4696"/>
                </a:lnTo>
                <a:lnTo>
                  <a:pt x="609" y="5305"/>
                </a:lnTo>
                <a:lnTo>
                  <a:pt x="414" y="5962"/>
                </a:lnTo>
                <a:lnTo>
                  <a:pt x="220" y="6643"/>
                </a:lnTo>
                <a:lnTo>
                  <a:pt x="122" y="7008"/>
                </a:lnTo>
                <a:lnTo>
                  <a:pt x="74" y="7373"/>
                </a:lnTo>
                <a:lnTo>
                  <a:pt x="25" y="7738"/>
                </a:lnTo>
                <a:lnTo>
                  <a:pt x="1" y="8103"/>
                </a:lnTo>
                <a:lnTo>
                  <a:pt x="1" y="8468"/>
                </a:lnTo>
                <a:lnTo>
                  <a:pt x="25" y="8809"/>
                </a:lnTo>
                <a:lnTo>
                  <a:pt x="49" y="9174"/>
                </a:lnTo>
                <a:lnTo>
                  <a:pt x="98" y="9514"/>
                </a:lnTo>
                <a:lnTo>
                  <a:pt x="195" y="9879"/>
                </a:lnTo>
                <a:lnTo>
                  <a:pt x="268" y="10220"/>
                </a:lnTo>
                <a:lnTo>
                  <a:pt x="390" y="10560"/>
                </a:lnTo>
                <a:lnTo>
                  <a:pt x="512" y="10901"/>
                </a:lnTo>
                <a:lnTo>
                  <a:pt x="658" y="11242"/>
                </a:lnTo>
                <a:lnTo>
                  <a:pt x="804" y="11582"/>
                </a:lnTo>
                <a:lnTo>
                  <a:pt x="1169" y="12264"/>
                </a:lnTo>
                <a:lnTo>
                  <a:pt x="1388" y="12629"/>
                </a:lnTo>
                <a:lnTo>
                  <a:pt x="1631" y="12994"/>
                </a:lnTo>
                <a:lnTo>
                  <a:pt x="1899" y="13334"/>
                </a:lnTo>
                <a:lnTo>
                  <a:pt x="2166" y="13651"/>
                </a:lnTo>
                <a:lnTo>
                  <a:pt x="2434" y="13943"/>
                </a:lnTo>
                <a:lnTo>
                  <a:pt x="2750" y="14235"/>
                </a:lnTo>
                <a:lnTo>
                  <a:pt x="3042" y="14502"/>
                </a:lnTo>
                <a:lnTo>
                  <a:pt x="3383" y="14746"/>
                </a:lnTo>
                <a:lnTo>
                  <a:pt x="3699" y="14965"/>
                </a:lnTo>
                <a:lnTo>
                  <a:pt x="4064" y="15159"/>
                </a:lnTo>
                <a:lnTo>
                  <a:pt x="4429" y="15354"/>
                </a:lnTo>
                <a:lnTo>
                  <a:pt x="4794" y="15500"/>
                </a:lnTo>
                <a:lnTo>
                  <a:pt x="5184" y="15622"/>
                </a:lnTo>
                <a:lnTo>
                  <a:pt x="5597" y="15743"/>
                </a:lnTo>
                <a:lnTo>
                  <a:pt x="6011" y="15816"/>
                </a:lnTo>
                <a:lnTo>
                  <a:pt x="6424" y="15889"/>
                </a:lnTo>
                <a:lnTo>
                  <a:pt x="6862" y="15914"/>
                </a:lnTo>
                <a:lnTo>
                  <a:pt x="7300" y="15938"/>
                </a:lnTo>
                <a:lnTo>
                  <a:pt x="7738" y="15938"/>
                </a:lnTo>
                <a:lnTo>
                  <a:pt x="8152" y="15914"/>
                </a:lnTo>
                <a:lnTo>
                  <a:pt x="8590" y="15889"/>
                </a:lnTo>
                <a:lnTo>
                  <a:pt x="9004" y="15841"/>
                </a:lnTo>
                <a:lnTo>
                  <a:pt x="9442" y="15768"/>
                </a:lnTo>
                <a:lnTo>
                  <a:pt x="9855" y="15670"/>
                </a:lnTo>
                <a:lnTo>
                  <a:pt x="10245" y="15573"/>
                </a:lnTo>
                <a:lnTo>
                  <a:pt x="10658" y="15451"/>
                </a:lnTo>
                <a:lnTo>
                  <a:pt x="11048" y="15305"/>
                </a:lnTo>
                <a:lnTo>
                  <a:pt x="11461" y="15135"/>
                </a:lnTo>
                <a:lnTo>
                  <a:pt x="11826" y="14940"/>
                </a:lnTo>
                <a:lnTo>
                  <a:pt x="12216" y="14721"/>
                </a:lnTo>
                <a:lnTo>
                  <a:pt x="12581" y="14478"/>
                </a:lnTo>
                <a:lnTo>
                  <a:pt x="12921" y="14235"/>
                </a:lnTo>
                <a:lnTo>
                  <a:pt x="13286" y="13943"/>
                </a:lnTo>
                <a:lnTo>
                  <a:pt x="13603" y="13651"/>
                </a:lnTo>
                <a:lnTo>
                  <a:pt x="13895" y="13334"/>
                </a:lnTo>
                <a:lnTo>
                  <a:pt x="14187" y="13018"/>
                </a:lnTo>
                <a:lnTo>
                  <a:pt x="14454" y="12702"/>
                </a:lnTo>
                <a:lnTo>
                  <a:pt x="14697" y="12361"/>
                </a:lnTo>
                <a:lnTo>
                  <a:pt x="14916" y="11996"/>
                </a:lnTo>
                <a:lnTo>
                  <a:pt x="15111" y="11631"/>
                </a:lnTo>
                <a:lnTo>
                  <a:pt x="15135" y="11631"/>
                </a:lnTo>
                <a:lnTo>
                  <a:pt x="15160" y="11582"/>
                </a:lnTo>
                <a:lnTo>
                  <a:pt x="15160" y="11534"/>
                </a:lnTo>
                <a:lnTo>
                  <a:pt x="15330" y="11096"/>
                </a:lnTo>
                <a:lnTo>
                  <a:pt x="15500" y="10658"/>
                </a:lnTo>
                <a:lnTo>
                  <a:pt x="15622" y="10195"/>
                </a:lnTo>
                <a:lnTo>
                  <a:pt x="15719" y="9733"/>
                </a:lnTo>
                <a:lnTo>
                  <a:pt x="15744" y="9709"/>
                </a:lnTo>
                <a:lnTo>
                  <a:pt x="15768" y="9684"/>
                </a:lnTo>
                <a:lnTo>
                  <a:pt x="15792" y="9636"/>
                </a:lnTo>
                <a:lnTo>
                  <a:pt x="15768" y="9611"/>
                </a:lnTo>
                <a:lnTo>
                  <a:pt x="15744" y="9563"/>
                </a:lnTo>
                <a:lnTo>
                  <a:pt x="15792" y="9174"/>
                </a:lnTo>
                <a:lnTo>
                  <a:pt x="15841" y="8760"/>
                </a:lnTo>
                <a:lnTo>
                  <a:pt x="15841" y="8371"/>
                </a:lnTo>
                <a:lnTo>
                  <a:pt x="15817" y="7957"/>
                </a:lnTo>
                <a:lnTo>
                  <a:pt x="15744" y="7105"/>
                </a:lnTo>
                <a:lnTo>
                  <a:pt x="15671" y="6667"/>
                </a:lnTo>
                <a:lnTo>
                  <a:pt x="15598" y="6254"/>
                </a:lnTo>
                <a:lnTo>
                  <a:pt x="15525" y="5840"/>
                </a:lnTo>
                <a:lnTo>
                  <a:pt x="15403" y="5426"/>
                </a:lnTo>
                <a:lnTo>
                  <a:pt x="15281" y="5013"/>
                </a:lnTo>
                <a:lnTo>
                  <a:pt x="15160" y="4623"/>
                </a:lnTo>
                <a:lnTo>
                  <a:pt x="14989" y="4234"/>
                </a:lnTo>
                <a:lnTo>
                  <a:pt x="14819" y="3845"/>
                </a:lnTo>
                <a:lnTo>
                  <a:pt x="14624" y="3480"/>
                </a:lnTo>
                <a:lnTo>
                  <a:pt x="14405" y="3115"/>
                </a:lnTo>
                <a:lnTo>
                  <a:pt x="14162" y="2774"/>
                </a:lnTo>
                <a:lnTo>
                  <a:pt x="13895" y="2458"/>
                </a:lnTo>
                <a:lnTo>
                  <a:pt x="13603" y="2141"/>
                </a:lnTo>
                <a:lnTo>
                  <a:pt x="13286" y="1849"/>
                </a:lnTo>
                <a:lnTo>
                  <a:pt x="12970" y="1582"/>
                </a:lnTo>
                <a:lnTo>
                  <a:pt x="12654" y="1363"/>
                </a:lnTo>
                <a:lnTo>
                  <a:pt x="12313" y="1144"/>
                </a:lnTo>
                <a:lnTo>
                  <a:pt x="11948" y="949"/>
                </a:lnTo>
                <a:lnTo>
                  <a:pt x="11607" y="779"/>
                </a:lnTo>
                <a:lnTo>
                  <a:pt x="11218" y="609"/>
                </a:lnTo>
                <a:lnTo>
                  <a:pt x="10853" y="487"/>
                </a:lnTo>
                <a:lnTo>
                  <a:pt x="10464" y="365"/>
                </a:lnTo>
                <a:lnTo>
                  <a:pt x="10099" y="268"/>
                </a:lnTo>
                <a:lnTo>
                  <a:pt x="9709" y="171"/>
                </a:lnTo>
                <a:lnTo>
                  <a:pt x="9320" y="98"/>
                </a:lnTo>
                <a:lnTo>
                  <a:pt x="8931" y="49"/>
                </a:lnTo>
                <a:lnTo>
                  <a:pt x="8541" y="25"/>
                </a:lnTo>
                <a:lnTo>
                  <a:pt x="81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34"/>
          <p:cNvSpPr/>
          <p:nvPr/>
        </p:nvSpPr>
        <p:spPr>
          <a:xfrm>
            <a:off x="3799402" y="2051575"/>
            <a:ext cx="1442481" cy="102978"/>
          </a:xfrm>
          <a:custGeom>
            <a:avLst/>
            <a:gdLst/>
            <a:ahLst/>
            <a:cxnLst/>
            <a:rect l="l" t="t" r="r" b="b"/>
            <a:pathLst>
              <a:path w="27831" h="2831" extrusionOk="0">
                <a:moveTo>
                  <a:pt x="27264" y="944"/>
                </a:moveTo>
                <a:lnTo>
                  <a:pt x="27359" y="1086"/>
                </a:lnTo>
                <a:lnTo>
                  <a:pt x="27359" y="944"/>
                </a:lnTo>
                <a:close/>
                <a:moveTo>
                  <a:pt x="27359" y="1086"/>
                </a:moveTo>
                <a:lnTo>
                  <a:pt x="27359" y="1133"/>
                </a:lnTo>
                <a:lnTo>
                  <a:pt x="27372" y="1106"/>
                </a:lnTo>
                <a:lnTo>
                  <a:pt x="27372" y="1106"/>
                </a:lnTo>
                <a:lnTo>
                  <a:pt x="27359" y="1086"/>
                </a:lnTo>
                <a:close/>
                <a:moveTo>
                  <a:pt x="27453" y="944"/>
                </a:moveTo>
                <a:lnTo>
                  <a:pt x="27372" y="1106"/>
                </a:lnTo>
                <a:lnTo>
                  <a:pt x="27372" y="1106"/>
                </a:lnTo>
                <a:lnTo>
                  <a:pt x="27453" y="1227"/>
                </a:lnTo>
                <a:lnTo>
                  <a:pt x="27453" y="944"/>
                </a:lnTo>
                <a:close/>
                <a:moveTo>
                  <a:pt x="27642" y="1039"/>
                </a:moveTo>
                <a:lnTo>
                  <a:pt x="27453" y="1227"/>
                </a:lnTo>
                <a:lnTo>
                  <a:pt x="27453" y="1322"/>
                </a:lnTo>
                <a:lnTo>
                  <a:pt x="27453" y="1416"/>
                </a:lnTo>
                <a:lnTo>
                  <a:pt x="27830" y="1416"/>
                </a:lnTo>
                <a:lnTo>
                  <a:pt x="27830" y="1227"/>
                </a:lnTo>
                <a:lnTo>
                  <a:pt x="27736" y="1322"/>
                </a:lnTo>
                <a:lnTo>
                  <a:pt x="27736" y="1227"/>
                </a:lnTo>
                <a:lnTo>
                  <a:pt x="27736" y="1133"/>
                </a:lnTo>
                <a:lnTo>
                  <a:pt x="27642" y="1039"/>
                </a:lnTo>
                <a:close/>
                <a:moveTo>
                  <a:pt x="20189" y="1"/>
                </a:moveTo>
                <a:lnTo>
                  <a:pt x="20095" y="190"/>
                </a:lnTo>
                <a:lnTo>
                  <a:pt x="20000" y="95"/>
                </a:lnTo>
                <a:lnTo>
                  <a:pt x="19906" y="284"/>
                </a:lnTo>
                <a:lnTo>
                  <a:pt x="19812" y="473"/>
                </a:lnTo>
                <a:lnTo>
                  <a:pt x="19529" y="284"/>
                </a:lnTo>
                <a:lnTo>
                  <a:pt x="19340" y="95"/>
                </a:lnTo>
                <a:lnTo>
                  <a:pt x="19246" y="95"/>
                </a:lnTo>
                <a:lnTo>
                  <a:pt x="19246" y="190"/>
                </a:lnTo>
                <a:lnTo>
                  <a:pt x="19151" y="378"/>
                </a:lnTo>
                <a:lnTo>
                  <a:pt x="19434" y="190"/>
                </a:lnTo>
                <a:lnTo>
                  <a:pt x="19246" y="473"/>
                </a:lnTo>
                <a:lnTo>
                  <a:pt x="19434" y="378"/>
                </a:lnTo>
                <a:lnTo>
                  <a:pt x="19434" y="567"/>
                </a:lnTo>
                <a:lnTo>
                  <a:pt x="19151" y="567"/>
                </a:lnTo>
                <a:lnTo>
                  <a:pt x="19151" y="190"/>
                </a:lnTo>
                <a:lnTo>
                  <a:pt x="19057" y="95"/>
                </a:lnTo>
                <a:lnTo>
                  <a:pt x="18963" y="95"/>
                </a:lnTo>
                <a:lnTo>
                  <a:pt x="18774" y="284"/>
                </a:lnTo>
                <a:lnTo>
                  <a:pt x="18680" y="473"/>
                </a:lnTo>
                <a:lnTo>
                  <a:pt x="18585" y="378"/>
                </a:lnTo>
                <a:lnTo>
                  <a:pt x="18491" y="190"/>
                </a:lnTo>
                <a:lnTo>
                  <a:pt x="18397" y="378"/>
                </a:lnTo>
                <a:lnTo>
                  <a:pt x="17925" y="567"/>
                </a:lnTo>
                <a:lnTo>
                  <a:pt x="18019" y="284"/>
                </a:lnTo>
                <a:lnTo>
                  <a:pt x="17831" y="378"/>
                </a:lnTo>
                <a:lnTo>
                  <a:pt x="17642" y="567"/>
                </a:lnTo>
                <a:lnTo>
                  <a:pt x="17642" y="661"/>
                </a:lnTo>
                <a:lnTo>
                  <a:pt x="17453" y="567"/>
                </a:lnTo>
                <a:lnTo>
                  <a:pt x="17170" y="473"/>
                </a:lnTo>
                <a:lnTo>
                  <a:pt x="16699" y="473"/>
                </a:lnTo>
                <a:lnTo>
                  <a:pt x="16699" y="567"/>
                </a:lnTo>
                <a:lnTo>
                  <a:pt x="16604" y="661"/>
                </a:lnTo>
                <a:lnTo>
                  <a:pt x="16416" y="378"/>
                </a:lnTo>
                <a:lnTo>
                  <a:pt x="16227" y="378"/>
                </a:lnTo>
                <a:lnTo>
                  <a:pt x="15661" y="661"/>
                </a:lnTo>
                <a:lnTo>
                  <a:pt x="15661" y="473"/>
                </a:lnTo>
                <a:lnTo>
                  <a:pt x="15567" y="756"/>
                </a:lnTo>
                <a:lnTo>
                  <a:pt x="15378" y="473"/>
                </a:lnTo>
                <a:lnTo>
                  <a:pt x="15567" y="473"/>
                </a:lnTo>
                <a:lnTo>
                  <a:pt x="15472" y="378"/>
                </a:lnTo>
                <a:lnTo>
                  <a:pt x="15378" y="378"/>
                </a:lnTo>
                <a:lnTo>
                  <a:pt x="15189" y="473"/>
                </a:lnTo>
                <a:lnTo>
                  <a:pt x="15000" y="756"/>
                </a:lnTo>
                <a:lnTo>
                  <a:pt x="14906" y="661"/>
                </a:lnTo>
                <a:lnTo>
                  <a:pt x="14812" y="473"/>
                </a:lnTo>
                <a:lnTo>
                  <a:pt x="14529" y="756"/>
                </a:lnTo>
                <a:lnTo>
                  <a:pt x="14623" y="567"/>
                </a:lnTo>
                <a:lnTo>
                  <a:pt x="14529" y="661"/>
                </a:lnTo>
                <a:lnTo>
                  <a:pt x="14340" y="756"/>
                </a:lnTo>
                <a:lnTo>
                  <a:pt x="14340" y="567"/>
                </a:lnTo>
                <a:lnTo>
                  <a:pt x="14246" y="473"/>
                </a:lnTo>
                <a:lnTo>
                  <a:pt x="13963" y="378"/>
                </a:lnTo>
                <a:lnTo>
                  <a:pt x="13585" y="284"/>
                </a:lnTo>
                <a:lnTo>
                  <a:pt x="13302" y="284"/>
                </a:lnTo>
                <a:lnTo>
                  <a:pt x="13302" y="378"/>
                </a:lnTo>
                <a:lnTo>
                  <a:pt x="13302" y="473"/>
                </a:lnTo>
                <a:lnTo>
                  <a:pt x="13208" y="473"/>
                </a:lnTo>
                <a:lnTo>
                  <a:pt x="13208" y="661"/>
                </a:lnTo>
                <a:lnTo>
                  <a:pt x="13114" y="661"/>
                </a:lnTo>
                <a:lnTo>
                  <a:pt x="13019" y="567"/>
                </a:lnTo>
                <a:lnTo>
                  <a:pt x="12925" y="378"/>
                </a:lnTo>
                <a:lnTo>
                  <a:pt x="12831" y="95"/>
                </a:lnTo>
                <a:lnTo>
                  <a:pt x="12831" y="378"/>
                </a:lnTo>
                <a:lnTo>
                  <a:pt x="12736" y="378"/>
                </a:lnTo>
                <a:lnTo>
                  <a:pt x="12642" y="284"/>
                </a:lnTo>
                <a:lnTo>
                  <a:pt x="12548" y="190"/>
                </a:lnTo>
                <a:lnTo>
                  <a:pt x="12265" y="190"/>
                </a:lnTo>
                <a:lnTo>
                  <a:pt x="12170" y="473"/>
                </a:lnTo>
                <a:lnTo>
                  <a:pt x="12076" y="378"/>
                </a:lnTo>
                <a:lnTo>
                  <a:pt x="11887" y="284"/>
                </a:lnTo>
                <a:lnTo>
                  <a:pt x="11510" y="378"/>
                </a:lnTo>
                <a:lnTo>
                  <a:pt x="10755" y="661"/>
                </a:lnTo>
                <a:lnTo>
                  <a:pt x="10661" y="473"/>
                </a:lnTo>
                <a:lnTo>
                  <a:pt x="10567" y="378"/>
                </a:lnTo>
                <a:lnTo>
                  <a:pt x="10095" y="378"/>
                </a:lnTo>
                <a:lnTo>
                  <a:pt x="9529" y="473"/>
                </a:lnTo>
                <a:lnTo>
                  <a:pt x="9340" y="473"/>
                </a:lnTo>
                <a:lnTo>
                  <a:pt x="9152" y="378"/>
                </a:lnTo>
                <a:lnTo>
                  <a:pt x="9152" y="473"/>
                </a:lnTo>
                <a:lnTo>
                  <a:pt x="9152" y="567"/>
                </a:lnTo>
                <a:lnTo>
                  <a:pt x="8963" y="661"/>
                </a:lnTo>
                <a:lnTo>
                  <a:pt x="8869" y="567"/>
                </a:lnTo>
                <a:lnTo>
                  <a:pt x="8680" y="473"/>
                </a:lnTo>
                <a:lnTo>
                  <a:pt x="8680" y="756"/>
                </a:lnTo>
                <a:lnTo>
                  <a:pt x="8491" y="661"/>
                </a:lnTo>
                <a:lnTo>
                  <a:pt x="8208" y="567"/>
                </a:lnTo>
                <a:lnTo>
                  <a:pt x="7925" y="661"/>
                </a:lnTo>
                <a:lnTo>
                  <a:pt x="7831" y="756"/>
                </a:lnTo>
                <a:lnTo>
                  <a:pt x="7548" y="567"/>
                </a:lnTo>
                <a:lnTo>
                  <a:pt x="7359" y="473"/>
                </a:lnTo>
                <a:lnTo>
                  <a:pt x="7170" y="944"/>
                </a:lnTo>
                <a:lnTo>
                  <a:pt x="6982" y="661"/>
                </a:lnTo>
                <a:lnTo>
                  <a:pt x="6793" y="661"/>
                </a:lnTo>
                <a:lnTo>
                  <a:pt x="6604" y="756"/>
                </a:lnTo>
                <a:lnTo>
                  <a:pt x="6510" y="661"/>
                </a:lnTo>
                <a:lnTo>
                  <a:pt x="6416" y="756"/>
                </a:lnTo>
                <a:lnTo>
                  <a:pt x="6038" y="944"/>
                </a:lnTo>
                <a:lnTo>
                  <a:pt x="6038" y="1039"/>
                </a:lnTo>
                <a:lnTo>
                  <a:pt x="5850" y="1133"/>
                </a:lnTo>
                <a:lnTo>
                  <a:pt x="5850" y="1039"/>
                </a:lnTo>
                <a:lnTo>
                  <a:pt x="5755" y="1039"/>
                </a:lnTo>
                <a:lnTo>
                  <a:pt x="5567" y="1227"/>
                </a:lnTo>
                <a:lnTo>
                  <a:pt x="5472" y="1227"/>
                </a:lnTo>
                <a:lnTo>
                  <a:pt x="5378" y="1039"/>
                </a:lnTo>
                <a:lnTo>
                  <a:pt x="5378" y="1133"/>
                </a:lnTo>
                <a:lnTo>
                  <a:pt x="5189" y="1227"/>
                </a:lnTo>
                <a:lnTo>
                  <a:pt x="5095" y="1133"/>
                </a:lnTo>
                <a:lnTo>
                  <a:pt x="4906" y="1039"/>
                </a:lnTo>
                <a:lnTo>
                  <a:pt x="5189" y="1039"/>
                </a:lnTo>
                <a:lnTo>
                  <a:pt x="5095" y="944"/>
                </a:lnTo>
                <a:lnTo>
                  <a:pt x="5095" y="756"/>
                </a:lnTo>
                <a:lnTo>
                  <a:pt x="5001" y="944"/>
                </a:lnTo>
                <a:lnTo>
                  <a:pt x="4529" y="944"/>
                </a:lnTo>
                <a:lnTo>
                  <a:pt x="4529" y="1133"/>
                </a:lnTo>
                <a:lnTo>
                  <a:pt x="4718" y="1133"/>
                </a:lnTo>
                <a:lnTo>
                  <a:pt x="4623" y="1227"/>
                </a:lnTo>
                <a:lnTo>
                  <a:pt x="4623" y="1133"/>
                </a:lnTo>
                <a:lnTo>
                  <a:pt x="4529" y="1416"/>
                </a:lnTo>
                <a:lnTo>
                  <a:pt x="4340" y="1227"/>
                </a:lnTo>
                <a:lnTo>
                  <a:pt x="4152" y="1039"/>
                </a:lnTo>
                <a:lnTo>
                  <a:pt x="3963" y="1039"/>
                </a:lnTo>
                <a:lnTo>
                  <a:pt x="3774" y="1416"/>
                </a:lnTo>
                <a:lnTo>
                  <a:pt x="3774" y="1322"/>
                </a:lnTo>
                <a:lnTo>
                  <a:pt x="3774" y="1227"/>
                </a:lnTo>
                <a:lnTo>
                  <a:pt x="3680" y="1322"/>
                </a:lnTo>
                <a:lnTo>
                  <a:pt x="3586" y="1510"/>
                </a:lnTo>
                <a:lnTo>
                  <a:pt x="3208" y="1416"/>
                </a:lnTo>
                <a:lnTo>
                  <a:pt x="2454" y="1416"/>
                </a:lnTo>
                <a:lnTo>
                  <a:pt x="1793" y="1510"/>
                </a:lnTo>
                <a:lnTo>
                  <a:pt x="1510" y="1605"/>
                </a:lnTo>
                <a:lnTo>
                  <a:pt x="1321" y="1699"/>
                </a:lnTo>
                <a:lnTo>
                  <a:pt x="1321" y="1605"/>
                </a:lnTo>
                <a:lnTo>
                  <a:pt x="1038" y="1699"/>
                </a:lnTo>
                <a:lnTo>
                  <a:pt x="755" y="1793"/>
                </a:lnTo>
                <a:lnTo>
                  <a:pt x="567" y="1793"/>
                </a:lnTo>
                <a:lnTo>
                  <a:pt x="378" y="1888"/>
                </a:lnTo>
                <a:lnTo>
                  <a:pt x="284" y="1699"/>
                </a:lnTo>
                <a:lnTo>
                  <a:pt x="95" y="1605"/>
                </a:lnTo>
                <a:lnTo>
                  <a:pt x="1" y="1793"/>
                </a:lnTo>
                <a:lnTo>
                  <a:pt x="1" y="2076"/>
                </a:lnTo>
                <a:lnTo>
                  <a:pt x="95" y="2548"/>
                </a:lnTo>
                <a:lnTo>
                  <a:pt x="189" y="2831"/>
                </a:lnTo>
                <a:lnTo>
                  <a:pt x="284" y="2737"/>
                </a:lnTo>
                <a:lnTo>
                  <a:pt x="472" y="2831"/>
                </a:lnTo>
                <a:lnTo>
                  <a:pt x="567" y="2548"/>
                </a:lnTo>
                <a:lnTo>
                  <a:pt x="661" y="2642"/>
                </a:lnTo>
                <a:lnTo>
                  <a:pt x="661" y="2737"/>
                </a:lnTo>
                <a:lnTo>
                  <a:pt x="755" y="2642"/>
                </a:lnTo>
                <a:lnTo>
                  <a:pt x="944" y="2548"/>
                </a:lnTo>
                <a:lnTo>
                  <a:pt x="1227" y="2548"/>
                </a:lnTo>
                <a:lnTo>
                  <a:pt x="1227" y="2642"/>
                </a:lnTo>
                <a:lnTo>
                  <a:pt x="1321" y="2737"/>
                </a:lnTo>
                <a:lnTo>
                  <a:pt x="1416" y="2831"/>
                </a:lnTo>
                <a:lnTo>
                  <a:pt x="1510" y="2642"/>
                </a:lnTo>
                <a:lnTo>
                  <a:pt x="1793" y="2548"/>
                </a:lnTo>
                <a:lnTo>
                  <a:pt x="1699" y="2642"/>
                </a:lnTo>
                <a:lnTo>
                  <a:pt x="1887" y="2737"/>
                </a:lnTo>
                <a:lnTo>
                  <a:pt x="1887" y="2454"/>
                </a:lnTo>
                <a:lnTo>
                  <a:pt x="1982" y="2265"/>
                </a:lnTo>
                <a:lnTo>
                  <a:pt x="2076" y="2737"/>
                </a:lnTo>
                <a:lnTo>
                  <a:pt x="2171" y="2359"/>
                </a:lnTo>
                <a:lnTo>
                  <a:pt x="2265" y="2642"/>
                </a:lnTo>
                <a:lnTo>
                  <a:pt x="2265" y="2548"/>
                </a:lnTo>
                <a:lnTo>
                  <a:pt x="2359" y="2454"/>
                </a:lnTo>
                <a:lnTo>
                  <a:pt x="2454" y="2548"/>
                </a:lnTo>
                <a:lnTo>
                  <a:pt x="2454" y="2737"/>
                </a:lnTo>
                <a:lnTo>
                  <a:pt x="2548" y="2548"/>
                </a:lnTo>
                <a:lnTo>
                  <a:pt x="2548" y="2454"/>
                </a:lnTo>
                <a:lnTo>
                  <a:pt x="2642" y="2548"/>
                </a:lnTo>
                <a:lnTo>
                  <a:pt x="2642" y="2642"/>
                </a:lnTo>
                <a:lnTo>
                  <a:pt x="2831" y="2454"/>
                </a:lnTo>
                <a:lnTo>
                  <a:pt x="3020" y="2454"/>
                </a:lnTo>
                <a:lnTo>
                  <a:pt x="3114" y="2265"/>
                </a:lnTo>
                <a:lnTo>
                  <a:pt x="3114" y="2076"/>
                </a:lnTo>
                <a:lnTo>
                  <a:pt x="3208" y="1982"/>
                </a:lnTo>
                <a:lnTo>
                  <a:pt x="3208" y="2076"/>
                </a:lnTo>
                <a:lnTo>
                  <a:pt x="3208" y="2265"/>
                </a:lnTo>
                <a:lnTo>
                  <a:pt x="3303" y="2076"/>
                </a:lnTo>
                <a:lnTo>
                  <a:pt x="3491" y="2076"/>
                </a:lnTo>
                <a:lnTo>
                  <a:pt x="3491" y="2171"/>
                </a:lnTo>
                <a:lnTo>
                  <a:pt x="3397" y="2265"/>
                </a:lnTo>
                <a:lnTo>
                  <a:pt x="3303" y="2359"/>
                </a:lnTo>
                <a:lnTo>
                  <a:pt x="3303" y="2548"/>
                </a:lnTo>
                <a:lnTo>
                  <a:pt x="3491" y="2548"/>
                </a:lnTo>
                <a:lnTo>
                  <a:pt x="3586" y="2454"/>
                </a:lnTo>
                <a:lnTo>
                  <a:pt x="3680" y="2265"/>
                </a:lnTo>
                <a:lnTo>
                  <a:pt x="4152" y="2265"/>
                </a:lnTo>
                <a:lnTo>
                  <a:pt x="4152" y="2359"/>
                </a:lnTo>
                <a:lnTo>
                  <a:pt x="4246" y="2171"/>
                </a:lnTo>
                <a:lnTo>
                  <a:pt x="4340" y="2171"/>
                </a:lnTo>
                <a:lnTo>
                  <a:pt x="4246" y="2265"/>
                </a:lnTo>
                <a:lnTo>
                  <a:pt x="5284" y="2265"/>
                </a:lnTo>
                <a:lnTo>
                  <a:pt x="5567" y="2171"/>
                </a:lnTo>
                <a:lnTo>
                  <a:pt x="5755" y="2171"/>
                </a:lnTo>
                <a:lnTo>
                  <a:pt x="5755" y="2076"/>
                </a:lnTo>
                <a:lnTo>
                  <a:pt x="6416" y="2076"/>
                </a:lnTo>
                <a:lnTo>
                  <a:pt x="6510" y="1888"/>
                </a:lnTo>
                <a:lnTo>
                  <a:pt x="6604" y="1888"/>
                </a:lnTo>
                <a:lnTo>
                  <a:pt x="7170" y="1982"/>
                </a:lnTo>
                <a:lnTo>
                  <a:pt x="7453" y="1888"/>
                </a:lnTo>
                <a:lnTo>
                  <a:pt x="7548" y="1888"/>
                </a:lnTo>
                <a:lnTo>
                  <a:pt x="7642" y="1699"/>
                </a:lnTo>
                <a:lnTo>
                  <a:pt x="7736" y="1888"/>
                </a:lnTo>
                <a:lnTo>
                  <a:pt x="7925" y="2076"/>
                </a:lnTo>
                <a:lnTo>
                  <a:pt x="8114" y="1793"/>
                </a:lnTo>
                <a:lnTo>
                  <a:pt x="8114" y="1982"/>
                </a:lnTo>
                <a:lnTo>
                  <a:pt x="8208" y="1793"/>
                </a:lnTo>
                <a:lnTo>
                  <a:pt x="8302" y="1982"/>
                </a:lnTo>
                <a:lnTo>
                  <a:pt x="8302" y="1888"/>
                </a:lnTo>
                <a:lnTo>
                  <a:pt x="8302" y="1793"/>
                </a:lnTo>
                <a:lnTo>
                  <a:pt x="8491" y="1793"/>
                </a:lnTo>
                <a:lnTo>
                  <a:pt x="8585" y="1888"/>
                </a:lnTo>
                <a:lnTo>
                  <a:pt x="8774" y="1793"/>
                </a:lnTo>
                <a:lnTo>
                  <a:pt x="8774" y="1982"/>
                </a:lnTo>
                <a:lnTo>
                  <a:pt x="8869" y="1888"/>
                </a:lnTo>
                <a:lnTo>
                  <a:pt x="9718" y="1888"/>
                </a:lnTo>
                <a:lnTo>
                  <a:pt x="9623" y="1793"/>
                </a:lnTo>
                <a:lnTo>
                  <a:pt x="9718" y="1605"/>
                </a:lnTo>
                <a:lnTo>
                  <a:pt x="9812" y="1699"/>
                </a:lnTo>
                <a:lnTo>
                  <a:pt x="9812" y="1793"/>
                </a:lnTo>
                <a:lnTo>
                  <a:pt x="9906" y="1888"/>
                </a:lnTo>
                <a:lnTo>
                  <a:pt x="10095" y="1982"/>
                </a:lnTo>
                <a:lnTo>
                  <a:pt x="10661" y="1793"/>
                </a:lnTo>
                <a:lnTo>
                  <a:pt x="11038" y="1510"/>
                </a:lnTo>
                <a:lnTo>
                  <a:pt x="11133" y="1699"/>
                </a:lnTo>
                <a:lnTo>
                  <a:pt x="11321" y="1699"/>
                </a:lnTo>
                <a:lnTo>
                  <a:pt x="11510" y="1605"/>
                </a:lnTo>
                <a:lnTo>
                  <a:pt x="11604" y="1416"/>
                </a:lnTo>
                <a:lnTo>
                  <a:pt x="11982" y="1605"/>
                </a:lnTo>
                <a:lnTo>
                  <a:pt x="12453" y="1699"/>
                </a:lnTo>
                <a:lnTo>
                  <a:pt x="12642" y="1510"/>
                </a:lnTo>
                <a:lnTo>
                  <a:pt x="12642" y="1699"/>
                </a:lnTo>
                <a:lnTo>
                  <a:pt x="12925" y="1510"/>
                </a:lnTo>
                <a:lnTo>
                  <a:pt x="13208" y="1510"/>
                </a:lnTo>
                <a:lnTo>
                  <a:pt x="14057" y="1699"/>
                </a:lnTo>
                <a:lnTo>
                  <a:pt x="14434" y="1793"/>
                </a:lnTo>
                <a:lnTo>
                  <a:pt x="14812" y="1793"/>
                </a:lnTo>
                <a:lnTo>
                  <a:pt x="15095" y="1699"/>
                </a:lnTo>
                <a:lnTo>
                  <a:pt x="15378" y="1510"/>
                </a:lnTo>
                <a:lnTo>
                  <a:pt x="15472" y="1416"/>
                </a:lnTo>
                <a:lnTo>
                  <a:pt x="15472" y="1510"/>
                </a:lnTo>
                <a:lnTo>
                  <a:pt x="15472" y="1699"/>
                </a:lnTo>
                <a:lnTo>
                  <a:pt x="16416" y="1510"/>
                </a:lnTo>
                <a:lnTo>
                  <a:pt x="16416" y="1605"/>
                </a:lnTo>
                <a:lnTo>
                  <a:pt x="16510" y="1605"/>
                </a:lnTo>
                <a:lnTo>
                  <a:pt x="16604" y="1510"/>
                </a:lnTo>
                <a:lnTo>
                  <a:pt x="17642" y="1510"/>
                </a:lnTo>
                <a:lnTo>
                  <a:pt x="17736" y="1605"/>
                </a:lnTo>
                <a:lnTo>
                  <a:pt x="17831" y="1605"/>
                </a:lnTo>
                <a:lnTo>
                  <a:pt x="18397" y="1510"/>
                </a:lnTo>
                <a:lnTo>
                  <a:pt x="19057" y="1322"/>
                </a:lnTo>
                <a:lnTo>
                  <a:pt x="18774" y="1605"/>
                </a:lnTo>
                <a:lnTo>
                  <a:pt x="19151" y="1322"/>
                </a:lnTo>
                <a:lnTo>
                  <a:pt x="19340" y="1322"/>
                </a:lnTo>
                <a:lnTo>
                  <a:pt x="19340" y="1510"/>
                </a:lnTo>
                <a:lnTo>
                  <a:pt x="19529" y="1416"/>
                </a:lnTo>
                <a:lnTo>
                  <a:pt x="19906" y="1416"/>
                </a:lnTo>
                <a:lnTo>
                  <a:pt x="20000" y="1322"/>
                </a:lnTo>
                <a:lnTo>
                  <a:pt x="20095" y="944"/>
                </a:lnTo>
                <a:lnTo>
                  <a:pt x="20095" y="1133"/>
                </a:lnTo>
                <a:lnTo>
                  <a:pt x="20189" y="1227"/>
                </a:lnTo>
                <a:lnTo>
                  <a:pt x="20189" y="1416"/>
                </a:lnTo>
                <a:lnTo>
                  <a:pt x="20283" y="1322"/>
                </a:lnTo>
                <a:lnTo>
                  <a:pt x="20378" y="1322"/>
                </a:lnTo>
                <a:lnTo>
                  <a:pt x="20378" y="1416"/>
                </a:lnTo>
                <a:lnTo>
                  <a:pt x="20661" y="1227"/>
                </a:lnTo>
                <a:lnTo>
                  <a:pt x="20944" y="1133"/>
                </a:lnTo>
                <a:lnTo>
                  <a:pt x="21038" y="1133"/>
                </a:lnTo>
                <a:lnTo>
                  <a:pt x="21132" y="1416"/>
                </a:lnTo>
                <a:lnTo>
                  <a:pt x="21604" y="1227"/>
                </a:lnTo>
                <a:lnTo>
                  <a:pt x="21510" y="1039"/>
                </a:lnTo>
                <a:lnTo>
                  <a:pt x="21510" y="944"/>
                </a:lnTo>
                <a:lnTo>
                  <a:pt x="21698" y="944"/>
                </a:lnTo>
                <a:lnTo>
                  <a:pt x="21604" y="1039"/>
                </a:lnTo>
                <a:lnTo>
                  <a:pt x="21982" y="1039"/>
                </a:lnTo>
                <a:lnTo>
                  <a:pt x="21887" y="1227"/>
                </a:lnTo>
                <a:lnTo>
                  <a:pt x="21887" y="1227"/>
                </a:lnTo>
                <a:lnTo>
                  <a:pt x="22170" y="1039"/>
                </a:lnTo>
                <a:lnTo>
                  <a:pt x="22265" y="1227"/>
                </a:lnTo>
                <a:lnTo>
                  <a:pt x="22265" y="1133"/>
                </a:lnTo>
                <a:lnTo>
                  <a:pt x="22265" y="1039"/>
                </a:lnTo>
                <a:lnTo>
                  <a:pt x="22548" y="1039"/>
                </a:lnTo>
                <a:lnTo>
                  <a:pt x="22642" y="1322"/>
                </a:lnTo>
                <a:lnTo>
                  <a:pt x="23019" y="1227"/>
                </a:lnTo>
                <a:lnTo>
                  <a:pt x="23208" y="1133"/>
                </a:lnTo>
                <a:lnTo>
                  <a:pt x="23302" y="1039"/>
                </a:lnTo>
                <a:lnTo>
                  <a:pt x="23397" y="1133"/>
                </a:lnTo>
                <a:lnTo>
                  <a:pt x="23397" y="1227"/>
                </a:lnTo>
                <a:lnTo>
                  <a:pt x="23680" y="1227"/>
                </a:lnTo>
                <a:lnTo>
                  <a:pt x="23868" y="1133"/>
                </a:lnTo>
                <a:lnTo>
                  <a:pt x="24057" y="1227"/>
                </a:lnTo>
                <a:lnTo>
                  <a:pt x="24246" y="1227"/>
                </a:lnTo>
                <a:lnTo>
                  <a:pt x="24246" y="1133"/>
                </a:lnTo>
                <a:lnTo>
                  <a:pt x="24529" y="1227"/>
                </a:lnTo>
                <a:lnTo>
                  <a:pt x="24906" y="1322"/>
                </a:lnTo>
                <a:lnTo>
                  <a:pt x="25179" y="1048"/>
                </a:lnTo>
                <a:lnTo>
                  <a:pt x="25095" y="1133"/>
                </a:lnTo>
                <a:lnTo>
                  <a:pt x="25189" y="1227"/>
                </a:lnTo>
                <a:lnTo>
                  <a:pt x="25189" y="1133"/>
                </a:lnTo>
                <a:lnTo>
                  <a:pt x="25283" y="1039"/>
                </a:lnTo>
                <a:lnTo>
                  <a:pt x="25378" y="944"/>
                </a:lnTo>
                <a:lnTo>
                  <a:pt x="25472" y="944"/>
                </a:lnTo>
                <a:lnTo>
                  <a:pt x="25472" y="1133"/>
                </a:lnTo>
                <a:lnTo>
                  <a:pt x="25566" y="1039"/>
                </a:lnTo>
                <a:lnTo>
                  <a:pt x="25661" y="1039"/>
                </a:lnTo>
                <a:lnTo>
                  <a:pt x="25566" y="1133"/>
                </a:lnTo>
                <a:lnTo>
                  <a:pt x="25661" y="1227"/>
                </a:lnTo>
                <a:lnTo>
                  <a:pt x="25849" y="1322"/>
                </a:lnTo>
                <a:lnTo>
                  <a:pt x="25944" y="1133"/>
                </a:lnTo>
                <a:lnTo>
                  <a:pt x="26132" y="1039"/>
                </a:lnTo>
                <a:lnTo>
                  <a:pt x="26132" y="1039"/>
                </a:lnTo>
                <a:lnTo>
                  <a:pt x="26038" y="1227"/>
                </a:lnTo>
                <a:lnTo>
                  <a:pt x="26132" y="1322"/>
                </a:lnTo>
                <a:lnTo>
                  <a:pt x="26321" y="1416"/>
                </a:lnTo>
                <a:lnTo>
                  <a:pt x="26415" y="1416"/>
                </a:lnTo>
                <a:lnTo>
                  <a:pt x="26887" y="1227"/>
                </a:lnTo>
                <a:lnTo>
                  <a:pt x="27264" y="944"/>
                </a:lnTo>
                <a:lnTo>
                  <a:pt x="27170" y="944"/>
                </a:lnTo>
                <a:lnTo>
                  <a:pt x="27264" y="850"/>
                </a:lnTo>
                <a:lnTo>
                  <a:pt x="26981" y="756"/>
                </a:lnTo>
                <a:lnTo>
                  <a:pt x="26887" y="944"/>
                </a:lnTo>
                <a:lnTo>
                  <a:pt x="26793" y="1133"/>
                </a:lnTo>
                <a:lnTo>
                  <a:pt x="26793" y="661"/>
                </a:lnTo>
                <a:lnTo>
                  <a:pt x="26604" y="944"/>
                </a:lnTo>
                <a:lnTo>
                  <a:pt x="26510" y="850"/>
                </a:lnTo>
                <a:lnTo>
                  <a:pt x="26415" y="756"/>
                </a:lnTo>
                <a:lnTo>
                  <a:pt x="26321" y="944"/>
                </a:lnTo>
                <a:lnTo>
                  <a:pt x="26227" y="661"/>
                </a:lnTo>
                <a:lnTo>
                  <a:pt x="26038" y="756"/>
                </a:lnTo>
                <a:lnTo>
                  <a:pt x="25849" y="661"/>
                </a:lnTo>
                <a:lnTo>
                  <a:pt x="25378" y="567"/>
                </a:lnTo>
                <a:lnTo>
                  <a:pt x="25283" y="661"/>
                </a:lnTo>
                <a:lnTo>
                  <a:pt x="25095" y="756"/>
                </a:lnTo>
                <a:lnTo>
                  <a:pt x="25189" y="473"/>
                </a:lnTo>
                <a:lnTo>
                  <a:pt x="25000" y="661"/>
                </a:lnTo>
                <a:lnTo>
                  <a:pt x="25000" y="661"/>
                </a:lnTo>
                <a:lnTo>
                  <a:pt x="25095" y="473"/>
                </a:lnTo>
                <a:lnTo>
                  <a:pt x="24906" y="567"/>
                </a:lnTo>
                <a:lnTo>
                  <a:pt x="24717" y="567"/>
                </a:lnTo>
                <a:lnTo>
                  <a:pt x="24717" y="756"/>
                </a:lnTo>
                <a:lnTo>
                  <a:pt x="24623" y="1039"/>
                </a:lnTo>
                <a:lnTo>
                  <a:pt x="24623" y="850"/>
                </a:lnTo>
                <a:lnTo>
                  <a:pt x="24717" y="661"/>
                </a:lnTo>
                <a:lnTo>
                  <a:pt x="24623" y="756"/>
                </a:lnTo>
                <a:lnTo>
                  <a:pt x="24623" y="661"/>
                </a:lnTo>
                <a:lnTo>
                  <a:pt x="24529" y="473"/>
                </a:lnTo>
                <a:lnTo>
                  <a:pt x="24529" y="661"/>
                </a:lnTo>
                <a:lnTo>
                  <a:pt x="24434" y="567"/>
                </a:lnTo>
                <a:lnTo>
                  <a:pt x="24340" y="378"/>
                </a:lnTo>
                <a:lnTo>
                  <a:pt x="24246" y="567"/>
                </a:lnTo>
                <a:lnTo>
                  <a:pt x="23963" y="567"/>
                </a:lnTo>
                <a:lnTo>
                  <a:pt x="23397" y="661"/>
                </a:lnTo>
                <a:lnTo>
                  <a:pt x="23114" y="661"/>
                </a:lnTo>
                <a:lnTo>
                  <a:pt x="22925" y="567"/>
                </a:lnTo>
                <a:lnTo>
                  <a:pt x="22925" y="473"/>
                </a:lnTo>
                <a:lnTo>
                  <a:pt x="23019" y="473"/>
                </a:lnTo>
                <a:lnTo>
                  <a:pt x="22642" y="378"/>
                </a:lnTo>
                <a:lnTo>
                  <a:pt x="22736" y="473"/>
                </a:lnTo>
                <a:lnTo>
                  <a:pt x="22548" y="473"/>
                </a:lnTo>
                <a:lnTo>
                  <a:pt x="22642" y="284"/>
                </a:lnTo>
                <a:lnTo>
                  <a:pt x="22548" y="190"/>
                </a:lnTo>
                <a:lnTo>
                  <a:pt x="22453" y="190"/>
                </a:lnTo>
                <a:lnTo>
                  <a:pt x="22359" y="284"/>
                </a:lnTo>
                <a:lnTo>
                  <a:pt x="22170" y="378"/>
                </a:lnTo>
                <a:lnTo>
                  <a:pt x="22076" y="284"/>
                </a:lnTo>
                <a:lnTo>
                  <a:pt x="22170" y="473"/>
                </a:lnTo>
                <a:lnTo>
                  <a:pt x="21887" y="190"/>
                </a:lnTo>
                <a:lnTo>
                  <a:pt x="21793" y="190"/>
                </a:lnTo>
                <a:lnTo>
                  <a:pt x="21698" y="378"/>
                </a:lnTo>
                <a:lnTo>
                  <a:pt x="21604" y="756"/>
                </a:lnTo>
                <a:lnTo>
                  <a:pt x="21415" y="661"/>
                </a:lnTo>
                <a:lnTo>
                  <a:pt x="21510" y="473"/>
                </a:lnTo>
                <a:lnTo>
                  <a:pt x="21604" y="284"/>
                </a:lnTo>
                <a:lnTo>
                  <a:pt x="21415" y="284"/>
                </a:lnTo>
                <a:lnTo>
                  <a:pt x="21415" y="190"/>
                </a:lnTo>
                <a:lnTo>
                  <a:pt x="21227" y="378"/>
                </a:lnTo>
                <a:lnTo>
                  <a:pt x="20944" y="567"/>
                </a:lnTo>
                <a:lnTo>
                  <a:pt x="20566" y="1"/>
                </a:lnTo>
                <a:lnTo>
                  <a:pt x="20472" y="95"/>
                </a:lnTo>
                <a:lnTo>
                  <a:pt x="20472" y="190"/>
                </a:lnTo>
                <a:lnTo>
                  <a:pt x="20472" y="378"/>
                </a:lnTo>
                <a:lnTo>
                  <a:pt x="20283" y="284"/>
                </a:lnTo>
                <a:lnTo>
                  <a:pt x="20283" y="190"/>
                </a:lnTo>
                <a:lnTo>
                  <a:pt x="20378" y="95"/>
                </a:lnTo>
                <a:lnTo>
                  <a:pt x="2028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34"/>
          <p:cNvSpPr txBox="1">
            <a:spLocks noGrp="1"/>
          </p:cNvSpPr>
          <p:nvPr>
            <p:ph type="sldNum" idx="12"/>
          </p:nvPr>
        </p:nvSpPr>
        <p:spPr>
          <a:xfrm>
            <a:off x="4297650" y="4832975"/>
            <a:ext cx="548700" cy="31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Ursula template">
  <a:themeElements>
    <a:clrScheme name="Custom 347">
      <a:dk1>
        <a:srgbClr val="000000"/>
      </a:dk1>
      <a:lt1>
        <a:srgbClr val="FFFFFF"/>
      </a:lt1>
      <a:dk2>
        <a:srgbClr val="D1D8DF"/>
      </a:dk2>
      <a:lt2>
        <a:srgbClr val="4F565C"/>
      </a:lt2>
      <a:accent1>
        <a:srgbClr val="63A8DF"/>
      </a:accent1>
      <a:accent2>
        <a:srgbClr val="F8AF2C"/>
      </a:accent2>
      <a:accent3>
        <a:srgbClr val="B2DF4B"/>
      </a:accent3>
      <a:accent4>
        <a:srgbClr val="88D8E6"/>
      </a:accent4>
      <a:accent5>
        <a:srgbClr val="A693C9"/>
      </a:accent5>
      <a:accent6>
        <a:srgbClr val="F7826B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88</Words>
  <Application>Microsoft Office PowerPoint</Application>
  <PresentationFormat>Apresentação na tela (16:9)</PresentationFormat>
  <Paragraphs>151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Walter Turncoat</vt:lpstr>
      <vt:lpstr>Sniglet</vt:lpstr>
      <vt:lpstr>Ursula template</vt:lpstr>
      <vt:lpstr> tecnicas de programação e algoritmos  Aula 03</vt:lpstr>
      <vt:lpstr>Tema da aula:</vt:lpstr>
      <vt:lpstr>1. Algoritmo:</vt:lpstr>
      <vt:lpstr>2. Algoritmo:</vt:lpstr>
      <vt:lpstr>3. Algoritmo:</vt:lpstr>
      <vt:lpstr>4. Algoritmo:</vt:lpstr>
      <vt:lpstr>5. Algoritmo:</vt:lpstr>
      <vt:lpstr>6. Algoritmo:</vt:lpstr>
      <vt:lpstr>7. Algoritmo:</vt:lpstr>
      <vt:lpstr>8. Algoritmo:</vt:lpstr>
      <vt:lpstr>9. Algoritmo:</vt:lpstr>
      <vt:lpstr>10. Lição de Casa:</vt:lpstr>
      <vt:lpstr>11. Lição de Casa:</vt:lpstr>
      <vt:lpstr>12. Referências: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Embarcados Sejam Bem Vindos!</dc:title>
  <dc:creator>Wagner Lucca</dc:creator>
  <cp:lastModifiedBy>Wagner Lucca</cp:lastModifiedBy>
  <cp:revision>164</cp:revision>
  <dcterms:modified xsi:type="dcterms:W3CDTF">2021-02-03T14:56:28Z</dcterms:modified>
</cp:coreProperties>
</file>